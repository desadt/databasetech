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0"/>
  </p:notesMasterIdLst>
  <p:handoutMasterIdLst>
    <p:handoutMasterId r:id="rId51"/>
  </p:handoutMasterIdLst>
  <p:sldIdLst>
    <p:sldId id="256" r:id="rId5"/>
    <p:sldId id="263" r:id="rId6"/>
    <p:sldId id="335" r:id="rId7"/>
    <p:sldId id="344" r:id="rId8"/>
    <p:sldId id="381" r:id="rId9"/>
    <p:sldId id="382" r:id="rId10"/>
    <p:sldId id="383" r:id="rId11"/>
    <p:sldId id="384" r:id="rId12"/>
    <p:sldId id="385" r:id="rId13"/>
    <p:sldId id="386" r:id="rId14"/>
    <p:sldId id="387" r:id="rId15"/>
    <p:sldId id="388" r:id="rId16"/>
    <p:sldId id="379" r:id="rId17"/>
    <p:sldId id="380" r:id="rId18"/>
    <p:sldId id="347" r:id="rId19"/>
    <p:sldId id="349" r:id="rId20"/>
    <p:sldId id="374" r:id="rId21"/>
    <p:sldId id="346" r:id="rId22"/>
    <p:sldId id="345" r:id="rId23"/>
    <p:sldId id="350" r:id="rId24"/>
    <p:sldId id="375" r:id="rId25"/>
    <p:sldId id="351" r:id="rId26"/>
    <p:sldId id="352" r:id="rId27"/>
    <p:sldId id="370" r:id="rId28"/>
    <p:sldId id="353" r:id="rId29"/>
    <p:sldId id="354" r:id="rId30"/>
    <p:sldId id="376" r:id="rId31"/>
    <p:sldId id="368" r:id="rId32"/>
    <p:sldId id="369" r:id="rId33"/>
    <p:sldId id="377" r:id="rId34"/>
    <p:sldId id="371" r:id="rId35"/>
    <p:sldId id="378" r:id="rId36"/>
    <p:sldId id="372" r:id="rId37"/>
    <p:sldId id="373" r:id="rId38"/>
    <p:sldId id="389" r:id="rId39"/>
    <p:sldId id="390" r:id="rId40"/>
    <p:sldId id="359" r:id="rId41"/>
    <p:sldId id="364" r:id="rId42"/>
    <p:sldId id="356" r:id="rId43"/>
    <p:sldId id="366" r:id="rId44"/>
    <p:sldId id="360" r:id="rId45"/>
    <p:sldId id="362" r:id="rId46"/>
    <p:sldId id="365" r:id="rId47"/>
    <p:sldId id="392" r:id="rId48"/>
    <p:sldId id="39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141E02-9499-4BF1-BE96-E95479BCC374}" v="251" dt="2024-10-05T21:19:52.6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10" autoAdjust="0"/>
    <p:restoredTop sz="94598" autoAdjust="0"/>
  </p:normalViewPr>
  <p:slideViewPr>
    <p:cSldViewPr snapToGrid="0">
      <p:cViewPr varScale="1">
        <p:scale>
          <a:sx n="87" d="100"/>
          <a:sy n="87" d="100"/>
        </p:scale>
        <p:origin x="101" y="139"/>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via Kelebercova" userId="19c610ed112c9a30" providerId="Windows Live" clId="Web-{D2E71692-BD06-A29E-9991-BBC8F083A00F}"/>
    <pc:docChg chg="addSld modSld">
      <pc:chgData name="Livia Kelebercova" userId="19c610ed112c9a30" providerId="Windows Live" clId="Web-{D2E71692-BD06-A29E-9991-BBC8F083A00F}" dt="2024-09-05T10:48:54.621" v="428" actId="20577"/>
      <pc:docMkLst>
        <pc:docMk/>
      </pc:docMkLst>
      <pc:sldChg chg="modSp">
        <pc:chgData name="Livia Kelebercova" userId="19c610ed112c9a30" providerId="Windows Live" clId="Web-{D2E71692-BD06-A29E-9991-BBC8F083A00F}" dt="2024-09-05T10:05:15.591" v="13" actId="1076"/>
        <pc:sldMkLst>
          <pc:docMk/>
          <pc:sldMk cId="1696977931" sldId="363"/>
        </pc:sldMkLst>
        <pc:spChg chg="mod">
          <ac:chgData name="Livia Kelebercova" userId="19c610ed112c9a30" providerId="Windows Live" clId="Web-{D2E71692-BD06-A29E-9991-BBC8F083A00F}" dt="2024-09-05T10:05:13.779" v="12" actId="20577"/>
          <ac:spMkLst>
            <pc:docMk/>
            <pc:sldMk cId="1696977931" sldId="363"/>
            <ac:spMk id="7" creationId="{3BDE0D8D-4274-4437-963B-342C5584A2BF}"/>
          </ac:spMkLst>
        </pc:spChg>
        <pc:picChg chg="mod">
          <ac:chgData name="Livia Kelebercova" userId="19c610ed112c9a30" providerId="Windows Live" clId="Web-{D2E71692-BD06-A29E-9991-BBC8F083A00F}" dt="2024-09-05T10:05:15.591" v="13" actId="1076"/>
          <ac:picMkLst>
            <pc:docMk/>
            <pc:sldMk cId="1696977931" sldId="363"/>
            <ac:picMk id="2" creationId="{4C78A128-BC84-84FA-C8B0-80D4E24F1D05}"/>
          </ac:picMkLst>
        </pc:picChg>
      </pc:sldChg>
      <pc:sldChg chg="modSp">
        <pc:chgData name="Livia Kelebercova" userId="19c610ed112c9a30" providerId="Windows Live" clId="Web-{D2E71692-BD06-A29E-9991-BBC8F083A00F}" dt="2024-09-05T10:48:54.621" v="428" actId="20577"/>
        <pc:sldMkLst>
          <pc:docMk/>
          <pc:sldMk cId="609303581" sldId="372"/>
        </pc:sldMkLst>
        <pc:spChg chg="mod">
          <ac:chgData name="Livia Kelebercova" userId="19c610ed112c9a30" providerId="Windows Live" clId="Web-{D2E71692-BD06-A29E-9991-BBC8F083A00F}" dt="2024-09-05T10:48:54.621" v="428" actId="20577"/>
          <ac:spMkLst>
            <pc:docMk/>
            <pc:sldMk cId="609303581" sldId="372"/>
            <ac:spMk id="5" creationId="{FD83F038-B7F9-41D5-816E-B7D433B63377}"/>
          </ac:spMkLst>
        </pc:spChg>
      </pc:sldChg>
      <pc:sldChg chg="modSp">
        <pc:chgData name="Livia Kelebercova" userId="19c610ed112c9a30" providerId="Windows Live" clId="Web-{D2E71692-BD06-A29E-9991-BBC8F083A00F}" dt="2024-09-05T10:11:44.763" v="106" actId="20577"/>
        <pc:sldMkLst>
          <pc:docMk/>
          <pc:sldMk cId="550725796" sldId="381"/>
        </pc:sldMkLst>
        <pc:spChg chg="mod">
          <ac:chgData name="Livia Kelebercova" userId="19c610ed112c9a30" providerId="Windows Live" clId="Web-{D2E71692-BD06-A29E-9991-BBC8F083A00F}" dt="2024-09-05T10:11:44.763" v="106" actId="20577"/>
          <ac:spMkLst>
            <pc:docMk/>
            <pc:sldMk cId="550725796" sldId="381"/>
            <ac:spMk id="7" creationId="{3BDE0D8D-4274-4437-963B-342C5584A2BF}"/>
          </ac:spMkLst>
        </pc:spChg>
      </pc:sldChg>
      <pc:sldChg chg="addSp modSp">
        <pc:chgData name="Livia Kelebercova" userId="19c610ed112c9a30" providerId="Windows Live" clId="Web-{D2E71692-BD06-A29E-9991-BBC8F083A00F}" dt="2024-09-05T10:06:07.172" v="44" actId="1076"/>
        <pc:sldMkLst>
          <pc:docMk/>
          <pc:sldMk cId="2490620376" sldId="382"/>
        </pc:sldMkLst>
        <pc:spChg chg="mod">
          <ac:chgData name="Livia Kelebercova" userId="19c610ed112c9a30" providerId="Windows Live" clId="Web-{D2E71692-BD06-A29E-9991-BBC8F083A00F}" dt="2024-09-05T10:05:46.718" v="42" actId="20577"/>
          <ac:spMkLst>
            <pc:docMk/>
            <pc:sldMk cId="2490620376" sldId="382"/>
            <ac:spMk id="7" creationId="{3BDE0D8D-4274-4437-963B-342C5584A2BF}"/>
          </ac:spMkLst>
        </pc:spChg>
        <pc:picChg chg="add mod">
          <ac:chgData name="Livia Kelebercova" userId="19c610ed112c9a30" providerId="Windows Live" clId="Web-{D2E71692-BD06-A29E-9991-BBC8F083A00F}" dt="2024-09-05T10:04:42.590" v="1" actId="1076"/>
          <ac:picMkLst>
            <pc:docMk/>
            <pc:sldMk cId="2490620376" sldId="382"/>
            <ac:picMk id="2" creationId="{B3C6D8D7-0214-21F4-3D8B-4836A37A43E2}"/>
          </ac:picMkLst>
        </pc:picChg>
        <pc:picChg chg="add mod">
          <ac:chgData name="Livia Kelebercova" userId="19c610ed112c9a30" providerId="Windows Live" clId="Web-{D2E71692-BD06-A29E-9991-BBC8F083A00F}" dt="2024-09-05T10:06:07.172" v="44" actId="1076"/>
          <ac:picMkLst>
            <pc:docMk/>
            <pc:sldMk cId="2490620376" sldId="382"/>
            <ac:picMk id="3" creationId="{76E52D42-7B8D-104C-1BEA-9C7A737CDC89}"/>
          </ac:picMkLst>
        </pc:picChg>
      </pc:sldChg>
      <pc:sldChg chg="delSp modSp add replId">
        <pc:chgData name="Livia Kelebercova" userId="19c610ed112c9a30" providerId="Windows Live" clId="Web-{D2E71692-BD06-A29E-9991-BBC8F083A00F}" dt="2024-09-05T10:19:01.998" v="427" actId="20577"/>
        <pc:sldMkLst>
          <pc:docMk/>
          <pc:sldMk cId="3686542693" sldId="384"/>
        </pc:sldMkLst>
        <pc:spChg chg="mod">
          <ac:chgData name="Livia Kelebercova" userId="19c610ed112c9a30" providerId="Windows Live" clId="Web-{D2E71692-BD06-A29E-9991-BBC8F083A00F}" dt="2024-09-05T10:19:01.998" v="427" actId="20577"/>
          <ac:spMkLst>
            <pc:docMk/>
            <pc:sldMk cId="3686542693" sldId="384"/>
            <ac:spMk id="7" creationId="{3BDE0D8D-4274-4437-963B-342C5584A2BF}"/>
          </ac:spMkLst>
        </pc:spChg>
        <pc:picChg chg="del">
          <ac:chgData name="Livia Kelebercova" userId="19c610ed112c9a30" providerId="Windows Live" clId="Web-{D2E71692-BD06-A29E-9991-BBC8F083A00F}" dt="2024-09-05T10:11:51.919" v="108"/>
          <ac:picMkLst>
            <pc:docMk/>
            <pc:sldMk cId="3686542693" sldId="384"/>
            <ac:picMk id="6" creationId="{28D928AF-82A1-4674-9315-C374DA9B0B24}"/>
          </ac:picMkLst>
        </pc:picChg>
      </pc:sldChg>
    </pc:docChg>
  </pc:docChgLst>
  <pc:docChgLst>
    <pc:chgData name="Livia Kelebercova" userId="19c610ed112c9a30" providerId="LiveId" clId="{61141E02-9499-4BF1-BE96-E95479BCC374}"/>
    <pc:docChg chg="undo custSel addSld delSld modSld sldOrd">
      <pc:chgData name="Livia Kelebercova" userId="19c610ed112c9a30" providerId="LiveId" clId="{61141E02-9499-4BF1-BE96-E95479BCC374}" dt="2024-10-05T21:23:16.323" v="3981" actId="1076"/>
      <pc:docMkLst>
        <pc:docMk/>
      </pc:docMkLst>
      <pc:sldChg chg="modSp mod">
        <pc:chgData name="Livia Kelebercova" userId="19c610ed112c9a30" providerId="LiveId" clId="{61141E02-9499-4BF1-BE96-E95479BCC374}" dt="2024-10-05T21:15:51.578" v="3807" actId="20577"/>
        <pc:sldMkLst>
          <pc:docMk/>
          <pc:sldMk cId="245498660" sldId="256"/>
        </pc:sldMkLst>
        <pc:spChg chg="mod">
          <ac:chgData name="Livia Kelebercova" userId="19c610ed112c9a30" providerId="LiveId" clId="{61141E02-9499-4BF1-BE96-E95479BCC374}" dt="2024-10-05T21:15:51.578" v="3807" actId="20577"/>
          <ac:spMkLst>
            <pc:docMk/>
            <pc:sldMk cId="245498660" sldId="256"/>
            <ac:spMk id="10" creationId="{9DDF89BC-6718-4D28-9005-F42DB4D8B4BD}"/>
          </ac:spMkLst>
        </pc:spChg>
      </pc:sldChg>
      <pc:sldChg chg="modSp mod">
        <pc:chgData name="Livia Kelebercova" userId="19c610ed112c9a30" providerId="LiveId" clId="{61141E02-9499-4BF1-BE96-E95479BCC374}" dt="2024-10-05T21:19:52.658" v="3813" actId="20577"/>
        <pc:sldMkLst>
          <pc:docMk/>
          <pc:sldMk cId="1303195991" sldId="263"/>
        </pc:sldMkLst>
        <pc:graphicFrameChg chg="mod modGraphic">
          <ac:chgData name="Livia Kelebercova" userId="19c610ed112c9a30" providerId="LiveId" clId="{61141E02-9499-4BF1-BE96-E95479BCC374}" dt="2024-10-05T21:19:52.658" v="3813" actId="20577"/>
          <ac:graphicFrameMkLst>
            <pc:docMk/>
            <pc:sldMk cId="1303195991" sldId="263"/>
            <ac:graphicFrameMk id="8" creationId="{01E34475-3A07-401D-8FA7-0B194C2C14AE}"/>
          </ac:graphicFrameMkLst>
        </pc:graphicFrameChg>
      </pc:sldChg>
      <pc:sldChg chg="modSp mod">
        <pc:chgData name="Livia Kelebercova" userId="19c610ed112c9a30" providerId="LiveId" clId="{61141E02-9499-4BF1-BE96-E95479BCC374}" dt="2024-10-05T20:58:09.339" v="3438" actId="20577"/>
        <pc:sldMkLst>
          <pc:docMk/>
          <pc:sldMk cId="1725359674" sldId="335"/>
        </pc:sldMkLst>
        <pc:spChg chg="mod">
          <ac:chgData name="Livia Kelebercova" userId="19c610ed112c9a30" providerId="LiveId" clId="{61141E02-9499-4BF1-BE96-E95479BCC374}" dt="2024-10-05T20:58:09.339" v="3438" actId="20577"/>
          <ac:spMkLst>
            <pc:docMk/>
            <pc:sldMk cId="1725359674" sldId="335"/>
            <ac:spMk id="6" creationId="{219526B4-0363-4BAB-BC46-80456D5E41E0}"/>
          </ac:spMkLst>
        </pc:spChg>
      </pc:sldChg>
      <pc:sldChg chg="delSp modSp add del mod">
        <pc:chgData name="Livia Kelebercova" userId="19c610ed112c9a30" providerId="LiveId" clId="{61141E02-9499-4BF1-BE96-E95479BCC374}" dt="2024-10-05T20:02:34.606" v="3176" actId="47"/>
        <pc:sldMkLst>
          <pc:docMk/>
          <pc:sldMk cId="3208704098" sldId="343"/>
        </pc:sldMkLst>
        <pc:spChg chg="mod">
          <ac:chgData name="Livia Kelebercova" userId="19c610ed112c9a30" providerId="LiveId" clId="{61141E02-9499-4BF1-BE96-E95479BCC374}" dt="2024-10-05T15:37:45.895" v="221" actId="20577"/>
          <ac:spMkLst>
            <pc:docMk/>
            <pc:sldMk cId="3208704098" sldId="343"/>
            <ac:spMk id="3" creationId="{64A3F9D5-7390-F151-BC3E-BB47241A8DA3}"/>
          </ac:spMkLst>
        </pc:spChg>
        <pc:spChg chg="mod">
          <ac:chgData name="Livia Kelebercova" userId="19c610ed112c9a30" providerId="LiveId" clId="{61141E02-9499-4BF1-BE96-E95479BCC374}" dt="2024-10-05T15:30:48.078" v="82" actId="20577"/>
          <ac:spMkLst>
            <pc:docMk/>
            <pc:sldMk cId="3208704098" sldId="343"/>
            <ac:spMk id="5" creationId="{FD83F038-B7F9-41D5-816E-B7D433B63377}"/>
          </ac:spMkLst>
        </pc:spChg>
        <pc:picChg chg="del">
          <ac:chgData name="Livia Kelebercova" userId="19c610ed112c9a30" providerId="LiveId" clId="{61141E02-9499-4BF1-BE96-E95479BCC374}" dt="2024-10-05T15:30:50.290" v="83" actId="478"/>
          <ac:picMkLst>
            <pc:docMk/>
            <pc:sldMk cId="3208704098" sldId="343"/>
            <ac:picMk id="4" creationId="{8A343BAD-057A-BAA1-8681-959445ECC78B}"/>
          </ac:picMkLst>
        </pc:picChg>
      </pc:sldChg>
      <pc:sldChg chg="modSp add del mod">
        <pc:chgData name="Livia Kelebercova" userId="19c610ed112c9a30" providerId="LiveId" clId="{61141E02-9499-4BF1-BE96-E95479BCC374}" dt="2024-10-05T15:30:38.194" v="58" actId="47"/>
        <pc:sldMkLst>
          <pc:docMk/>
          <pc:sldMk cId="377861116" sldId="344"/>
        </pc:sldMkLst>
        <pc:spChg chg="mod">
          <ac:chgData name="Livia Kelebercova" userId="19c610ed112c9a30" providerId="LiveId" clId="{61141E02-9499-4BF1-BE96-E95479BCC374}" dt="2024-10-05T11:44:36.167" v="1" actId="20577"/>
          <ac:spMkLst>
            <pc:docMk/>
            <pc:sldMk cId="377861116" sldId="344"/>
            <ac:spMk id="3" creationId="{64A3F9D5-7390-F151-BC3E-BB47241A8DA3}"/>
          </ac:spMkLst>
        </pc:spChg>
      </pc:sldChg>
      <pc:sldChg chg="addSp modSp add mod ord">
        <pc:chgData name="Livia Kelebercova" userId="19c610ed112c9a30" providerId="LiveId" clId="{61141E02-9499-4BF1-BE96-E95479BCC374}" dt="2024-10-05T21:00:10.045" v="3490" actId="1076"/>
        <pc:sldMkLst>
          <pc:docMk/>
          <pc:sldMk cId="1062088877" sldId="344"/>
        </pc:sldMkLst>
        <pc:spChg chg="mod">
          <ac:chgData name="Livia Kelebercova" userId="19c610ed112c9a30" providerId="LiveId" clId="{61141E02-9499-4BF1-BE96-E95479BCC374}" dt="2024-10-05T20:59:33.419" v="3485" actId="403"/>
          <ac:spMkLst>
            <pc:docMk/>
            <pc:sldMk cId="1062088877" sldId="344"/>
            <ac:spMk id="3" creationId="{64A3F9D5-7390-F151-BC3E-BB47241A8DA3}"/>
          </ac:spMkLst>
        </pc:spChg>
        <pc:spChg chg="mod">
          <ac:chgData name="Livia Kelebercova" userId="19c610ed112c9a30" providerId="LiveId" clId="{61141E02-9499-4BF1-BE96-E95479BCC374}" dt="2024-10-05T20:58:53.930" v="3473" actId="20577"/>
          <ac:spMkLst>
            <pc:docMk/>
            <pc:sldMk cId="1062088877" sldId="344"/>
            <ac:spMk id="5" creationId="{FD83F038-B7F9-41D5-816E-B7D433B63377}"/>
          </ac:spMkLst>
        </pc:spChg>
        <pc:picChg chg="add mod">
          <ac:chgData name="Livia Kelebercova" userId="19c610ed112c9a30" providerId="LiveId" clId="{61141E02-9499-4BF1-BE96-E95479BCC374}" dt="2024-10-05T21:00:10.045" v="3490" actId="1076"/>
          <ac:picMkLst>
            <pc:docMk/>
            <pc:sldMk cId="1062088877" sldId="344"/>
            <ac:picMk id="1026" creationId="{325CD7D9-A35C-C58B-D05A-A6742C9AD90C}"/>
          </ac:picMkLst>
        </pc:picChg>
      </pc:sldChg>
      <pc:sldChg chg="addSp modSp add mod">
        <pc:chgData name="Livia Kelebercova" userId="19c610ed112c9a30" providerId="LiveId" clId="{61141E02-9499-4BF1-BE96-E95479BCC374}" dt="2024-10-05T16:42:07.210" v="1092" actId="1076"/>
        <pc:sldMkLst>
          <pc:docMk/>
          <pc:sldMk cId="52624445" sldId="345"/>
        </pc:sldMkLst>
        <pc:spChg chg="mod">
          <ac:chgData name="Livia Kelebercova" userId="19c610ed112c9a30" providerId="LiveId" clId="{61141E02-9499-4BF1-BE96-E95479BCC374}" dt="2024-10-05T16:41:56.679" v="1088" actId="20577"/>
          <ac:spMkLst>
            <pc:docMk/>
            <pc:sldMk cId="52624445" sldId="345"/>
            <ac:spMk id="3" creationId="{64A3F9D5-7390-F151-BC3E-BB47241A8DA3}"/>
          </ac:spMkLst>
        </pc:spChg>
        <pc:spChg chg="mod">
          <ac:chgData name="Livia Kelebercova" userId="19c610ed112c9a30" providerId="LiveId" clId="{61141E02-9499-4BF1-BE96-E95479BCC374}" dt="2024-10-05T16:00:10.979" v="380" actId="20577"/>
          <ac:spMkLst>
            <pc:docMk/>
            <pc:sldMk cId="52624445" sldId="345"/>
            <ac:spMk id="5" creationId="{FD83F038-B7F9-41D5-816E-B7D433B63377}"/>
          </ac:spMkLst>
        </pc:spChg>
        <pc:picChg chg="add mod">
          <ac:chgData name="Livia Kelebercova" userId="19c610ed112c9a30" providerId="LiveId" clId="{61141E02-9499-4BF1-BE96-E95479BCC374}" dt="2024-10-05T16:42:00.308" v="1089" actId="1076"/>
          <ac:picMkLst>
            <pc:docMk/>
            <pc:sldMk cId="52624445" sldId="345"/>
            <ac:picMk id="4" creationId="{A445459A-B38B-A6A2-985A-B9CBE58579BE}"/>
          </ac:picMkLst>
        </pc:picChg>
        <pc:picChg chg="add mod">
          <ac:chgData name="Livia Kelebercova" userId="19c610ed112c9a30" providerId="LiveId" clId="{61141E02-9499-4BF1-BE96-E95479BCC374}" dt="2024-10-05T16:42:07.210" v="1092" actId="1076"/>
          <ac:picMkLst>
            <pc:docMk/>
            <pc:sldMk cId="52624445" sldId="345"/>
            <ac:picMk id="7" creationId="{F740C723-FD9D-7AF8-0274-B9ADBA8A2181}"/>
          </ac:picMkLst>
        </pc:picChg>
      </pc:sldChg>
      <pc:sldChg chg="add del">
        <pc:chgData name="Livia Kelebercova" userId="19c610ed112c9a30" providerId="LiveId" clId="{61141E02-9499-4BF1-BE96-E95479BCC374}" dt="2024-10-05T15:30:38.194" v="58" actId="47"/>
        <pc:sldMkLst>
          <pc:docMk/>
          <pc:sldMk cId="2198287051" sldId="345"/>
        </pc:sldMkLst>
      </pc:sldChg>
      <pc:sldChg chg="add">
        <pc:chgData name="Livia Kelebercova" userId="19c610ed112c9a30" providerId="LiveId" clId="{61141E02-9499-4BF1-BE96-E95479BCC374}" dt="2024-10-05T16:09:59.998" v="423" actId="2890"/>
        <pc:sldMkLst>
          <pc:docMk/>
          <pc:sldMk cId="2354349972" sldId="346"/>
        </pc:sldMkLst>
      </pc:sldChg>
      <pc:sldChg chg="add del">
        <pc:chgData name="Livia Kelebercova" userId="19c610ed112c9a30" providerId="LiveId" clId="{61141E02-9499-4BF1-BE96-E95479BCC374}" dt="2024-10-05T15:30:38.194" v="58" actId="47"/>
        <pc:sldMkLst>
          <pc:docMk/>
          <pc:sldMk cId="3564713066" sldId="346"/>
        </pc:sldMkLst>
      </pc:sldChg>
      <pc:sldChg chg="add del">
        <pc:chgData name="Livia Kelebercova" userId="19c610ed112c9a30" providerId="LiveId" clId="{61141E02-9499-4BF1-BE96-E95479BCC374}" dt="2024-10-05T15:30:38.194" v="58" actId="47"/>
        <pc:sldMkLst>
          <pc:docMk/>
          <pc:sldMk cId="2656058502" sldId="347"/>
        </pc:sldMkLst>
      </pc:sldChg>
      <pc:sldChg chg="addSp delSp modSp add mod">
        <pc:chgData name="Livia Kelebercova" userId="19c610ed112c9a30" providerId="LiveId" clId="{61141E02-9499-4BF1-BE96-E95479BCC374}" dt="2024-10-05T16:33:56.355" v="693" actId="113"/>
        <pc:sldMkLst>
          <pc:docMk/>
          <pc:sldMk cId="4187392208" sldId="347"/>
        </pc:sldMkLst>
        <pc:spChg chg="del mod">
          <ac:chgData name="Livia Kelebercova" userId="19c610ed112c9a30" providerId="LiveId" clId="{61141E02-9499-4BF1-BE96-E95479BCC374}" dt="2024-10-05T16:32:15.738" v="679"/>
          <ac:spMkLst>
            <pc:docMk/>
            <pc:sldMk cId="4187392208" sldId="347"/>
            <ac:spMk id="3" creationId="{64A3F9D5-7390-F151-BC3E-BB47241A8DA3}"/>
          </ac:spMkLst>
        </pc:spChg>
        <pc:spChg chg="add">
          <ac:chgData name="Livia Kelebercova" userId="19c610ed112c9a30" providerId="LiveId" clId="{61141E02-9499-4BF1-BE96-E95479BCC374}" dt="2024-10-05T16:31:45.985" v="668"/>
          <ac:spMkLst>
            <pc:docMk/>
            <pc:sldMk cId="4187392208" sldId="347"/>
            <ac:spMk id="8" creationId="{6E2B6C15-F15F-98DA-3E1C-911B8ECD6962}"/>
          </ac:spMkLst>
        </pc:spChg>
        <pc:spChg chg="add">
          <ac:chgData name="Livia Kelebercova" userId="19c610ed112c9a30" providerId="LiveId" clId="{61141E02-9499-4BF1-BE96-E95479BCC374}" dt="2024-10-05T16:31:56.068" v="673"/>
          <ac:spMkLst>
            <pc:docMk/>
            <pc:sldMk cId="4187392208" sldId="347"/>
            <ac:spMk id="9" creationId="{DA631D93-207A-E6D3-834D-AEFAAD2E678D}"/>
          </ac:spMkLst>
        </pc:spChg>
        <pc:spChg chg="add del mod">
          <ac:chgData name="Livia Kelebercova" userId="19c610ed112c9a30" providerId="LiveId" clId="{61141E02-9499-4BF1-BE96-E95479BCC374}" dt="2024-10-05T16:32:12.796" v="678" actId="478"/>
          <ac:spMkLst>
            <pc:docMk/>
            <pc:sldMk cId="4187392208" sldId="347"/>
            <ac:spMk id="10" creationId="{E9AF96D0-A469-9749-DBF0-0438619A44D7}"/>
          </ac:spMkLst>
        </pc:spChg>
        <pc:spChg chg="add mod">
          <ac:chgData name="Livia Kelebercova" userId="19c610ed112c9a30" providerId="LiveId" clId="{61141E02-9499-4BF1-BE96-E95479BCC374}" dt="2024-10-05T16:33:56.355" v="693" actId="113"/>
          <ac:spMkLst>
            <pc:docMk/>
            <pc:sldMk cId="4187392208" sldId="347"/>
            <ac:spMk id="11" creationId="{86C1B45A-20E1-BBF9-BF1C-23154B3F8B0A}"/>
          </ac:spMkLst>
        </pc:spChg>
        <pc:picChg chg="add del mod">
          <ac:chgData name="Livia Kelebercova" userId="19c610ed112c9a30" providerId="LiveId" clId="{61141E02-9499-4BF1-BE96-E95479BCC374}" dt="2024-10-05T16:31:54.175" v="672" actId="478"/>
          <ac:picMkLst>
            <pc:docMk/>
            <pc:sldMk cId="4187392208" sldId="347"/>
            <ac:picMk id="4" creationId="{476970CB-83BE-4612-8610-B261335DA26A}"/>
          </ac:picMkLst>
        </pc:picChg>
        <pc:picChg chg="add del mod">
          <ac:chgData name="Livia Kelebercova" userId="19c610ed112c9a30" providerId="LiveId" clId="{61141E02-9499-4BF1-BE96-E95479BCC374}" dt="2024-10-05T16:31:52.341" v="671" actId="478"/>
          <ac:picMkLst>
            <pc:docMk/>
            <pc:sldMk cId="4187392208" sldId="347"/>
            <ac:picMk id="7" creationId="{F7FF7443-7FDE-B7CD-D868-DEE4121D8EDB}"/>
          </ac:picMkLst>
        </pc:picChg>
      </pc:sldChg>
      <pc:sldChg chg="addSp delSp modSp add del mod">
        <pc:chgData name="Livia Kelebercova" userId="19c610ed112c9a30" providerId="LiveId" clId="{61141E02-9499-4BF1-BE96-E95479BCC374}" dt="2024-10-05T16:33:05.510" v="688" actId="47"/>
        <pc:sldMkLst>
          <pc:docMk/>
          <pc:sldMk cId="683093702" sldId="348"/>
        </pc:sldMkLst>
        <pc:spChg chg="mod">
          <ac:chgData name="Livia Kelebercova" userId="19c610ed112c9a30" providerId="LiveId" clId="{61141E02-9499-4BF1-BE96-E95479BCC374}" dt="2024-10-05T16:17:53.426" v="587"/>
          <ac:spMkLst>
            <pc:docMk/>
            <pc:sldMk cId="683093702" sldId="348"/>
            <ac:spMk id="3" creationId="{64A3F9D5-7390-F151-BC3E-BB47241A8DA3}"/>
          </ac:spMkLst>
        </pc:spChg>
        <pc:picChg chg="del">
          <ac:chgData name="Livia Kelebercova" userId="19c610ed112c9a30" providerId="LiveId" clId="{61141E02-9499-4BF1-BE96-E95479BCC374}" dt="2024-10-05T16:17:26.446" v="575" actId="478"/>
          <ac:picMkLst>
            <pc:docMk/>
            <pc:sldMk cId="683093702" sldId="348"/>
            <ac:picMk id="4" creationId="{476970CB-83BE-4612-8610-B261335DA26A}"/>
          </ac:picMkLst>
        </pc:picChg>
        <pc:picChg chg="add mod">
          <ac:chgData name="Livia Kelebercova" userId="19c610ed112c9a30" providerId="LiveId" clId="{61141E02-9499-4BF1-BE96-E95479BCC374}" dt="2024-10-05T16:18:13.553" v="590" actId="1076"/>
          <ac:picMkLst>
            <pc:docMk/>
            <pc:sldMk cId="683093702" sldId="348"/>
            <ac:picMk id="6" creationId="{3C1E3D91-D9DA-1CFF-7CB2-582CBDBA664F}"/>
          </ac:picMkLst>
        </pc:picChg>
        <pc:picChg chg="del">
          <ac:chgData name="Livia Kelebercova" userId="19c610ed112c9a30" providerId="LiveId" clId="{61141E02-9499-4BF1-BE96-E95479BCC374}" dt="2024-10-05T16:17:24.718" v="574" actId="478"/>
          <ac:picMkLst>
            <pc:docMk/>
            <pc:sldMk cId="683093702" sldId="348"/>
            <ac:picMk id="7" creationId="{F7FF7443-7FDE-B7CD-D868-DEE4121D8EDB}"/>
          </ac:picMkLst>
        </pc:picChg>
      </pc:sldChg>
      <pc:sldChg chg="add del">
        <pc:chgData name="Livia Kelebercova" userId="19c610ed112c9a30" providerId="LiveId" clId="{61141E02-9499-4BF1-BE96-E95479BCC374}" dt="2024-10-05T15:30:38.194" v="58" actId="47"/>
        <pc:sldMkLst>
          <pc:docMk/>
          <pc:sldMk cId="948258821" sldId="348"/>
        </pc:sldMkLst>
      </pc:sldChg>
      <pc:sldChg chg="new del">
        <pc:chgData name="Livia Kelebercova" userId="19c610ed112c9a30" providerId="LiveId" clId="{61141E02-9499-4BF1-BE96-E95479BCC374}" dt="2024-10-05T16:34:05.279" v="696" actId="47"/>
        <pc:sldMkLst>
          <pc:docMk/>
          <pc:sldMk cId="2771971606" sldId="348"/>
        </pc:sldMkLst>
      </pc:sldChg>
      <pc:sldChg chg="addSp delSp modSp add del mod">
        <pc:chgData name="Livia Kelebercova" userId="19c610ed112c9a30" providerId="LiveId" clId="{61141E02-9499-4BF1-BE96-E95479BCC374}" dt="2024-10-05T16:33:05.510" v="688" actId="47"/>
        <pc:sldMkLst>
          <pc:docMk/>
          <pc:sldMk cId="200896517" sldId="349"/>
        </pc:sldMkLst>
        <pc:spChg chg="add del mod">
          <ac:chgData name="Livia Kelebercova" userId="19c610ed112c9a30" providerId="LiveId" clId="{61141E02-9499-4BF1-BE96-E95479BCC374}" dt="2024-10-05T16:20:33.874" v="622" actId="20577"/>
          <ac:spMkLst>
            <pc:docMk/>
            <pc:sldMk cId="200896517" sldId="349"/>
            <ac:spMk id="3" creationId="{64A3F9D5-7390-F151-BC3E-BB47241A8DA3}"/>
          </ac:spMkLst>
        </pc:spChg>
        <pc:spChg chg="add del mod">
          <ac:chgData name="Livia Kelebercova" userId="19c610ed112c9a30" providerId="LiveId" clId="{61141E02-9499-4BF1-BE96-E95479BCC374}" dt="2024-10-05T16:19:44.656" v="606" actId="478"/>
          <ac:spMkLst>
            <pc:docMk/>
            <pc:sldMk cId="200896517" sldId="349"/>
            <ac:spMk id="4" creationId="{791DA6DB-A3DF-1AFC-BF0F-EEAA02804C14}"/>
          </ac:spMkLst>
        </pc:spChg>
        <pc:picChg chg="add del mod">
          <ac:chgData name="Livia Kelebercova" userId="19c610ed112c9a30" providerId="LiveId" clId="{61141E02-9499-4BF1-BE96-E95479BCC374}" dt="2024-10-05T16:19:51.599" v="609" actId="478"/>
          <ac:picMkLst>
            <pc:docMk/>
            <pc:sldMk cId="200896517" sldId="349"/>
            <ac:picMk id="6" creationId="{3C1E3D91-D9DA-1CFF-7CB2-582CBDBA664F}"/>
          </ac:picMkLst>
        </pc:picChg>
      </pc:sldChg>
      <pc:sldChg chg="add del">
        <pc:chgData name="Livia Kelebercova" userId="19c610ed112c9a30" providerId="LiveId" clId="{61141E02-9499-4BF1-BE96-E95479BCC374}" dt="2024-10-05T15:30:38.194" v="58" actId="47"/>
        <pc:sldMkLst>
          <pc:docMk/>
          <pc:sldMk cId="1526525508" sldId="349"/>
        </pc:sldMkLst>
      </pc:sldChg>
      <pc:sldChg chg="addSp modSp add mod">
        <pc:chgData name="Livia Kelebercova" userId="19c610ed112c9a30" providerId="LiveId" clId="{61141E02-9499-4BF1-BE96-E95479BCC374}" dt="2024-10-05T16:37:33.614" v="1069" actId="14100"/>
        <pc:sldMkLst>
          <pc:docMk/>
          <pc:sldMk cId="3283351798" sldId="349"/>
        </pc:sldMkLst>
        <pc:spChg chg="mod">
          <ac:chgData name="Livia Kelebercova" userId="19c610ed112c9a30" providerId="LiveId" clId="{61141E02-9499-4BF1-BE96-E95479BCC374}" dt="2024-10-05T16:37:12.188" v="1063" actId="20577"/>
          <ac:spMkLst>
            <pc:docMk/>
            <pc:sldMk cId="3283351798" sldId="349"/>
            <ac:spMk id="11" creationId="{86C1B45A-20E1-BBF9-BF1C-23154B3F8B0A}"/>
          </ac:spMkLst>
        </pc:spChg>
        <pc:picChg chg="add mod">
          <ac:chgData name="Livia Kelebercova" userId="19c610ed112c9a30" providerId="LiveId" clId="{61141E02-9499-4BF1-BE96-E95479BCC374}" dt="2024-10-05T16:35:58.771" v="1007" actId="1076"/>
          <ac:picMkLst>
            <pc:docMk/>
            <pc:sldMk cId="3283351798" sldId="349"/>
            <ac:picMk id="3" creationId="{03D25409-C14D-086F-76B3-ACD5E9D25AD3}"/>
          </ac:picMkLst>
        </pc:picChg>
        <pc:picChg chg="add mod">
          <ac:chgData name="Livia Kelebercova" userId="19c610ed112c9a30" providerId="LiveId" clId="{61141E02-9499-4BF1-BE96-E95479BCC374}" dt="2024-10-05T16:37:33.614" v="1069" actId="14100"/>
          <ac:picMkLst>
            <pc:docMk/>
            <pc:sldMk cId="3283351798" sldId="349"/>
            <ac:picMk id="6" creationId="{B09C8F48-7982-90F2-4B14-0AE1533E827E}"/>
          </ac:picMkLst>
        </pc:picChg>
      </pc:sldChg>
      <pc:sldChg chg="addSp delSp modSp add mod">
        <pc:chgData name="Livia Kelebercova" userId="19c610ed112c9a30" providerId="LiveId" clId="{61141E02-9499-4BF1-BE96-E95479BCC374}" dt="2024-10-05T16:46:48.143" v="1110" actId="478"/>
        <pc:sldMkLst>
          <pc:docMk/>
          <pc:sldMk cId="1462955376" sldId="350"/>
        </pc:sldMkLst>
        <pc:spChg chg="mod">
          <ac:chgData name="Livia Kelebercova" userId="19c610ed112c9a30" providerId="LiveId" clId="{61141E02-9499-4BF1-BE96-E95479BCC374}" dt="2024-10-05T16:42:14.689" v="1093" actId="20577"/>
          <ac:spMkLst>
            <pc:docMk/>
            <pc:sldMk cId="1462955376" sldId="350"/>
            <ac:spMk id="3" creationId="{64A3F9D5-7390-F151-BC3E-BB47241A8DA3}"/>
          </ac:spMkLst>
        </pc:spChg>
        <pc:spChg chg="mod">
          <ac:chgData name="Livia Kelebercova" userId="19c610ed112c9a30" providerId="LiveId" clId="{61141E02-9499-4BF1-BE96-E95479BCC374}" dt="2024-10-05T16:41:16.125" v="1085" actId="20577"/>
          <ac:spMkLst>
            <pc:docMk/>
            <pc:sldMk cId="1462955376" sldId="350"/>
            <ac:spMk id="5" creationId="{FD83F038-B7F9-41D5-816E-B7D433B63377}"/>
          </ac:spMkLst>
        </pc:spChg>
        <pc:picChg chg="del">
          <ac:chgData name="Livia Kelebercova" userId="19c610ed112c9a30" providerId="LiveId" clId="{61141E02-9499-4BF1-BE96-E95479BCC374}" dt="2024-10-05T16:42:17.747" v="1094" actId="478"/>
          <ac:picMkLst>
            <pc:docMk/>
            <pc:sldMk cId="1462955376" sldId="350"/>
            <ac:picMk id="4" creationId="{A445459A-B38B-A6A2-985A-B9CBE58579BE}"/>
          </ac:picMkLst>
        </pc:picChg>
        <pc:picChg chg="add mod">
          <ac:chgData name="Livia Kelebercova" userId="19c610ed112c9a30" providerId="LiveId" clId="{61141E02-9499-4BF1-BE96-E95479BCC374}" dt="2024-10-05T16:42:38.336" v="1101" actId="1076"/>
          <ac:picMkLst>
            <pc:docMk/>
            <pc:sldMk cId="1462955376" sldId="350"/>
            <ac:picMk id="6" creationId="{E51F27DB-A056-76E9-FCD9-B5254B81E149}"/>
          </ac:picMkLst>
        </pc:picChg>
        <pc:picChg chg="del mod">
          <ac:chgData name="Livia Kelebercova" userId="19c610ed112c9a30" providerId="LiveId" clId="{61141E02-9499-4BF1-BE96-E95479BCC374}" dt="2024-10-05T16:42:20.330" v="1096" actId="478"/>
          <ac:picMkLst>
            <pc:docMk/>
            <pc:sldMk cId="1462955376" sldId="350"/>
            <ac:picMk id="7" creationId="{F740C723-FD9D-7AF8-0274-B9ADBA8A2181}"/>
          </ac:picMkLst>
        </pc:picChg>
        <pc:picChg chg="add mod">
          <ac:chgData name="Livia Kelebercova" userId="19c610ed112c9a30" providerId="LiveId" clId="{61141E02-9499-4BF1-BE96-E95479BCC374}" dt="2024-10-05T16:42:59.659" v="1108" actId="1076"/>
          <ac:picMkLst>
            <pc:docMk/>
            <pc:sldMk cId="1462955376" sldId="350"/>
            <ac:picMk id="9" creationId="{364CD48E-954A-95A6-B2A7-68ABE93213DC}"/>
          </ac:picMkLst>
        </pc:picChg>
        <pc:picChg chg="add del mod">
          <ac:chgData name="Livia Kelebercova" userId="19c610ed112c9a30" providerId="LiveId" clId="{61141E02-9499-4BF1-BE96-E95479BCC374}" dt="2024-10-05T16:46:48.143" v="1110" actId="478"/>
          <ac:picMkLst>
            <pc:docMk/>
            <pc:sldMk cId="1462955376" sldId="350"/>
            <ac:picMk id="10" creationId="{4C763897-7FCF-C9B4-3E4C-3F8C15079982}"/>
          </ac:picMkLst>
        </pc:picChg>
      </pc:sldChg>
      <pc:sldChg chg="modSp add del mod">
        <pc:chgData name="Livia Kelebercova" userId="19c610ed112c9a30" providerId="LiveId" clId="{61141E02-9499-4BF1-BE96-E95479BCC374}" dt="2024-10-05T16:33:05.510" v="688" actId="47"/>
        <pc:sldMkLst>
          <pc:docMk/>
          <pc:sldMk cId="1798133457" sldId="350"/>
        </pc:sldMkLst>
        <pc:spChg chg="mod">
          <ac:chgData name="Livia Kelebercova" userId="19c610ed112c9a30" providerId="LiveId" clId="{61141E02-9499-4BF1-BE96-E95479BCC374}" dt="2024-10-05T16:27:54.573" v="650"/>
          <ac:spMkLst>
            <pc:docMk/>
            <pc:sldMk cId="1798133457" sldId="350"/>
            <ac:spMk id="3" creationId="{64A3F9D5-7390-F151-BC3E-BB47241A8DA3}"/>
          </ac:spMkLst>
        </pc:spChg>
      </pc:sldChg>
      <pc:sldChg chg="add del">
        <pc:chgData name="Livia Kelebercova" userId="19c610ed112c9a30" providerId="LiveId" clId="{61141E02-9499-4BF1-BE96-E95479BCC374}" dt="2024-10-05T16:38:38.528" v="1076" actId="2890"/>
        <pc:sldMkLst>
          <pc:docMk/>
          <pc:sldMk cId="2034874537" sldId="350"/>
        </pc:sldMkLst>
      </pc:sldChg>
      <pc:sldChg chg="add del">
        <pc:chgData name="Livia Kelebercova" userId="19c610ed112c9a30" providerId="LiveId" clId="{61141E02-9499-4BF1-BE96-E95479BCC374}" dt="2024-10-05T15:30:38.194" v="58" actId="47"/>
        <pc:sldMkLst>
          <pc:docMk/>
          <pc:sldMk cId="3974679184" sldId="350"/>
        </pc:sldMkLst>
      </pc:sldChg>
      <pc:sldChg chg="addSp delSp modSp add mod">
        <pc:chgData name="Livia Kelebercova" userId="19c610ed112c9a30" providerId="LiveId" clId="{61141E02-9499-4BF1-BE96-E95479BCC374}" dt="2024-10-05T17:00:35.447" v="1237" actId="20577"/>
        <pc:sldMkLst>
          <pc:docMk/>
          <pc:sldMk cId="3051530328" sldId="351"/>
        </pc:sldMkLst>
        <pc:spChg chg="mod">
          <ac:chgData name="Livia Kelebercova" userId="19c610ed112c9a30" providerId="LiveId" clId="{61141E02-9499-4BF1-BE96-E95479BCC374}" dt="2024-10-05T16:58:55.400" v="1185" actId="20577"/>
          <ac:spMkLst>
            <pc:docMk/>
            <pc:sldMk cId="3051530328" sldId="351"/>
            <ac:spMk id="3" creationId="{64A3F9D5-7390-F151-BC3E-BB47241A8DA3}"/>
          </ac:spMkLst>
        </pc:spChg>
        <pc:spChg chg="mod">
          <ac:chgData name="Livia Kelebercova" userId="19c610ed112c9a30" providerId="LiveId" clId="{61141E02-9499-4BF1-BE96-E95479BCC374}" dt="2024-10-05T17:00:35.447" v="1237" actId="20577"/>
          <ac:spMkLst>
            <pc:docMk/>
            <pc:sldMk cId="3051530328" sldId="351"/>
            <ac:spMk id="5" creationId="{FD83F038-B7F9-41D5-816E-B7D433B63377}"/>
          </ac:spMkLst>
        </pc:spChg>
        <pc:picChg chg="add mod">
          <ac:chgData name="Livia Kelebercova" userId="19c610ed112c9a30" providerId="LiveId" clId="{61141E02-9499-4BF1-BE96-E95479BCC374}" dt="2024-10-05T16:59:10.141" v="1187" actId="1076"/>
          <ac:picMkLst>
            <pc:docMk/>
            <pc:sldMk cId="3051530328" sldId="351"/>
            <ac:picMk id="4" creationId="{2F80AD9E-ED81-F07B-8B6D-A41077F33556}"/>
          </ac:picMkLst>
        </pc:picChg>
        <pc:picChg chg="del">
          <ac:chgData name="Livia Kelebercova" userId="19c610ed112c9a30" providerId="LiveId" clId="{61141E02-9499-4BF1-BE96-E95479BCC374}" dt="2024-10-05T16:47:00.816" v="1112" actId="478"/>
          <ac:picMkLst>
            <pc:docMk/>
            <pc:sldMk cId="3051530328" sldId="351"/>
            <ac:picMk id="6" creationId="{E51F27DB-A056-76E9-FCD9-B5254B81E149}"/>
          </ac:picMkLst>
        </pc:picChg>
        <pc:picChg chg="del">
          <ac:chgData name="Livia Kelebercova" userId="19c610ed112c9a30" providerId="LiveId" clId="{61141E02-9499-4BF1-BE96-E95479BCC374}" dt="2024-10-05T16:47:00.816" v="1112" actId="478"/>
          <ac:picMkLst>
            <pc:docMk/>
            <pc:sldMk cId="3051530328" sldId="351"/>
            <ac:picMk id="9" creationId="{364CD48E-954A-95A6-B2A7-68ABE93213DC}"/>
          </ac:picMkLst>
        </pc:picChg>
      </pc:sldChg>
      <pc:sldChg chg="modSp add del mod">
        <pc:chgData name="Livia Kelebercova" userId="19c610ed112c9a30" providerId="LiveId" clId="{61141E02-9499-4BF1-BE96-E95479BCC374}" dt="2024-10-05T16:33:05.510" v="688" actId="47"/>
        <pc:sldMkLst>
          <pc:docMk/>
          <pc:sldMk cId="3589110053" sldId="351"/>
        </pc:sldMkLst>
        <pc:spChg chg="mod">
          <ac:chgData name="Livia Kelebercova" userId="19c610ed112c9a30" providerId="LiveId" clId="{61141E02-9499-4BF1-BE96-E95479BCC374}" dt="2024-10-05T16:30:58.429" v="667"/>
          <ac:spMkLst>
            <pc:docMk/>
            <pc:sldMk cId="3589110053" sldId="351"/>
            <ac:spMk id="3" creationId="{64A3F9D5-7390-F151-BC3E-BB47241A8DA3}"/>
          </ac:spMkLst>
        </pc:spChg>
      </pc:sldChg>
      <pc:sldChg chg="add del">
        <pc:chgData name="Livia Kelebercova" userId="19c610ed112c9a30" providerId="LiveId" clId="{61141E02-9499-4BF1-BE96-E95479BCC374}" dt="2024-10-05T15:30:38.194" v="58" actId="47"/>
        <pc:sldMkLst>
          <pc:docMk/>
          <pc:sldMk cId="2208851616" sldId="352"/>
        </pc:sldMkLst>
      </pc:sldChg>
      <pc:sldChg chg="addSp delSp modSp add mod">
        <pc:chgData name="Livia Kelebercova" userId="19c610ed112c9a30" providerId="LiveId" clId="{61141E02-9499-4BF1-BE96-E95479BCC374}" dt="2024-10-05T17:01:13.693" v="1252" actId="1076"/>
        <pc:sldMkLst>
          <pc:docMk/>
          <pc:sldMk cId="2408889959" sldId="352"/>
        </pc:sldMkLst>
        <pc:spChg chg="mod">
          <ac:chgData name="Livia Kelebercova" userId="19c610ed112c9a30" providerId="LiveId" clId="{61141E02-9499-4BF1-BE96-E95479BCC374}" dt="2024-10-05T17:01:05.066" v="1247" actId="20577"/>
          <ac:spMkLst>
            <pc:docMk/>
            <pc:sldMk cId="2408889959" sldId="352"/>
            <ac:spMk id="3" creationId="{64A3F9D5-7390-F151-BC3E-BB47241A8DA3}"/>
          </ac:spMkLst>
        </pc:spChg>
        <pc:spChg chg="mod">
          <ac:chgData name="Livia Kelebercova" userId="19c610ed112c9a30" providerId="LiveId" clId="{61141E02-9499-4BF1-BE96-E95479BCC374}" dt="2024-10-05T17:00:26.254" v="1228" actId="20577"/>
          <ac:spMkLst>
            <pc:docMk/>
            <pc:sldMk cId="2408889959" sldId="352"/>
            <ac:spMk id="5" creationId="{FD83F038-B7F9-41D5-816E-B7D433B63377}"/>
          </ac:spMkLst>
        </pc:spChg>
        <pc:picChg chg="del">
          <ac:chgData name="Livia Kelebercova" userId="19c610ed112c9a30" providerId="LiveId" clId="{61141E02-9499-4BF1-BE96-E95479BCC374}" dt="2024-10-05T16:59:29.058" v="1217" actId="478"/>
          <ac:picMkLst>
            <pc:docMk/>
            <pc:sldMk cId="2408889959" sldId="352"/>
            <ac:picMk id="4" creationId="{2F80AD9E-ED81-F07B-8B6D-A41077F33556}"/>
          </ac:picMkLst>
        </pc:picChg>
        <pc:picChg chg="add mod">
          <ac:chgData name="Livia Kelebercova" userId="19c610ed112c9a30" providerId="LiveId" clId="{61141E02-9499-4BF1-BE96-E95479BCC374}" dt="2024-10-05T16:59:40.809" v="1219" actId="1076"/>
          <ac:picMkLst>
            <pc:docMk/>
            <pc:sldMk cId="2408889959" sldId="352"/>
            <ac:picMk id="6" creationId="{1BAE7815-C916-7B30-2845-F3D549F70FB9}"/>
          </ac:picMkLst>
        </pc:picChg>
        <pc:picChg chg="add mod">
          <ac:chgData name="Livia Kelebercova" userId="19c610ed112c9a30" providerId="LiveId" clId="{61141E02-9499-4BF1-BE96-E95479BCC374}" dt="2024-10-05T17:01:13.693" v="1252" actId="1076"/>
          <ac:picMkLst>
            <pc:docMk/>
            <pc:sldMk cId="2408889959" sldId="352"/>
            <ac:picMk id="8" creationId="{A445D92C-088D-FEF5-85E1-CB140F1F3E11}"/>
          </ac:picMkLst>
        </pc:picChg>
      </pc:sldChg>
      <pc:sldChg chg="add del">
        <pc:chgData name="Livia Kelebercova" userId="19c610ed112c9a30" providerId="LiveId" clId="{61141E02-9499-4BF1-BE96-E95479BCC374}" dt="2024-10-05T15:30:38.194" v="58" actId="47"/>
        <pc:sldMkLst>
          <pc:docMk/>
          <pc:sldMk cId="823337779" sldId="353"/>
        </pc:sldMkLst>
      </pc:sldChg>
      <pc:sldChg chg="addSp delSp modSp add mod">
        <pc:chgData name="Livia Kelebercova" userId="19c610ed112c9a30" providerId="LiveId" clId="{61141E02-9499-4BF1-BE96-E95479BCC374}" dt="2024-10-05T17:07:29.801" v="1286" actId="1076"/>
        <pc:sldMkLst>
          <pc:docMk/>
          <pc:sldMk cId="2757222548" sldId="353"/>
        </pc:sldMkLst>
        <pc:spChg chg="mod">
          <ac:chgData name="Livia Kelebercova" userId="19c610ed112c9a30" providerId="LiveId" clId="{61141E02-9499-4BF1-BE96-E95479BCC374}" dt="2024-10-05T17:06:38.832" v="1279" actId="14100"/>
          <ac:spMkLst>
            <pc:docMk/>
            <pc:sldMk cId="2757222548" sldId="353"/>
            <ac:spMk id="3" creationId="{64A3F9D5-7390-F151-BC3E-BB47241A8DA3}"/>
          </ac:spMkLst>
        </pc:spChg>
        <pc:spChg chg="mod">
          <ac:chgData name="Livia Kelebercova" userId="19c610ed112c9a30" providerId="LiveId" clId="{61141E02-9499-4BF1-BE96-E95479BCC374}" dt="2024-10-05T17:01:19.560" v="1260" actId="20577"/>
          <ac:spMkLst>
            <pc:docMk/>
            <pc:sldMk cId="2757222548" sldId="353"/>
            <ac:spMk id="5" creationId="{FD83F038-B7F9-41D5-816E-B7D433B63377}"/>
          </ac:spMkLst>
        </pc:spChg>
        <pc:picChg chg="add mod">
          <ac:chgData name="Livia Kelebercova" userId="19c610ed112c9a30" providerId="LiveId" clId="{61141E02-9499-4BF1-BE96-E95479BCC374}" dt="2024-10-05T17:07:19.265" v="1282" actId="1076"/>
          <ac:picMkLst>
            <pc:docMk/>
            <pc:sldMk cId="2757222548" sldId="353"/>
            <ac:picMk id="4" creationId="{8E2B0714-6A81-55FC-2C09-E3F7428B3B92}"/>
          </ac:picMkLst>
        </pc:picChg>
        <pc:picChg chg="del">
          <ac:chgData name="Livia Kelebercova" userId="19c610ed112c9a30" providerId="LiveId" clId="{61141E02-9499-4BF1-BE96-E95479BCC374}" dt="2024-10-05T17:02:23.645" v="1261" actId="478"/>
          <ac:picMkLst>
            <pc:docMk/>
            <pc:sldMk cId="2757222548" sldId="353"/>
            <ac:picMk id="6" creationId="{1BAE7815-C916-7B30-2845-F3D549F70FB9}"/>
          </ac:picMkLst>
        </pc:picChg>
        <pc:picChg chg="del">
          <ac:chgData name="Livia Kelebercova" userId="19c610ed112c9a30" providerId="LiveId" clId="{61141E02-9499-4BF1-BE96-E95479BCC374}" dt="2024-10-05T17:02:23.645" v="1261" actId="478"/>
          <ac:picMkLst>
            <pc:docMk/>
            <pc:sldMk cId="2757222548" sldId="353"/>
            <ac:picMk id="8" creationId="{A445D92C-088D-FEF5-85E1-CB140F1F3E11}"/>
          </ac:picMkLst>
        </pc:picChg>
        <pc:picChg chg="add mod">
          <ac:chgData name="Livia Kelebercova" userId="19c610ed112c9a30" providerId="LiveId" clId="{61141E02-9499-4BF1-BE96-E95479BCC374}" dt="2024-10-05T17:07:29.801" v="1286" actId="1076"/>
          <ac:picMkLst>
            <pc:docMk/>
            <pc:sldMk cId="2757222548" sldId="353"/>
            <ac:picMk id="9" creationId="{805FF48F-22F0-D690-A825-2F0D41D72C46}"/>
          </ac:picMkLst>
        </pc:picChg>
      </pc:sldChg>
      <pc:sldChg chg="add del">
        <pc:chgData name="Livia Kelebercova" userId="19c610ed112c9a30" providerId="LiveId" clId="{61141E02-9499-4BF1-BE96-E95479BCC374}" dt="2024-10-05T15:30:38.194" v="58" actId="47"/>
        <pc:sldMkLst>
          <pc:docMk/>
          <pc:sldMk cId="908379117" sldId="354"/>
        </pc:sldMkLst>
      </pc:sldChg>
      <pc:sldChg chg="add">
        <pc:chgData name="Livia Kelebercova" userId="19c610ed112c9a30" providerId="LiveId" clId="{61141E02-9499-4BF1-BE96-E95479BCC374}" dt="2024-10-05T17:08:49.837" v="1287" actId="2890"/>
        <pc:sldMkLst>
          <pc:docMk/>
          <pc:sldMk cId="3011718541" sldId="354"/>
        </pc:sldMkLst>
      </pc:sldChg>
      <pc:sldChg chg="addSp delSp modSp add del mod">
        <pc:chgData name="Livia Kelebercova" userId="19c610ed112c9a30" providerId="LiveId" clId="{61141E02-9499-4BF1-BE96-E95479BCC374}" dt="2024-10-05T18:15:04.565" v="2160" actId="47"/>
        <pc:sldMkLst>
          <pc:docMk/>
          <pc:sldMk cId="4037275284" sldId="355"/>
        </pc:sldMkLst>
        <pc:spChg chg="del mod">
          <ac:chgData name="Livia Kelebercova" userId="19c610ed112c9a30" providerId="LiveId" clId="{61141E02-9499-4BF1-BE96-E95479BCC374}" dt="2024-10-05T17:53:21.968" v="1958" actId="478"/>
          <ac:spMkLst>
            <pc:docMk/>
            <pc:sldMk cId="4037275284" sldId="355"/>
            <ac:spMk id="3" creationId="{64A3F9D5-7390-F151-BC3E-BB47241A8DA3}"/>
          </ac:spMkLst>
        </pc:spChg>
        <pc:spChg chg="mod">
          <ac:chgData name="Livia Kelebercova" userId="19c610ed112c9a30" providerId="LiveId" clId="{61141E02-9499-4BF1-BE96-E95479BCC374}" dt="2024-10-05T17:16:56.199" v="1383" actId="20577"/>
          <ac:spMkLst>
            <pc:docMk/>
            <pc:sldMk cId="4037275284" sldId="355"/>
            <ac:spMk id="5" creationId="{FD83F038-B7F9-41D5-816E-B7D433B63377}"/>
          </ac:spMkLst>
        </pc:spChg>
        <pc:spChg chg="add mod">
          <ac:chgData name="Livia Kelebercova" userId="19c610ed112c9a30" providerId="LiveId" clId="{61141E02-9499-4BF1-BE96-E95479BCC374}" dt="2024-10-05T17:53:21.968" v="1958" actId="478"/>
          <ac:spMkLst>
            <pc:docMk/>
            <pc:sldMk cId="4037275284" sldId="355"/>
            <ac:spMk id="11" creationId="{E45CBC7B-97B3-A2BE-BA5F-0C13D5FB488D}"/>
          </ac:spMkLst>
        </pc:spChg>
        <pc:picChg chg="del">
          <ac:chgData name="Livia Kelebercova" userId="19c610ed112c9a30" providerId="LiveId" clId="{61141E02-9499-4BF1-BE96-E95479BCC374}" dt="2024-10-05T17:13:18.825" v="1291" actId="478"/>
          <ac:picMkLst>
            <pc:docMk/>
            <pc:sldMk cId="4037275284" sldId="355"/>
            <ac:picMk id="4" creationId="{8E2B0714-6A81-55FC-2C09-E3F7428B3B92}"/>
          </ac:picMkLst>
        </pc:picChg>
        <pc:picChg chg="add del mod">
          <ac:chgData name="Livia Kelebercova" userId="19c610ed112c9a30" providerId="LiveId" clId="{61141E02-9499-4BF1-BE96-E95479BCC374}" dt="2024-10-05T17:53:23.617" v="1959" actId="478"/>
          <ac:picMkLst>
            <pc:docMk/>
            <pc:sldMk cId="4037275284" sldId="355"/>
            <ac:picMk id="6" creationId="{ABD560EC-36CC-853E-43BF-AEDBA6A24BE9}"/>
          </ac:picMkLst>
        </pc:picChg>
        <pc:picChg chg="add del mod">
          <ac:chgData name="Livia Kelebercova" userId="19c610ed112c9a30" providerId="LiveId" clId="{61141E02-9499-4BF1-BE96-E95479BCC374}" dt="2024-10-05T17:21:41.860" v="1455" actId="22"/>
          <ac:picMkLst>
            <pc:docMk/>
            <pc:sldMk cId="4037275284" sldId="355"/>
            <ac:picMk id="8" creationId="{A35D550A-0F0D-F75D-6C55-7DFFD0F2C368}"/>
          </ac:picMkLst>
        </pc:picChg>
        <pc:picChg chg="del">
          <ac:chgData name="Livia Kelebercova" userId="19c610ed112c9a30" providerId="LiveId" clId="{61141E02-9499-4BF1-BE96-E95479BCC374}" dt="2024-10-05T17:13:18.825" v="1291" actId="478"/>
          <ac:picMkLst>
            <pc:docMk/>
            <pc:sldMk cId="4037275284" sldId="355"/>
            <ac:picMk id="9" creationId="{805FF48F-22F0-D690-A825-2F0D41D72C46}"/>
          </ac:picMkLst>
        </pc:picChg>
        <pc:picChg chg="add mod">
          <ac:chgData name="Livia Kelebercova" userId="19c610ed112c9a30" providerId="LiveId" clId="{61141E02-9499-4BF1-BE96-E95479BCC374}" dt="2024-10-05T17:53:28.798" v="1962" actId="1076"/>
          <ac:picMkLst>
            <pc:docMk/>
            <pc:sldMk cId="4037275284" sldId="355"/>
            <ac:picMk id="13" creationId="{AF293826-DA31-0EED-6B84-E7C300B72CCB}"/>
          </ac:picMkLst>
        </pc:picChg>
      </pc:sldChg>
      <pc:sldChg chg="new del">
        <pc:chgData name="Livia Kelebercova" userId="19c610ed112c9a30" providerId="LiveId" clId="{61141E02-9499-4BF1-BE96-E95479BCC374}" dt="2024-10-05T17:13:13.941" v="1289" actId="47"/>
        <pc:sldMkLst>
          <pc:docMk/>
          <pc:sldMk cId="4229012693" sldId="355"/>
        </pc:sldMkLst>
      </pc:sldChg>
      <pc:sldChg chg="addSp delSp modSp add mod">
        <pc:chgData name="Livia Kelebercova" userId="19c610ed112c9a30" providerId="LiveId" clId="{61141E02-9499-4BF1-BE96-E95479BCC374}" dt="2024-10-05T17:57:23.092" v="1973" actId="1076"/>
        <pc:sldMkLst>
          <pc:docMk/>
          <pc:sldMk cId="1737547552" sldId="356"/>
        </pc:sldMkLst>
        <pc:spChg chg="mod">
          <ac:chgData name="Livia Kelebercova" userId="19c610ed112c9a30" providerId="LiveId" clId="{61141E02-9499-4BF1-BE96-E95479BCC374}" dt="2024-10-05T17:18:35.448" v="1415" actId="20577"/>
          <ac:spMkLst>
            <pc:docMk/>
            <pc:sldMk cId="1737547552" sldId="356"/>
            <ac:spMk id="3" creationId="{64A3F9D5-7390-F151-BC3E-BB47241A8DA3}"/>
          </ac:spMkLst>
        </pc:spChg>
        <pc:picChg chg="add del mod">
          <ac:chgData name="Livia Kelebercova" userId="19c610ed112c9a30" providerId="LiveId" clId="{61141E02-9499-4BF1-BE96-E95479BCC374}" dt="2024-10-05T17:57:11.327" v="1970" actId="478"/>
          <ac:picMkLst>
            <pc:docMk/>
            <pc:sldMk cId="1737547552" sldId="356"/>
            <ac:picMk id="4" creationId="{CBD499E1-6E7F-1B9D-17E6-4DD455FD6D8D}"/>
          </ac:picMkLst>
        </pc:picChg>
        <pc:picChg chg="del">
          <ac:chgData name="Livia Kelebercova" userId="19c610ed112c9a30" providerId="LiveId" clId="{61141E02-9499-4BF1-BE96-E95479BCC374}" dt="2024-10-05T17:17:36.145" v="1407" actId="478"/>
          <ac:picMkLst>
            <pc:docMk/>
            <pc:sldMk cId="1737547552" sldId="356"/>
            <ac:picMk id="6" creationId="{ABD560EC-36CC-853E-43BF-AEDBA6A24BE9}"/>
          </ac:picMkLst>
        </pc:picChg>
        <pc:picChg chg="add mod">
          <ac:chgData name="Livia Kelebercova" userId="19c610ed112c9a30" providerId="LiveId" clId="{61141E02-9499-4BF1-BE96-E95479BCC374}" dt="2024-10-05T17:57:23.092" v="1973" actId="1076"/>
          <ac:picMkLst>
            <pc:docMk/>
            <pc:sldMk cId="1737547552" sldId="356"/>
            <ac:picMk id="8" creationId="{9E4C3E4C-15BC-F2AA-51F2-1BD03264D10B}"/>
          </ac:picMkLst>
        </pc:picChg>
      </pc:sldChg>
      <pc:sldChg chg="addSp delSp modSp add del mod">
        <pc:chgData name="Livia Kelebercova" userId="19c610ed112c9a30" providerId="LiveId" clId="{61141E02-9499-4BF1-BE96-E95479BCC374}" dt="2024-10-05T17:24:49.372" v="1503" actId="47"/>
        <pc:sldMkLst>
          <pc:docMk/>
          <pc:sldMk cId="3860602559" sldId="357"/>
        </pc:sldMkLst>
        <pc:spChg chg="mod">
          <ac:chgData name="Livia Kelebercova" userId="19c610ed112c9a30" providerId="LiveId" clId="{61141E02-9499-4BF1-BE96-E95479BCC374}" dt="2024-10-05T17:23:13.994" v="1487" actId="20577"/>
          <ac:spMkLst>
            <pc:docMk/>
            <pc:sldMk cId="3860602559" sldId="357"/>
            <ac:spMk id="3" creationId="{64A3F9D5-7390-F151-BC3E-BB47241A8DA3}"/>
          </ac:spMkLst>
        </pc:spChg>
        <pc:picChg chg="del">
          <ac:chgData name="Livia Kelebercova" userId="19c610ed112c9a30" providerId="LiveId" clId="{61141E02-9499-4BF1-BE96-E95479BCC374}" dt="2024-10-05T17:23:16.714" v="1488" actId="478"/>
          <ac:picMkLst>
            <pc:docMk/>
            <pc:sldMk cId="3860602559" sldId="357"/>
            <ac:picMk id="4" creationId="{CBD499E1-6E7F-1B9D-17E6-4DD455FD6D8D}"/>
          </ac:picMkLst>
        </pc:picChg>
        <pc:picChg chg="add mod">
          <ac:chgData name="Livia Kelebercova" userId="19c610ed112c9a30" providerId="LiveId" clId="{61141E02-9499-4BF1-BE96-E95479BCC374}" dt="2024-10-05T17:23:33.965" v="1492" actId="14100"/>
          <ac:picMkLst>
            <pc:docMk/>
            <pc:sldMk cId="3860602559" sldId="357"/>
            <ac:picMk id="6" creationId="{090CECA2-9217-504D-F3E9-16B1E69EE6AB}"/>
          </ac:picMkLst>
        </pc:picChg>
      </pc:sldChg>
      <pc:sldChg chg="addSp delSp modSp add del mod">
        <pc:chgData name="Livia Kelebercova" userId="19c610ed112c9a30" providerId="LiveId" clId="{61141E02-9499-4BF1-BE96-E95479BCC374}" dt="2024-10-05T17:56:33.351" v="1969" actId="47"/>
        <pc:sldMkLst>
          <pc:docMk/>
          <pc:sldMk cId="768509098" sldId="358"/>
        </pc:sldMkLst>
        <pc:spChg chg="mod">
          <ac:chgData name="Livia Kelebercova" userId="19c610ed112c9a30" providerId="LiveId" clId="{61141E02-9499-4BF1-BE96-E95479BCC374}" dt="2024-10-05T17:25:55.936" v="1523" actId="20577"/>
          <ac:spMkLst>
            <pc:docMk/>
            <pc:sldMk cId="768509098" sldId="358"/>
            <ac:spMk id="3" creationId="{64A3F9D5-7390-F151-BC3E-BB47241A8DA3}"/>
          </ac:spMkLst>
        </pc:spChg>
        <pc:picChg chg="add mod">
          <ac:chgData name="Livia Kelebercova" userId="19c610ed112c9a30" providerId="LiveId" clId="{61141E02-9499-4BF1-BE96-E95479BCC374}" dt="2024-10-05T17:26:07.695" v="1525" actId="1076"/>
          <ac:picMkLst>
            <pc:docMk/>
            <pc:sldMk cId="768509098" sldId="358"/>
            <ac:picMk id="4" creationId="{AA98AB1E-6723-0BD7-46F3-DFF055CE3498}"/>
          </ac:picMkLst>
        </pc:picChg>
        <pc:picChg chg="del">
          <ac:chgData name="Livia Kelebercova" userId="19c610ed112c9a30" providerId="LiveId" clId="{61141E02-9499-4BF1-BE96-E95479BCC374}" dt="2024-10-05T17:24:00.140" v="1502" actId="478"/>
          <ac:picMkLst>
            <pc:docMk/>
            <pc:sldMk cId="768509098" sldId="358"/>
            <ac:picMk id="6" creationId="{090CECA2-9217-504D-F3E9-16B1E69EE6AB}"/>
          </ac:picMkLst>
        </pc:picChg>
      </pc:sldChg>
      <pc:sldChg chg="addSp delSp modSp add mod ord">
        <pc:chgData name="Livia Kelebercova" userId="19c610ed112c9a30" providerId="LiveId" clId="{61141E02-9499-4BF1-BE96-E95479BCC374}" dt="2024-10-05T18:17:34.635" v="2170"/>
        <pc:sldMkLst>
          <pc:docMk/>
          <pc:sldMk cId="3050878839" sldId="359"/>
        </pc:sldMkLst>
        <pc:spChg chg="del mod">
          <ac:chgData name="Livia Kelebercova" userId="19c610ed112c9a30" providerId="LiveId" clId="{61141E02-9499-4BF1-BE96-E95479BCC374}" dt="2024-10-05T18:17:15.498" v="2164" actId="478"/>
          <ac:spMkLst>
            <pc:docMk/>
            <pc:sldMk cId="3050878839" sldId="359"/>
            <ac:spMk id="3" creationId="{64A3F9D5-7390-F151-BC3E-BB47241A8DA3}"/>
          </ac:spMkLst>
        </pc:spChg>
        <pc:spChg chg="add del mod">
          <ac:chgData name="Livia Kelebercova" userId="19c610ed112c9a30" providerId="LiveId" clId="{61141E02-9499-4BF1-BE96-E95479BCC374}" dt="2024-10-05T18:17:18.563" v="2166" actId="478"/>
          <ac:spMkLst>
            <pc:docMk/>
            <pc:sldMk cId="3050878839" sldId="359"/>
            <ac:spMk id="14" creationId="{9EB09149-F413-8ED1-0DB2-DEB6DA96621B}"/>
          </ac:spMkLst>
        </pc:spChg>
        <pc:picChg chg="del">
          <ac:chgData name="Livia Kelebercova" userId="19c610ed112c9a30" providerId="LiveId" clId="{61141E02-9499-4BF1-BE96-E95479BCC374}" dt="2024-10-05T17:26:46.959" v="1599" actId="478"/>
          <ac:picMkLst>
            <pc:docMk/>
            <pc:sldMk cId="3050878839" sldId="359"/>
            <ac:picMk id="4" creationId="{AA98AB1E-6723-0BD7-46F3-DFF055CE3498}"/>
          </ac:picMkLst>
        </pc:picChg>
        <pc:picChg chg="add del mod">
          <ac:chgData name="Livia Kelebercova" userId="19c610ed112c9a30" providerId="LiveId" clId="{61141E02-9499-4BF1-BE96-E95479BCC374}" dt="2024-10-05T17:57:28.807" v="1974" actId="478"/>
          <ac:picMkLst>
            <pc:docMk/>
            <pc:sldMk cId="3050878839" sldId="359"/>
            <ac:picMk id="6" creationId="{9F3EB1E8-D3E4-E229-CD57-891EE3939B5E}"/>
          </ac:picMkLst>
        </pc:picChg>
        <pc:picChg chg="add del mod">
          <ac:chgData name="Livia Kelebercova" userId="19c610ed112c9a30" providerId="LiveId" clId="{61141E02-9499-4BF1-BE96-E95479BCC374}" dt="2024-10-05T17:57:28.807" v="1974" actId="478"/>
          <ac:picMkLst>
            <pc:docMk/>
            <pc:sldMk cId="3050878839" sldId="359"/>
            <ac:picMk id="8" creationId="{BECDD5F0-858D-5B5A-2DAA-E812C7238114}"/>
          </ac:picMkLst>
        </pc:picChg>
        <pc:picChg chg="add del mod">
          <ac:chgData name="Livia Kelebercova" userId="19c610ed112c9a30" providerId="LiveId" clId="{61141E02-9499-4BF1-BE96-E95479BCC374}" dt="2024-10-05T18:17:11.725" v="2163" actId="478"/>
          <ac:picMkLst>
            <pc:docMk/>
            <pc:sldMk cId="3050878839" sldId="359"/>
            <ac:picMk id="10" creationId="{3A4378DA-3874-AA18-F251-1692586C7355}"/>
          </ac:picMkLst>
        </pc:picChg>
        <pc:picChg chg="add del mod">
          <ac:chgData name="Livia Kelebercova" userId="19c610ed112c9a30" providerId="LiveId" clId="{61141E02-9499-4BF1-BE96-E95479BCC374}" dt="2024-10-05T18:17:11.725" v="2163" actId="478"/>
          <ac:picMkLst>
            <pc:docMk/>
            <pc:sldMk cId="3050878839" sldId="359"/>
            <ac:picMk id="12" creationId="{45891A4E-A9CB-F185-026A-B2D2809D0CA2}"/>
          </ac:picMkLst>
        </pc:picChg>
        <pc:picChg chg="add mod">
          <ac:chgData name="Livia Kelebercova" userId="19c610ed112c9a30" providerId="LiveId" clId="{61141E02-9499-4BF1-BE96-E95479BCC374}" dt="2024-10-05T18:17:23.180" v="2168" actId="1076"/>
          <ac:picMkLst>
            <pc:docMk/>
            <pc:sldMk cId="3050878839" sldId="359"/>
            <ac:picMk id="16" creationId="{11A8853F-0C7E-F78D-81E8-2833FCAC6DDD}"/>
          </ac:picMkLst>
        </pc:picChg>
      </pc:sldChg>
      <pc:sldChg chg="addSp delSp modSp add mod">
        <pc:chgData name="Livia Kelebercova" userId="19c610ed112c9a30" providerId="LiveId" clId="{61141E02-9499-4BF1-BE96-E95479BCC374}" dt="2024-10-05T18:38:17.939" v="2664" actId="20577"/>
        <pc:sldMkLst>
          <pc:docMk/>
          <pc:sldMk cId="2021261802" sldId="360"/>
        </pc:sldMkLst>
        <pc:spChg chg="mod">
          <ac:chgData name="Livia Kelebercova" userId="19c610ed112c9a30" providerId="LiveId" clId="{61141E02-9499-4BF1-BE96-E95479BCC374}" dt="2024-10-05T18:38:17.939" v="2664" actId="20577"/>
          <ac:spMkLst>
            <pc:docMk/>
            <pc:sldMk cId="2021261802" sldId="360"/>
            <ac:spMk id="3" creationId="{64A3F9D5-7390-F151-BC3E-BB47241A8DA3}"/>
          </ac:spMkLst>
        </pc:spChg>
        <pc:picChg chg="add del mod">
          <ac:chgData name="Livia Kelebercova" userId="19c610ed112c9a30" providerId="LiveId" clId="{61141E02-9499-4BF1-BE96-E95479BCC374}" dt="2024-10-05T17:58:18.844" v="1985" actId="478"/>
          <ac:picMkLst>
            <pc:docMk/>
            <pc:sldMk cId="2021261802" sldId="360"/>
            <ac:picMk id="4" creationId="{64106BB6-F70D-D00A-E4BF-A91A26568430}"/>
          </ac:picMkLst>
        </pc:picChg>
        <pc:picChg chg="del">
          <ac:chgData name="Livia Kelebercova" userId="19c610ed112c9a30" providerId="LiveId" clId="{61141E02-9499-4BF1-BE96-E95479BCC374}" dt="2024-10-05T17:27:40.174" v="1609" actId="478"/>
          <ac:picMkLst>
            <pc:docMk/>
            <pc:sldMk cId="2021261802" sldId="360"/>
            <ac:picMk id="6" creationId="{9F3EB1E8-D3E4-E229-CD57-891EE3939B5E}"/>
          </ac:picMkLst>
        </pc:picChg>
        <pc:picChg chg="del">
          <ac:chgData name="Livia Kelebercova" userId="19c610ed112c9a30" providerId="LiveId" clId="{61141E02-9499-4BF1-BE96-E95479BCC374}" dt="2024-10-05T17:27:40.174" v="1609" actId="478"/>
          <ac:picMkLst>
            <pc:docMk/>
            <pc:sldMk cId="2021261802" sldId="360"/>
            <ac:picMk id="8" creationId="{BECDD5F0-858D-5B5A-2DAA-E812C7238114}"/>
          </ac:picMkLst>
        </pc:picChg>
        <pc:picChg chg="add mod">
          <ac:chgData name="Livia Kelebercova" userId="19c610ed112c9a30" providerId="LiveId" clId="{61141E02-9499-4BF1-BE96-E95479BCC374}" dt="2024-10-05T18:00:02.456" v="2010" actId="14100"/>
          <ac:picMkLst>
            <pc:docMk/>
            <pc:sldMk cId="2021261802" sldId="360"/>
            <ac:picMk id="9" creationId="{D15D3FEA-5F92-CFA8-875E-366D8B8ED204}"/>
          </ac:picMkLst>
        </pc:picChg>
        <pc:picChg chg="add mod">
          <ac:chgData name="Livia Kelebercova" userId="19c610ed112c9a30" providerId="LiveId" clId="{61141E02-9499-4BF1-BE96-E95479BCC374}" dt="2024-10-05T17:59:57.531" v="2009" actId="1076"/>
          <ac:picMkLst>
            <pc:docMk/>
            <pc:sldMk cId="2021261802" sldId="360"/>
            <ac:picMk id="11" creationId="{7ECCB4B5-C64D-B87D-49BA-13B05961FF20}"/>
          </ac:picMkLst>
        </pc:picChg>
      </pc:sldChg>
      <pc:sldChg chg="add del">
        <pc:chgData name="Livia Kelebercova" userId="19c610ed112c9a30" providerId="LiveId" clId="{61141E02-9499-4BF1-BE96-E95479BCC374}" dt="2024-10-05T15:30:38.194" v="58" actId="47"/>
        <pc:sldMkLst>
          <pc:docMk/>
          <pc:sldMk cId="4262136604" sldId="360"/>
        </pc:sldMkLst>
      </pc:sldChg>
      <pc:sldChg chg="add del">
        <pc:chgData name="Livia Kelebercova" userId="19c610ed112c9a30" providerId="LiveId" clId="{61141E02-9499-4BF1-BE96-E95479BCC374}" dt="2024-10-05T15:30:38.194" v="58" actId="47"/>
        <pc:sldMkLst>
          <pc:docMk/>
          <pc:sldMk cId="1553530348" sldId="361"/>
        </pc:sldMkLst>
      </pc:sldChg>
      <pc:sldChg chg="addSp delSp modSp add del mod">
        <pc:chgData name="Livia Kelebercova" userId="19c610ed112c9a30" providerId="LiveId" clId="{61141E02-9499-4BF1-BE96-E95479BCC374}" dt="2024-10-05T17:50:52.576" v="1956" actId="47"/>
        <pc:sldMkLst>
          <pc:docMk/>
          <pc:sldMk cId="2795349786" sldId="361"/>
        </pc:sldMkLst>
        <pc:spChg chg="del">
          <ac:chgData name="Livia Kelebercova" userId="19c610ed112c9a30" providerId="LiveId" clId="{61141E02-9499-4BF1-BE96-E95479BCC374}" dt="2024-10-05T17:30:40.243" v="1650" actId="478"/>
          <ac:spMkLst>
            <pc:docMk/>
            <pc:sldMk cId="2795349786" sldId="361"/>
            <ac:spMk id="3" creationId="{64A3F9D5-7390-F151-BC3E-BB47241A8DA3}"/>
          </ac:spMkLst>
        </pc:spChg>
        <pc:spChg chg="mod">
          <ac:chgData name="Livia Kelebercova" userId="19c610ed112c9a30" providerId="LiveId" clId="{61141E02-9499-4BF1-BE96-E95479BCC374}" dt="2024-10-05T17:30:27.093" v="1649" actId="20577"/>
          <ac:spMkLst>
            <pc:docMk/>
            <pc:sldMk cId="2795349786" sldId="361"/>
            <ac:spMk id="5" creationId="{FD83F038-B7F9-41D5-816E-B7D433B63377}"/>
          </ac:spMkLst>
        </pc:spChg>
        <pc:spChg chg="add del mod">
          <ac:chgData name="Livia Kelebercova" userId="19c610ed112c9a30" providerId="LiveId" clId="{61141E02-9499-4BF1-BE96-E95479BCC374}" dt="2024-10-05T17:30:43.202" v="1651" actId="478"/>
          <ac:spMkLst>
            <pc:docMk/>
            <pc:sldMk cId="2795349786" sldId="361"/>
            <ac:spMk id="6" creationId="{06F73F4C-0704-0B11-DFE2-23EBF9EA7E08}"/>
          </ac:spMkLst>
        </pc:spChg>
        <pc:picChg chg="del">
          <ac:chgData name="Livia Kelebercova" userId="19c610ed112c9a30" providerId="LiveId" clId="{61141E02-9499-4BF1-BE96-E95479BCC374}" dt="2024-10-05T17:30:47.417" v="1652" actId="478"/>
          <ac:picMkLst>
            <pc:docMk/>
            <pc:sldMk cId="2795349786" sldId="361"/>
            <ac:picMk id="4" creationId="{8E2B0714-6A81-55FC-2C09-E3F7428B3B92}"/>
          </ac:picMkLst>
        </pc:picChg>
        <pc:picChg chg="del">
          <ac:chgData name="Livia Kelebercova" userId="19c610ed112c9a30" providerId="LiveId" clId="{61141E02-9499-4BF1-BE96-E95479BCC374}" dt="2024-10-05T17:30:47.417" v="1652" actId="478"/>
          <ac:picMkLst>
            <pc:docMk/>
            <pc:sldMk cId="2795349786" sldId="361"/>
            <ac:picMk id="9" creationId="{805FF48F-22F0-D690-A825-2F0D41D72C46}"/>
          </ac:picMkLst>
        </pc:picChg>
        <pc:picChg chg="add mod">
          <ac:chgData name="Livia Kelebercova" userId="19c610ed112c9a30" providerId="LiveId" clId="{61141E02-9499-4BF1-BE96-E95479BCC374}" dt="2024-10-05T17:30:57.353" v="1657" actId="1076"/>
          <ac:picMkLst>
            <pc:docMk/>
            <pc:sldMk cId="2795349786" sldId="361"/>
            <ac:picMk id="2050" creationId="{B35F4F24-C8E9-E51A-7F05-057711225465}"/>
          </ac:picMkLst>
        </pc:picChg>
      </pc:sldChg>
      <pc:sldChg chg="add del">
        <pc:chgData name="Livia Kelebercova" userId="19c610ed112c9a30" providerId="LiveId" clId="{61141E02-9499-4BF1-BE96-E95479BCC374}" dt="2024-10-05T15:30:38.194" v="58" actId="47"/>
        <pc:sldMkLst>
          <pc:docMk/>
          <pc:sldMk cId="2971164684" sldId="362"/>
        </pc:sldMkLst>
      </pc:sldChg>
      <pc:sldChg chg="addSp delSp modSp add mod">
        <pc:chgData name="Livia Kelebercova" userId="19c610ed112c9a30" providerId="LiveId" clId="{61141E02-9499-4BF1-BE96-E95479BCC374}" dt="2024-10-05T18:01:33.935" v="2021" actId="20577"/>
        <pc:sldMkLst>
          <pc:docMk/>
          <pc:sldMk cId="3582047055" sldId="362"/>
        </pc:sldMkLst>
        <pc:spChg chg="mod">
          <ac:chgData name="Livia Kelebercova" userId="19c610ed112c9a30" providerId="LiveId" clId="{61141E02-9499-4BF1-BE96-E95479BCC374}" dt="2024-10-05T18:01:33.935" v="2021" actId="20577"/>
          <ac:spMkLst>
            <pc:docMk/>
            <pc:sldMk cId="3582047055" sldId="362"/>
            <ac:spMk id="3" creationId="{64A3F9D5-7390-F151-BC3E-BB47241A8DA3}"/>
          </ac:spMkLst>
        </pc:spChg>
        <pc:picChg chg="del">
          <ac:chgData name="Livia Kelebercova" userId="19c610ed112c9a30" providerId="LiveId" clId="{61141E02-9499-4BF1-BE96-E95479BCC374}" dt="2024-10-05T17:46:09.500" v="1813" actId="478"/>
          <ac:picMkLst>
            <pc:docMk/>
            <pc:sldMk cId="3582047055" sldId="362"/>
            <ac:picMk id="4" creationId="{64106BB6-F70D-D00A-E4BF-A91A26568430}"/>
          </ac:picMkLst>
        </pc:picChg>
        <pc:picChg chg="add mod">
          <ac:chgData name="Livia Kelebercova" userId="19c610ed112c9a30" providerId="LiveId" clId="{61141E02-9499-4BF1-BE96-E95479BCC374}" dt="2024-10-05T18:00:36.235" v="2016" actId="1076"/>
          <ac:picMkLst>
            <pc:docMk/>
            <pc:sldMk cId="3582047055" sldId="362"/>
            <ac:picMk id="6" creationId="{7228C11E-C52C-0F3C-1F3C-590282EFD496}"/>
          </ac:picMkLst>
        </pc:picChg>
        <pc:picChg chg="add mod">
          <ac:chgData name="Livia Kelebercova" userId="19c610ed112c9a30" providerId="LiveId" clId="{61141E02-9499-4BF1-BE96-E95479BCC374}" dt="2024-10-05T18:00:39.280" v="2017" actId="14100"/>
          <ac:picMkLst>
            <pc:docMk/>
            <pc:sldMk cId="3582047055" sldId="362"/>
            <ac:picMk id="8" creationId="{F2C852AD-1F49-A32A-CF33-40F8273ED478}"/>
          </ac:picMkLst>
        </pc:picChg>
      </pc:sldChg>
      <pc:sldChg chg="add del">
        <pc:chgData name="Livia Kelebercova" userId="19c610ed112c9a30" providerId="LiveId" clId="{61141E02-9499-4BF1-BE96-E95479BCC374}" dt="2024-10-05T15:30:38.194" v="58" actId="47"/>
        <pc:sldMkLst>
          <pc:docMk/>
          <pc:sldMk cId="848010294" sldId="363"/>
        </pc:sldMkLst>
      </pc:sldChg>
      <pc:sldChg chg="addSp delSp modSp add del mod">
        <pc:chgData name="Livia Kelebercova" userId="19c610ed112c9a30" providerId="LiveId" clId="{61141E02-9499-4BF1-BE96-E95479BCC374}" dt="2024-10-05T18:15:52.046" v="2161" actId="47"/>
        <pc:sldMkLst>
          <pc:docMk/>
          <pc:sldMk cId="2079590497" sldId="363"/>
        </pc:sldMkLst>
        <pc:spChg chg="mod">
          <ac:chgData name="Livia Kelebercova" userId="19c610ed112c9a30" providerId="LiveId" clId="{61141E02-9499-4BF1-BE96-E95479BCC374}" dt="2024-10-05T18:10:00.075" v="2158" actId="20577"/>
          <ac:spMkLst>
            <pc:docMk/>
            <pc:sldMk cId="2079590497" sldId="363"/>
            <ac:spMk id="3" creationId="{64A3F9D5-7390-F151-BC3E-BB47241A8DA3}"/>
          </ac:spMkLst>
        </pc:spChg>
        <pc:picChg chg="add del mod">
          <ac:chgData name="Livia Kelebercova" userId="19c610ed112c9a30" providerId="LiveId" clId="{61141E02-9499-4BF1-BE96-E95479BCC374}" dt="2024-10-05T18:10:02.344" v="2159" actId="478"/>
          <ac:picMkLst>
            <pc:docMk/>
            <pc:sldMk cId="2079590497" sldId="363"/>
            <ac:picMk id="4" creationId="{AFBFF084-C07F-4B0C-E6A7-41D3982558DF}"/>
          </ac:picMkLst>
        </pc:picChg>
        <pc:picChg chg="del">
          <ac:chgData name="Livia Kelebercova" userId="19c610ed112c9a30" providerId="LiveId" clId="{61141E02-9499-4BF1-BE96-E95479BCC374}" dt="2024-10-05T17:46:46.810" v="1851" actId="478"/>
          <ac:picMkLst>
            <pc:docMk/>
            <pc:sldMk cId="2079590497" sldId="363"/>
            <ac:picMk id="6" creationId="{7228C11E-C52C-0F3C-1F3C-590282EFD496}"/>
          </ac:picMkLst>
        </pc:picChg>
      </pc:sldChg>
      <pc:sldChg chg="addSp delSp modSp add del mod">
        <pc:chgData name="Livia Kelebercova" userId="19c610ed112c9a30" providerId="LiveId" clId="{61141E02-9499-4BF1-BE96-E95479BCC374}" dt="2024-10-05T17:56:06.306" v="1968" actId="1076"/>
        <pc:sldMkLst>
          <pc:docMk/>
          <pc:sldMk cId="555182557" sldId="364"/>
        </pc:sldMkLst>
        <pc:picChg chg="add mod">
          <ac:chgData name="Livia Kelebercova" userId="19c610ed112c9a30" providerId="LiveId" clId="{61141E02-9499-4BF1-BE96-E95479BCC374}" dt="2024-10-05T17:56:06.306" v="1968" actId="1076"/>
          <ac:picMkLst>
            <pc:docMk/>
            <pc:sldMk cId="555182557" sldId="364"/>
            <ac:picMk id="4" creationId="{98AEEE46-F20E-E7C4-BDE6-7F03EFAD465F}"/>
          </ac:picMkLst>
        </pc:picChg>
        <pc:picChg chg="del">
          <ac:chgData name="Livia Kelebercova" userId="19c610ed112c9a30" providerId="LiveId" clId="{61141E02-9499-4BF1-BE96-E95479BCC374}" dt="2024-10-05T17:56:01.783" v="1965" actId="478"/>
          <ac:picMkLst>
            <pc:docMk/>
            <pc:sldMk cId="555182557" sldId="364"/>
            <ac:picMk id="6" creationId="{ABD560EC-36CC-853E-43BF-AEDBA6A24BE9}"/>
          </ac:picMkLst>
        </pc:picChg>
      </pc:sldChg>
      <pc:sldChg chg="add del">
        <pc:chgData name="Livia Kelebercova" userId="19c610ed112c9a30" providerId="LiveId" clId="{61141E02-9499-4BF1-BE96-E95479BCC374}" dt="2024-10-05T15:30:38.194" v="58" actId="47"/>
        <pc:sldMkLst>
          <pc:docMk/>
          <pc:sldMk cId="711330765" sldId="364"/>
        </pc:sldMkLst>
      </pc:sldChg>
      <pc:sldChg chg="add del">
        <pc:chgData name="Livia Kelebercova" userId="19c610ed112c9a30" providerId="LiveId" clId="{61141E02-9499-4BF1-BE96-E95479BCC374}" dt="2024-10-05T15:30:38.194" v="58" actId="47"/>
        <pc:sldMkLst>
          <pc:docMk/>
          <pc:sldMk cId="1871971178" sldId="365"/>
        </pc:sldMkLst>
      </pc:sldChg>
      <pc:sldChg chg="addSp delSp modSp add mod">
        <pc:chgData name="Livia Kelebercova" userId="19c610ed112c9a30" providerId="LiveId" clId="{61141E02-9499-4BF1-BE96-E95479BCC374}" dt="2024-10-05T18:04:02.656" v="2146" actId="1076"/>
        <pc:sldMkLst>
          <pc:docMk/>
          <pc:sldMk cId="3116426695" sldId="365"/>
        </pc:sldMkLst>
        <pc:spChg chg="mod">
          <ac:chgData name="Livia Kelebercova" userId="19c610ed112c9a30" providerId="LiveId" clId="{61141E02-9499-4BF1-BE96-E95479BCC374}" dt="2024-10-05T18:03:44.374" v="2141" actId="14100"/>
          <ac:spMkLst>
            <pc:docMk/>
            <pc:sldMk cId="3116426695" sldId="365"/>
            <ac:spMk id="3" creationId="{64A3F9D5-7390-F151-BC3E-BB47241A8DA3}"/>
          </ac:spMkLst>
        </pc:spChg>
        <pc:picChg chg="add mod">
          <ac:chgData name="Livia Kelebercova" userId="19c610ed112c9a30" providerId="LiveId" clId="{61141E02-9499-4BF1-BE96-E95479BCC374}" dt="2024-10-05T18:03:42.431" v="2140" actId="1076"/>
          <ac:picMkLst>
            <pc:docMk/>
            <pc:sldMk cId="3116426695" sldId="365"/>
            <ac:picMk id="4" creationId="{9AA130E7-6EA4-0BB3-0957-88BCDF1B9A91}"/>
          </ac:picMkLst>
        </pc:picChg>
        <pc:picChg chg="del">
          <ac:chgData name="Livia Kelebercova" userId="19c610ed112c9a30" providerId="LiveId" clId="{61141E02-9499-4BF1-BE96-E95479BCC374}" dt="2024-10-05T18:02:05.825" v="2023" actId="478"/>
          <ac:picMkLst>
            <pc:docMk/>
            <pc:sldMk cId="3116426695" sldId="365"/>
            <ac:picMk id="6" creationId="{7228C11E-C52C-0F3C-1F3C-590282EFD496}"/>
          </ac:picMkLst>
        </pc:picChg>
        <pc:picChg chg="del">
          <ac:chgData name="Livia Kelebercova" userId="19c610ed112c9a30" providerId="LiveId" clId="{61141E02-9499-4BF1-BE96-E95479BCC374}" dt="2024-10-05T18:02:05.825" v="2023" actId="478"/>
          <ac:picMkLst>
            <pc:docMk/>
            <pc:sldMk cId="3116426695" sldId="365"/>
            <ac:picMk id="8" creationId="{F2C852AD-1F49-A32A-CF33-40F8273ED478}"/>
          </ac:picMkLst>
        </pc:picChg>
        <pc:picChg chg="add mod">
          <ac:chgData name="Livia Kelebercova" userId="19c610ed112c9a30" providerId="LiveId" clId="{61141E02-9499-4BF1-BE96-E95479BCC374}" dt="2024-10-05T18:04:02.656" v="2146" actId="1076"/>
          <ac:picMkLst>
            <pc:docMk/>
            <pc:sldMk cId="3116426695" sldId="365"/>
            <ac:picMk id="9" creationId="{F5CC42D3-2121-6D80-9A55-C7A0F77E0D4A}"/>
          </ac:picMkLst>
        </pc:picChg>
      </pc:sldChg>
      <pc:sldChg chg="modSp add mod">
        <pc:chgData name="Livia Kelebercova" userId="19c610ed112c9a30" providerId="LiveId" clId="{61141E02-9499-4BF1-BE96-E95479BCC374}" dt="2024-10-05T18:35:54" v="2558" actId="20577"/>
        <pc:sldMkLst>
          <pc:docMk/>
          <pc:sldMk cId="585025237" sldId="366"/>
        </pc:sldMkLst>
        <pc:spChg chg="mod">
          <ac:chgData name="Livia Kelebercova" userId="19c610ed112c9a30" providerId="LiveId" clId="{61141E02-9499-4BF1-BE96-E95479BCC374}" dt="2024-10-05T18:35:54" v="2558" actId="20577"/>
          <ac:spMkLst>
            <pc:docMk/>
            <pc:sldMk cId="585025237" sldId="366"/>
            <ac:spMk id="3" creationId="{64A3F9D5-7390-F151-BC3E-BB47241A8DA3}"/>
          </ac:spMkLst>
        </pc:spChg>
      </pc:sldChg>
      <pc:sldChg chg="add del">
        <pc:chgData name="Livia Kelebercova" userId="19c610ed112c9a30" providerId="LiveId" clId="{61141E02-9499-4BF1-BE96-E95479BCC374}" dt="2024-10-05T15:30:38.194" v="58" actId="47"/>
        <pc:sldMkLst>
          <pc:docMk/>
          <pc:sldMk cId="3832885712" sldId="366"/>
        </pc:sldMkLst>
      </pc:sldChg>
      <pc:sldChg chg="add del">
        <pc:chgData name="Livia Kelebercova" userId="19c610ed112c9a30" providerId="LiveId" clId="{61141E02-9499-4BF1-BE96-E95479BCC374}" dt="2024-10-05T15:30:38.194" v="58" actId="47"/>
        <pc:sldMkLst>
          <pc:docMk/>
          <pc:sldMk cId="102429643" sldId="367"/>
        </pc:sldMkLst>
      </pc:sldChg>
      <pc:sldChg chg="delSp modSp add mod">
        <pc:chgData name="Livia Kelebercova" userId="19c610ed112c9a30" providerId="LiveId" clId="{61141E02-9499-4BF1-BE96-E95479BCC374}" dt="2024-10-05T18:18:13.695" v="2251" actId="14100"/>
        <pc:sldMkLst>
          <pc:docMk/>
          <pc:sldMk cId="271156660" sldId="367"/>
        </pc:sldMkLst>
        <pc:spChg chg="mod">
          <ac:chgData name="Livia Kelebercova" userId="19c610ed112c9a30" providerId="LiveId" clId="{61141E02-9499-4BF1-BE96-E95479BCC374}" dt="2024-10-05T18:18:13.695" v="2251" actId="14100"/>
          <ac:spMkLst>
            <pc:docMk/>
            <pc:sldMk cId="271156660" sldId="367"/>
            <ac:spMk id="3" creationId="{64A3F9D5-7390-F151-BC3E-BB47241A8DA3}"/>
          </ac:spMkLst>
        </pc:spChg>
        <pc:picChg chg="del">
          <ac:chgData name="Livia Kelebercova" userId="19c610ed112c9a30" providerId="LiveId" clId="{61141E02-9499-4BF1-BE96-E95479BCC374}" dt="2024-10-05T18:17:46.537" v="2172" actId="478"/>
          <ac:picMkLst>
            <pc:docMk/>
            <pc:sldMk cId="271156660" sldId="367"/>
            <ac:picMk id="4" creationId="{9AA130E7-6EA4-0BB3-0957-88BCDF1B9A91}"/>
          </ac:picMkLst>
        </pc:picChg>
        <pc:picChg chg="del">
          <ac:chgData name="Livia Kelebercova" userId="19c610ed112c9a30" providerId="LiveId" clId="{61141E02-9499-4BF1-BE96-E95479BCC374}" dt="2024-10-05T18:17:46.537" v="2172" actId="478"/>
          <ac:picMkLst>
            <pc:docMk/>
            <pc:sldMk cId="271156660" sldId="367"/>
            <ac:picMk id="9" creationId="{F5CC42D3-2121-6D80-9A55-C7A0F77E0D4A}"/>
          </ac:picMkLst>
        </pc:picChg>
      </pc:sldChg>
      <pc:sldChg chg="add del">
        <pc:chgData name="Livia Kelebercova" userId="19c610ed112c9a30" providerId="LiveId" clId="{61141E02-9499-4BF1-BE96-E95479BCC374}" dt="2024-10-05T15:30:38.194" v="58" actId="47"/>
        <pc:sldMkLst>
          <pc:docMk/>
          <pc:sldMk cId="210951551" sldId="368"/>
        </pc:sldMkLst>
      </pc:sldChg>
      <pc:sldChg chg="addSp delSp modSp add mod">
        <pc:chgData name="Livia Kelebercova" userId="19c610ed112c9a30" providerId="LiveId" clId="{61141E02-9499-4BF1-BE96-E95479BCC374}" dt="2024-10-05T18:24:30.089" v="2514" actId="20577"/>
        <pc:sldMkLst>
          <pc:docMk/>
          <pc:sldMk cId="3240246230" sldId="368"/>
        </pc:sldMkLst>
        <pc:spChg chg="mod">
          <ac:chgData name="Livia Kelebercova" userId="19c610ed112c9a30" providerId="LiveId" clId="{61141E02-9499-4BF1-BE96-E95479BCC374}" dt="2024-10-05T18:24:30.089" v="2514" actId="20577"/>
          <ac:spMkLst>
            <pc:docMk/>
            <pc:sldMk cId="3240246230" sldId="368"/>
            <ac:spMk id="3" creationId="{64A3F9D5-7390-F151-BC3E-BB47241A8DA3}"/>
          </ac:spMkLst>
        </pc:spChg>
        <pc:spChg chg="mod">
          <ac:chgData name="Livia Kelebercova" userId="19c610ed112c9a30" providerId="LiveId" clId="{61141E02-9499-4BF1-BE96-E95479BCC374}" dt="2024-10-05T18:20:02.908" v="2260" actId="20577"/>
          <ac:spMkLst>
            <pc:docMk/>
            <pc:sldMk cId="3240246230" sldId="368"/>
            <ac:spMk id="5" creationId="{FD83F038-B7F9-41D5-816E-B7D433B63377}"/>
          </ac:spMkLst>
        </pc:spChg>
        <pc:picChg chg="del">
          <ac:chgData name="Livia Kelebercova" userId="19c610ed112c9a30" providerId="LiveId" clId="{61141E02-9499-4BF1-BE96-E95479BCC374}" dt="2024-10-05T18:20:08.579" v="2261" actId="478"/>
          <ac:picMkLst>
            <pc:docMk/>
            <pc:sldMk cId="3240246230" sldId="368"/>
            <ac:picMk id="4" creationId="{8E2B0714-6A81-55FC-2C09-E3F7428B3B92}"/>
          </ac:picMkLst>
        </pc:picChg>
        <pc:picChg chg="add mod">
          <ac:chgData name="Livia Kelebercova" userId="19c610ed112c9a30" providerId="LiveId" clId="{61141E02-9499-4BF1-BE96-E95479BCC374}" dt="2024-10-05T18:23:29.025" v="2489" actId="1076"/>
          <ac:picMkLst>
            <pc:docMk/>
            <pc:sldMk cId="3240246230" sldId="368"/>
            <ac:picMk id="6" creationId="{BDC53585-1D01-B77E-EC19-C38A945FE6E7}"/>
          </ac:picMkLst>
        </pc:picChg>
        <pc:picChg chg="add mod">
          <ac:chgData name="Livia Kelebercova" userId="19c610ed112c9a30" providerId="LiveId" clId="{61141E02-9499-4BF1-BE96-E95479BCC374}" dt="2024-10-05T18:24:10.846" v="2493" actId="14100"/>
          <ac:picMkLst>
            <pc:docMk/>
            <pc:sldMk cId="3240246230" sldId="368"/>
            <ac:picMk id="8" creationId="{0937FEA5-0737-1FB5-11BA-3F1ED0C9CCB9}"/>
          </ac:picMkLst>
        </pc:picChg>
        <pc:picChg chg="del">
          <ac:chgData name="Livia Kelebercova" userId="19c610ed112c9a30" providerId="LiveId" clId="{61141E02-9499-4BF1-BE96-E95479BCC374}" dt="2024-10-05T18:20:08.579" v="2261" actId="478"/>
          <ac:picMkLst>
            <pc:docMk/>
            <pc:sldMk cId="3240246230" sldId="368"/>
            <ac:picMk id="9" creationId="{805FF48F-22F0-D690-A825-2F0D41D72C46}"/>
          </ac:picMkLst>
        </pc:picChg>
      </pc:sldChg>
      <pc:sldChg chg="add del">
        <pc:chgData name="Livia Kelebercova" userId="19c610ed112c9a30" providerId="LiveId" clId="{61141E02-9499-4BF1-BE96-E95479BCC374}" dt="2024-10-05T15:30:38.194" v="58" actId="47"/>
        <pc:sldMkLst>
          <pc:docMk/>
          <pc:sldMk cId="700882077" sldId="369"/>
        </pc:sldMkLst>
      </pc:sldChg>
      <pc:sldChg chg="add">
        <pc:chgData name="Livia Kelebercova" userId="19c610ed112c9a30" providerId="LiveId" clId="{61141E02-9499-4BF1-BE96-E95479BCC374}" dt="2024-10-05T18:24:43.010" v="2515" actId="2890"/>
        <pc:sldMkLst>
          <pc:docMk/>
          <pc:sldMk cId="726259482" sldId="369"/>
        </pc:sldMkLst>
      </pc:sldChg>
      <pc:sldChg chg="addSp delSp modSp add mod">
        <pc:chgData name="Livia Kelebercova" userId="19c610ed112c9a30" providerId="LiveId" clId="{61141E02-9499-4BF1-BE96-E95479BCC374}" dt="2024-10-05T18:37:09.568" v="2662" actId="1076"/>
        <pc:sldMkLst>
          <pc:docMk/>
          <pc:sldMk cId="649341541" sldId="370"/>
        </pc:sldMkLst>
        <pc:spChg chg="mod">
          <ac:chgData name="Livia Kelebercova" userId="19c610ed112c9a30" providerId="LiveId" clId="{61141E02-9499-4BF1-BE96-E95479BCC374}" dt="2024-10-05T18:36:54.949" v="2657" actId="20577"/>
          <ac:spMkLst>
            <pc:docMk/>
            <pc:sldMk cId="649341541" sldId="370"/>
            <ac:spMk id="3" creationId="{64A3F9D5-7390-F151-BC3E-BB47241A8DA3}"/>
          </ac:spMkLst>
        </pc:spChg>
        <pc:spChg chg="mod">
          <ac:chgData name="Livia Kelebercova" userId="19c610ed112c9a30" providerId="LiveId" clId="{61141E02-9499-4BF1-BE96-E95479BCC374}" dt="2024-10-05T18:36:07.123" v="2573" actId="20577"/>
          <ac:spMkLst>
            <pc:docMk/>
            <pc:sldMk cId="649341541" sldId="370"/>
            <ac:spMk id="5" creationId="{FD83F038-B7F9-41D5-816E-B7D433B63377}"/>
          </ac:spMkLst>
        </pc:spChg>
        <pc:picChg chg="add mod">
          <ac:chgData name="Livia Kelebercova" userId="19c610ed112c9a30" providerId="LiveId" clId="{61141E02-9499-4BF1-BE96-E95479BCC374}" dt="2024-10-05T18:36:46.360" v="2656" actId="1076"/>
          <ac:picMkLst>
            <pc:docMk/>
            <pc:sldMk cId="649341541" sldId="370"/>
            <ac:picMk id="4" creationId="{B8EBD2D5-C342-07F6-3739-039BBD575AE1}"/>
          </ac:picMkLst>
        </pc:picChg>
        <pc:picChg chg="del mod">
          <ac:chgData name="Livia Kelebercova" userId="19c610ed112c9a30" providerId="LiveId" clId="{61141E02-9499-4BF1-BE96-E95479BCC374}" dt="2024-10-05T18:36:09.536" v="2575" actId="478"/>
          <ac:picMkLst>
            <pc:docMk/>
            <pc:sldMk cId="649341541" sldId="370"/>
            <ac:picMk id="6" creationId="{1BAE7815-C916-7B30-2845-F3D549F70FB9}"/>
          </ac:picMkLst>
        </pc:picChg>
        <pc:picChg chg="del mod">
          <ac:chgData name="Livia Kelebercova" userId="19c610ed112c9a30" providerId="LiveId" clId="{61141E02-9499-4BF1-BE96-E95479BCC374}" dt="2024-10-05T18:36:09.536" v="2575" actId="478"/>
          <ac:picMkLst>
            <pc:docMk/>
            <pc:sldMk cId="649341541" sldId="370"/>
            <ac:picMk id="8" creationId="{A445D92C-088D-FEF5-85E1-CB140F1F3E11}"/>
          </ac:picMkLst>
        </pc:picChg>
        <pc:picChg chg="add mod">
          <ac:chgData name="Livia Kelebercova" userId="19c610ed112c9a30" providerId="LiveId" clId="{61141E02-9499-4BF1-BE96-E95479BCC374}" dt="2024-10-05T18:37:09.568" v="2662" actId="1076"/>
          <ac:picMkLst>
            <pc:docMk/>
            <pc:sldMk cId="649341541" sldId="370"/>
            <ac:picMk id="9" creationId="{0C781E4E-606A-1C09-966C-51A80C2E1438}"/>
          </ac:picMkLst>
        </pc:picChg>
      </pc:sldChg>
      <pc:sldChg chg="add del">
        <pc:chgData name="Livia Kelebercova" userId="19c610ed112c9a30" providerId="LiveId" clId="{61141E02-9499-4BF1-BE96-E95479BCC374}" dt="2024-10-05T15:30:38.194" v="58" actId="47"/>
        <pc:sldMkLst>
          <pc:docMk/>
          <pc:sldMk cId="2924790648" sldId="370"/>
        </pc:sldMkLst>
      </pc:sldChg>
      <pc:sldChg chg="addSp delSp modSp add mod">
        <pc:chgData name="Livia Kelebercova" userId="19c610ed112c9a30" providerId="LiveId" clId="{61141E02-9499-4BF1-BE96-E95479BCC374}" dt="2024-10-05T19:43:43.610" v="2715" actId="1076"/>
        <pc:sldMkLst>
          <pc:docMk/>
          <pc:sldMk cId="2891317946" sldId="371"/>
        </pc:sldMkLst>
        <pc:spChg chg="mod">
          <ac:chgData name="Livia Kelebercova" userId="19c610ed112c9a30" providerId="LiveId" clId="{61141E02-9499-4BF1-BE96-E95479BCC374}" dt="2024-10-05T19:43:34.043" v="2711" actId="20577"/>
          <ac:spMkLst>
            <pc:docMk/>
            <pc:sldMk cId="2891317946" sldId="371"/>
            <ac:spMk id="3" creationId="{64A3F9D5-7390-F151-BC3E-BB47241A8DA3}"/>
          </ac:spMkLst>
        </pc:spChg>
        <pc:spChg chg="mod">
          <ac:chgData name="Livia Kelebercova" userId="19c610ed112c9a30" providerId="LiveId" clId="{61141E02-9499-4BF1-BE96-E95479BCC374}" dt="2024-10-05T19:41:53.579" v="2672" actId="20577"/>
          <ac:spMkLst>
            <pc:docMk/>
            <pc:sldMk cId="2891317946" sldId="371"/>
            <ac:spMk id="5" creationId="{FD83F038-B7F9-41D5-816E-B7D433B63377}"/>
          </ac:spMkLst>
        </pc:spChg>
        <pc:picChg chg="add mod">
          <ac:chgData name="Livia Kelebercova" userId="19c610ed112c9a30" providerId="LiveId" clId="{61141E02-9499-4BF1-BE96-E95479BCC374}" dt="2024-10-05T19:43:43.610" v="2715" actId="1076"/>
          <ac:picMkLst>
            <pc:docMk/>
            <pc:sldMk cId="2891317946" sldId="371"/>
            <ac:picMk id="4" creationId="{13CA27F4-4F3D-9FCB-A4A8-9DDA3717B500}"/>
          </ac:picMkLst>
        </pc:picChg>
        <pc:picChg chg="del mod">
          <ac:chgData name="Livia Kelebercova" userId="19c610ed112c9a30" providerId="LiveId" clId="{61141E02-9499-4BF1-BE96-E95479BCC374}" dt="2024-10-05T19:41:56.647" v="2674" actId="478"/>
          <ac:picMkLst>
            <pc:docMk/>
            <pc:sldMk cId="2891317946" sldId="371"/>
            <ac:picMk id="6" creationId="{BDC53585-1D01-B77E-EC19-C38A945FE6E7}"/>
          </ac:picMkLst>
        </pc:picChg>
        <pc:picChg chg="del mod">
          <ac:chgData name="Livia Kelebercova" userId="19c610ed112c9a30" providerId="LiveId" clId="{61141E02-9499-4BF1-BE96-E95479BCC374}" dt="2024-10-05T19:41:56.647" v="2674" actId="478"/>
          <ac:picMkLst>
            <pc:docMk/>
            <pc:sldMk cId="2891317946" sldId="371"/>
            <ac:picMk id="8" creationId="{0937FEA5-0737-1FB5-11BA-3F1ED0C9CCB9}"/>
          </ac:picMkLst>
        </pc:picChg>
      </pc:sldChg>
      <pc:sldChg chg="add del">
        <pc:chgData name="Livia Kelebercova" userId="19c610ed112c9a30" providerId="LiveId" clId="{61141E02-9499-4BF1-BE96-E95479BCC374}" dt="2024-10-05T15:30:38.194" v="58" actId="47"/>
        <pc:sldMkLst>
          <pc:docMk/>
          <pc:sldMk cId="3607122527" sldId="371"/>
        </pc:sldMkLst>
      </pc:sldChg>
      <pc:sldChg chg="add del">
        <pc:chgData name="Livia Kelebercova" userId="19c610ed112c9a30" providerId="LiveId" clId="{61141E02-9499-4BF1-BE96-E95479BCC374}" dt="2024-10-05T15:30:38.194" v="58" actId="47"/>
        <pc:sldMkLst>
          <pc:docMk/>
          <pc:sldMk cId="734802575" sldId="372"/>
        </pc:sldMkLst>
      </pc:sldChg>
      <pc:sldChg chg="addSp delSp modSp add mod">
        <pc:chgData name="Livia Kelebercova" userId="19c610ed112c9a30" providerId="LiveId" clId="{61141E02-9499-4BF1-BE96-E95479BCC374}" dt="2024-10-05T19:47:14.084" v="2812" actId="1076"/>
        <pc:sldMkLst>
          <pc:docMk/>
          <pc:sldMk cId="1246583522" sldId="372"/>
        </pc:sldMkLst>
        <pc:spChg chg="mod">
          <ac:chgData name="Livia Kelebercova" userId="19c610ed112c9a30" providerId="LiveId" clId="{61141E02-9499-4BF1-BE96-E95479BCC374}" dt="2024-10-05T19:47:08.282" v="2810" actId="20577"/>
          <ac:spMkLst>
            <pc:docMk/>
            <pc:sldMk cId="1246583522" sldId="372"/>
            <ac:spMk id="3" creationId="{64A3F9D5-7390-F151-BC3E-BB47241A8DA3}"/>
          </ac:spMkLst>
        </pc:spChg>
        <pc:spChg chg="mod">
          <ac:chgData name="Livia Kelebercova" userId="19c610ed112c9a30" providerId="LiveId" clId="{61141E02-9499-4BF1-BE96-E95479BCC374}" dt="2024-10-05T19:44:09.969" v="2726" actId="20577"/>
          <ac:spMkLst>
            <pc:docMk/>
            <pc:sldMk cId="1246583522" sldId="372"/>
            <ac:spMk id="5" creationId="{FD83F038-B7F9-41D5-816E-B7D433B63377}"/>
          </ac:spMkLst>
        </pc:spChg>
        <pc:picChg chg="del">
          <ac:chgData name="Livia Kelebercova" userId="19c610ed112c9a30" providerId="LiveId" clId="{61141E02-9499-4BF1-BE96-E95479BCC374}" dt="2024-10-05T19:44:49.376" v="2727" actId="478"/>
          <ac:picMkLst>
            <pc:docMk/>
            <pc:sldMk cId="1246583522" sldId="372"/>
            <ac:picMk id="4" creationId="{13CA27F4-4F3D-9FCB-A4A8-9DDA3717B500}"/>
          </ac:picMkLst>
        </pc:picChg>
        <pc:picChg chg="add mod">
          <ac:chgData name="Livia Kelebercova" userId="19c610ed112c9a30" providerId="LiveId" clId="{61141E02-9499-4BF1-BE96-E95479BCC374}" dt="2024-10-05T19:47:14.084" v="2812" actId="1076"/>
          <ac:picMkLst>
            <pc:docMk/>
            <pc:sldMk cId="1246583522" sldId="372"/>
            <ac:picMk id="6" creationId="{0571F271-BF81-7725-215E-F67C8DC20F02}"/>
          </ac:picMkLst>
        </pc:picChg>
      </pc:sldChg>
      <pc:sldChg chg="addSp delSp modSp add mod ord">
        <pc:chgData name="Livia Kelebercova" userId="19c610ed112c9a30" providerId="LiveId" clId="{61141E02-9499-4BF1-BE96-E95479BCC374}" dt="2024-10-05T21:20:58.990" v="3825"/>
        <pc:sldMkLst>
          <pc:docMk/>
          <pc:sldMk cId="3609223114" sldId="373"/>
        </pc:sldMkLst>
        <pc:spChg chg="mod">
          <ac:chgData name="Livia Kelebercova" userId="19c610ed112c9a30" providerId="LiveId" clId="{61141E02-9499-4BF1-BE96-E95479BCC374}" dt="2024-10-05T20:01:59.002" v="3175" actId="1076"/>
          <ac:spMkLst>
            <pc:docMk/>
            <pc:sldMk cId="3609223114" sldId="373"/>
            <ac:spMk id="3" creationId="{64A3F9D5-7390-F151-BC3E-BB47241A8DA3}"/>
          </ac:spMkLst>
        </pc:spChg>
        <pc:spChg chg="mod">
          <ac:chgData name="Livia Kelebercova" userId="19c610ed112c9a30" providerId="LiveId" clId="{61141E02-9499-4BF1-BE96-E95479BCC374}" dt="2024-10-05T19:49:46.811" v="2834" actId="20577"/>
          <ac:spMkLst>
            <pc:docMk/>
            <pc:sldMk cId="3609223114" sldId="373"/>
            <ac:spMk id="5" creationId="{FD83F038-B7F9-41D5-816E-B7D433B63377}"/>
          </ac:spMkLst>
        </pc:spChg>
        <pc:picChg chg="add del mod">
          <ac:chgData name="Livia Kelebercova" userId="19c610ed112c9a30" providerId="LiveId" clId="{61141E02-9499-4BF1-BE96-E95479BCC374}" dt="2024-10-05T19:58:16.126" v="3169" actId="478"/>
          <ac:picMkLst>
            <pc:docMk/>
            <pc:sldMk cId="3609223114" sldId="373"/>
            <ac:picMk id="4" creationId="{FE5C4C35-966F-4041-2FDE-40DC92980D87}"/>
          </ac:picMkLst>
        </pc:picChg>
        <pc:picChg chg="del">
          <ac:chgData name="Livia Kelebercova" userId="19c610ed112c9a30" providerId="LiveId" clId="{61141E02-9499-4BF1-BE96-E95479BCC374}" dt="2024-10-05T19:50:29.045" v="2940" actId="478"/>
          <ac:picMkLst>
            <pc:docMk/>
            <pc:sldMk cId="3609223114" sldId="373"/>
            <ac:picMk id="6" creationId="{0571F271-BF81-7725-215E-F67C8DC20F02}"/>
          </ac:picMkLst>
        </pc:picChg>
        <pc:picChg chg="add mod">
          <ac:chgData name="Livia Kelebercova" userId="19c610ed112c9a30" providerId="LiveId" clId="{61141E02-9499-4BF1-BE96-E95479BCC374}" dt="2024-10-05T20:01:51.646" v="3174" actId="1076"/>
          <ac:picMkLst>
            <pc:docMk/>
            <pc:sldMk cId="3609223114" sldId="373"/>
            <ac:picMk id="8" creationId="{6A8C804E-9F64-1570-A970-72901A03BF96}"/>
          </ac:picMkLst>
        </pc:picChg>
      </pc:sldChg>
      <pc:sldChg chg="add del">
        <pc:chgData name="Livia Kelebercova" userId="19c610ed112c9a30" providerId="LiveId" clId="{61141E02-9499-4BF1-BE96-E95479BCC374}" dt="2024-10-05T15:30:38.194" v="58" actId="47"/>
        <pc:sldMkLst>
          <pc:docMk/>
          <pc:sldMk cId="4228829307" sldId="373"/>
        </pc:sldMkLst>
      </pc:sldChg>
      <pc:sldChg chg="add del">
        <pc:chgData name="Livia Kelebercova" userId="19c610ed112c9a30" providerId="LiveId" clId="{61141E02-9499-4BF1-BE96-E95479BCC374}" dt="2024-10-05T20:56:09.020" v="3269" actId="2696"/>
        <pc:sldMkLst>
          <pc:docMk/>
          <pc:sldMk cId="1504857657" sldId="374"/>
        </pc:sldMkLst>
      </pc:sldChg>
      <pc:sldChg chg="add del">
        <pc:chgData name="Livia Kelebercova" userId="19c610ed112c9a30" providerId="LiveId" clId="{61141E02-9499-4BF1-BE96-E95479BCC374}" dt="2024-10-05T15:30:38.194" v="58" actId="47"/>
        <pc:sldMkLst>
          <pc:docMk/>
          <pc:sldMk cId="1877285596" sldId="374"/>
        </pc:sldMkLst>
      </pc:sldChg>
      <pc:sldChg chg="modSp add mod">
        <pc:chgData name="Livia Kelebercova" userId="19c610ed112c9a30" providerId="LiveId" clId="{61141E02-9499-4BF1-BE96-E95479BCC374}" dt="2024-10-05T20:56:18.048" v="3284" actId="20577"/>
        <pc:sldMkLst>
          <pc:docMk/>
          <pc:sldMk cId="3530464948" sldId="374"/>
        </pc:sldMkLst>
        <pc:spChg chg="mod">
          <ac:chgData name="Livia Kelebercova" userId="19c610ed112c9a30" providerId="LiveId" clId="{61141E02-9499-4BF1-BE96-E95479BCC374}" dt="2024-10-05T20:56:18.048" v="3284" actId="20577"/>
          <ac:spMkLst>
            <pc:docMk/>
            <pc:sldMk cId="3530464948" sldId="374"/>
            <ac:spMk id="6" creationId="{219526B4-0363-4BAB-BC46-80456D5E41E0}"/>
          </ac:spMkLst>
        </pc:spChg>
      </pc:sldChg>
      <pc:sldChg chg="add del">
        <pc:chgData name="Livia Kelebercova" userId="19c610ed112c9a30" providerId="LiveId" clId="{61141E02-9499-4BF1-BE96-E95479BCC374}" dt="2024-10-05T15:30:38.194" v="58" actId="47"/>
        <pc:sldMkLst>
          <pc:docMk/>
          <pc:sldMk cId="1259439852" sldId="375"/>
        </pc:sldMkLst>
      </pc:sldChg>
      <pc:sldChg chg="modSp add mod">
        <pc:chgData name="Livia Kelebercova" userId="19c610ed112c9a30" providerId="LiveId" clId="{61141E02-9499-4BF1-BE96-E95479BCC374}" dt="2024-10-05T20:56:33.853" v="3314" actId="20577"/>
        <pc:sldMkLst>
          <pc:docMk/>
          <pc:sldMk cId="3368408719" sldId="375"/>
        </pc:sldMkLst>
        <pc:spChg chg="mod">
          <ac:chgData name="Livia Kelebercova" userId="19c610ed112c9a30" providerId="LiveId" clId="{61141E02-9499-4BF1-BE96-E95479BCC374}" dt="2024-10-05T20:56:33.853" v="3314" actId="20577"/>
          <ac:spMkLst>
            <pc:docMk/>
            <pc:sldMk cId="3368408719" sldId="375"/>
            <ac:spMk id="6" creationId="{219526B4-0363-4BAB-BC46-80456D5E41E0}"/>
          </ac:spMkLst>
        </pc:spChg>
      </pc:sldChg>
      <pc:sldChg chg="modSp add del mod">
        <pc:chgData name="Livia Kelebercova" userId="19c610ed112c9a30" providerId="LiveId" clId="{61141E02-9499-4BF1-BE96-E95479BCC374}" dt="2024-10-05T20:56:46.435" v="3320" actId="47"/>
        <pc:sldMkLst>
          <pc:docMk/>
          <pc:sldMk cId="323037902" sldId="376"/>
        </pc:sldMkLst>
        <pc:spChg chg="mod">
          <ac:chgData name="Livia Kelebercova" userId="19c610ed112c9a30" providerId="LiveId" clId="{61141E02-9499-4BF1-BE96-E95479BCC374}" dt="2024-10-05T20:56:43.411" v="3319" actId="20577"/>
          <ac:spMkLst>
            <pc:docMk/>
            <pc:sldMk cId="323037902" sldId="376"/>
            <ac:spMk id="6" creationId="{219526B4-0363-4BAB-BC46-80456D5E41E0}"/>
          </ac:spMkLst>
        </pc:spChg>
      </pc:sldChg>
      <pc:sldChg chg="modSp add mod">
        <pc:chgData name="Livia Kelebercova" userId="19c610ed112c9a30" providerId="LiveId" clId="{61141E02-9499-4BF1-BE96-E95479BCC374}" dt="2024-10-05T20:56:55.081" v="3329" actId="20577"/>
        <pc:sldMkLst>
          <pc:docMk/>
          <pc:sldMk cId="1092271117" sldId="376"/>
        </pc:sldMkLst>
        <pc:spChg chg="mod">
          <ac:chgData name="Livia Kelebercova" userId="19c610ed112c9a30" providerId="LiveId" clId="{61141E02-9499-4BF1-BE96-E95479BCC374}" dt="2024-10-05T20:56:55.081" v="3329" actId="20577"/>
          <ac:spMkLst>
            <pc:docMk/>
            <pc:sldMk cId="1092271117" sldId="376"/>
            <ac:spMk id="6" creationId="{219526B4-0363-4BAB-BC46-80456D5E41E0}"/>
          </ac:spMkLst>
        </pc:spChg>
      </pc:sldChg>
      <pc:sldChg chg="add del">
        <pc:chgData name="Livia Kelebercova" userId="19c610ed112c9a30" providerId="LiveId" clId="{61141E02-9499-4BF1-BE96-E95479BCC374}" dt="2024-10-05T15:30:38.194" v="58" actId="47"/>
        <pc:sldMkLst>
          <pc:docMk/>
          <pc:sldMk cId="3193434885" sldId="376"/>
        </pc:sldMkLst>
      </pc:sldChg>
      <pc:sldChg chg="add del">
        <pc:chgData name="Livia Kelebercova" userId="19c610ed112c9a30" providerId="LiveId" clId="{61141E02-9499-4BF1-BE96-E95479BCC374}" dt="2024-10-05T15:30:38.194" v="58" actId="47"/>
        <pc:sldMkLst>
          <pc:docMk/>
          <pc:sldMk cId="1569919701" sldId="377"/>
        </pc:sldMkLst>
      </pc:sldChg>
      <pc:sldChg chg="modSp add mod">
        <pc:chgData name="Livia Kelebercova" userId="19c610ed112c9a30" providerId="LiveId" clId="{61141E02-9499-4BF1-BE96-E95479BCC374}" dt="2024-10-05T20:57:03.564" v="3335" actId="20577"/>
        <pc:sldMkLst>
          <pc:docMk/>
          <pc:sldMk cId="3215739763" sldId="377"/>
        </pc:sldMkLst>
        <pc:spChg chg="mod">
          <ac:chgData name="Livia Kelebercova" userId="19c610ed112c9a30" providerId="LiveId" clId="{61141E02-9499-4BF1-BE96-E95479BCC374}" dt="2024-10-05T20:57:03.564" v="3335" actId="20577"/>
          <ac:spMkLst>
            <pc:docMk/>
            <pc:sldMk cId="3215739763" sldId="377"/>
            <ac:spMk id="6" creationId="{219526B4-0363-4BAB-BC46-80456D5E41E0}"/>
          </ac:spMkLst>
        </pc:spChg>
      </pc:sldChg>
      <pc:sldChg chg="modSp add mod">
        <pc:chgData name="Livia Kelebercova" userId="19c610ed112c9a30" providerId="LiveId" clId="{61141E02-9499-4BF1-BE96-E95479BCC374}" dt="2024-10-05T20:57:10.468" v="3346" actId="20577"/>
        <pc:sldMkLst>
          <pc:docMk/>
          <pc:sldMk cId="2516329912" sldId="378"/>
        </pc:sldMkLst>
        <pc:spChg chg="mod">
          <ac:chgData name="Livia Kelebercova" userId="19c610ed112c9a30" providerId="LiveId" clId="{61141E02-9499-4BF1-BE96-E95479BCC374}" dt="2024-10-05T20:57:10.468" v="3346" actId="20577"/>
          <ac:spMkLst>
            <pc:docMk/>
            <pc:sldMk cId="2516329912" sldId="378"/>
            <ac:spMk id="6" creationId="{219526B4-0363-4BAB-BC46-80456D5E41E0}"/>
          </ac:spMkLst>
        </pc:spChg>
      </pc:sldChg>
      <pc:sldChg chg="add del">
        <pc:chgData name="Livia Kelebercova" userId="19c610ed112c9a30" providerId="LiveId" clId="{61141E02-9499-4BF1-BE96-E95479BCC374}" dt="2024-10-05T15:30:38.194" v="58" actId="47"/>
        <pc:sldMkLst>
          <pc:docMk/>
          <pc:sldMk cId="3332962121" sldId="378"/>
        </pc:sldMkLst>
      </pc:sldChg>
      <pc:sldChg chg="add del">
        <pc:chgData name="Livia Kelebercova" userId="19c610ed112c9a30" providerId="LiveId" clId="{61141E02-9499-4BF1-BE96-E95479BCC374}" dt="2024-10-05T15:30:38.194" v="58" actId="47"/>
        <pc:sldMkLst>
          <pc:docMk/>
          <pc:sldMk cId="24647205" sldId="379"/>
        </pc:sldMkLst>
      </pc:sldChg>
      <pc:sldChg chg="add">
        <pc:chgData name="Livia Kelebercova" userId="19c610ed112c9a30" providerId="LiveId" clId="{61141E02-9499-4BF1-BE96-E95479BCC374}" dt="2024-10-05T20:57:59.328" v="3418" actId="2890"/>
        <pc:sldMkLst>
          <pc:docMk/>
          <pc:sldMk cId="1210922110" sldId="379"/>
        </pc:sldMkLst>
      </pc:sldChg>
      <pc:sldChg chg="add del">
        <pc:chgData name="Livia Kelebercova" userId="19c610ed112c9a30" providerId="LiveId" clId="{61141E02-9499-4BF1-BE96-E95479BCC374}" dt="2024-10-05T15:30:38.194" v="58" actId="47"/>
        <pc:sldMkLst>
          <pc:docMk/>
          <pc:sldMk cId="1350269221" sldId="380"/>
        </pc:sldMkLst>
      </pc:sldChg>
      <pc:sldChg chg="add">
        <pc:chgData name="Livia Kelebercova" userId="19c610ed112c9a30" providerId="LiveId" clId="{61141E02-9499-4BF1-BE96-E95479BCC374}" dt="2024-10-05T20:58:11.667" v="3439" actId="2890"/>
        <pc:sldMkLst>
          <pc:docMk/>
          <pc:sldMk cId="3245621042" sldId="380"/>
        </pc:sldMkLst>
      </pc:sldChg>
      <pc:sldChg chg="add del">
        <pc:chgData name="Livia Kelebercova" userId="19c610ed112c9a30" providerId="LiveId" clId="{61141E02-9499-4BF1-BE96-E95479BCC374}" dt="2024-10-05T15:30:38.194" v="58" actId="47"/>
        <pc:sldMkLst>
          <pc:docMk/>
          <pc:sldMk cId="574407754" sldId="381"/>
        </pc:sldMkLst>
      </pc:sldChg>
      <pc:sldChg chg="delSp modSp add mod">
        <pc:chgData name="Livia Kelebercova" userId="19c610ed112c9a30" providerId="LiveId" clId="{61141E02-9499-4BF1-BE96-E95479BCC374}" dt="2024-10-05T21:01:40.695" v="3538" actId="207"/>
        <pc:sldMkLst>
          <pc:docMk/>
          <pc:sldMk cId="1046186129" sldId="381"/>
        </pc:sldMkLst>
        <pc:spChg chg="mod">
          <ac:chgData name="Livia Kelebercova" userId="19c610ed112c9a30" providerId="LiveId" clId="{61141E02-9499-4BF1-BE96-E95479BCC374}" dt="2024-10-05T21:01:40.695" v="3538" actId="207"/>
          <ac:spMkLst>
            <pc:docMk/>
            <pc:sldMk cId="1046186129" sldId="381"/>
            <ac:spMk id="3" creationId="{64A3F9D5-7390-F151-BC3E-BB47241A8DA3}"/>
          </ac:spMkLst>
        </pc:spChg>
        <pc:spChg chg="mod">
          <ac:chgData name="Livia Kelebercova" userId="19c610ed112c9a30" providerId="LiveId" clId="{61141E02-9499-4BF1-BE96-E95479BCC374}" dt="2024-10-05T21:00:34.421" v="3527" actId="20577"/>
          <ac:spMkLst>
            <pc:docMk/>
            <pc:sldMk cId="1046186129" sldId="381"/>
            <ac:spMk id="5" creationId="{FD83F038-B7F9-41D5-816E-B7D433B63377}"/>
          </ac:spMkLst>
        </pc:spChg>
        <pc:picChg chg="del">
          <ac:chgData name="Livia Kelebercova" userId="19c610ed112c9a30" providerId="LiveId" clId="{61141E02-9499-4BF1-BE96-E95479BCC374}" dt="2024-10-05T21:00:20.537" v="3492" actId="478"/>
          <ac:picMkLst>
            <pc:docMk/>
            <pc:sldMk cId="1046186129" sldId="381"/>
            <ac:picMk id="1026" creationId="{325CD7D9-A35C-C58B-D05A-A6742C9AD90C}"/>
          </ac:picMkLst>
        </pc:picChg>
      </pc:sldChg>
      <pc:sldChg chg="add del">
        <pc:chgData name="Livia Kelebercova" userId="19c610ed112c9a30" providerId="LiveId" clId="{61141E02-9499-4BF1-BE96-E95479BCC374}" dt="2024-10-05T20:59:01.967" v="3475"/>
        <pc:sldMkLst>
          <pc:docMk/>
          <pc:sldMk cId="2249394266" sldId="381"/>
        </pc:sldMkLst>
      </pc:sldChg>
      <pc:sldChg chg="add del">
        <pc:chgData name="Livia Kelebercova" userId="19c610ed112c9a30" providerId="LiveId" clId="{61141E02-9499-4BF1-BE96-E95479BCC374}" dt="2024-10-05T20:59:05.745" v="3477"/>
        <pc:sldMkLst>
          <pc:docMk/>
          <pc:sldMk cId="4216474793" sldId="381"/>
        </pc:sldMkLst>
      </pc:sldChg>
      <pc:sldChg chg="modSp add mod">
        <pc:chgData name="Livia Kelebercova" userId="19c610ed112c9a30" providerId="LiveId" clId="{61141E02-9499-4BF1-BE96-E95479BCC374}" dt="2024-10-05T21:01:56.347" v="3541" actId="207"/>
        <pc:sldMkLst>
          <pc:docMk/>
          <pc:sldMk cId="718490147" sldId="382"/>
        </pc:sldMkLst>
        <pc:spChg chg="mod">
          <ac:chgData name="Livia Kelebercova" userId="19c610ed112c9a30" providerId="LiveId" clId="{61141E02-9499-4BF1-BE96-E95479BCC374}" dt="2024-10-05T21:01:56.347" v="3541" actId="207"/>
          <ac:spMkLst>
            <pc:docMk/>
            <pc:sldMk cId="718490147" sldId="382"/>
            <ac:spMk id="3" creationId="{64A3F9D5-7390-F151-BC3E-BB47241A8DA3}"/>
          </ac:spMkLst>
        </pc:spChg>
      </pc:sldChg>
      <pc:sldChg chg="add del">
        <pc:chgData name="Livia Kelebercova" userId="19c610ed112c9a30" providerId="LiveId" clId="{61141E02-9499-4BF1-BE96-E95479BCC374}" dt="2024-10-05T15:30:38.194" v="58" actId="47"/>
        <pc:sldMkLst>
          <pc:docMk/>
          <pc:sldMk cId="2346110296" sldId="382"/>
        </pc:sldMkLst>
      </pc:sldChg>
      <pc:sldChg chg="add del">
        <pc:chgData name="Livia Kelebercova" userId="19c610ed112c9a30" providerId="LiveId" clId="{61141E02-9499-4BF1-BE96-E95479BCC374}" dt="2024-10-05T15:30:38.194" v="58" actId="47"/>
        <pc:sldMkLst>
          <pc:docMk/>
          <pc:sldMk cId="2631629589" sldId="383"/>
        </pc:sldMkLst>
      </pc:sldChg>
      <pc:sldChg chg="modSp add mod">
        <pc:chgData name="Livia Kelebercova" userId="19c610ed112c9a30" providerId="LiveId" clId="{61141E02-9499-4BF1-BE96-E95479BCC374}" dt="2024-10-05T21:08:00.856" v="3657" actId="20577"/>
        <pc:sldMkLst>
          <pc:docMk/>
          <pc:sldMk cId="4264243201" sldId="383"/>
        </pc:sldMkLst>
        <pc:spChg chg="mod">
          <ac:chgData name="Livia Kelebercova" userId="19c610ed112c9a30" providerId="LiveId" clId="{61141E02-9499-4BF1-BE96-E95479BCC374}" dt="2024-10-05T21:08:00.856" v="3657" actId="20577"/>
          <ac:spMkLst>
            <pc:docMk/>
            <pc:sldMk cId="4264243201" sldId="383"/>
            <ac:spMk id="3" creationId="{64A3F9D5-7390-F151-BC3E-BB47241A8DA3}"/>
          </ac:spMkLst>
        </pc:spChg>
        <pc:spChg chg="mod">
          <ac:chgData name="Livia Kelebercova" userId="19c610ed112c9a30" providerId="LiveId" clId="{61141E02-9499-4BF1-BE96-E95479BCC374}" dt="2024-10-05T21:02:20.862" v="3570" actId="20577"/>
          <ac:spMkLst>
            <pc:docMk/>
            <pc:sldMk cId="4264243201" sldId="383"/>
            <ac:spMk id="5" creationId="{FD83F038-B7F9-41D5-816E-B7D433B63377}"/>
          </ac:spMkLst>
        </pc:spChg>
      </pc:sldChg>
      <pc:sldChg chg="addSp modSp add mod">
        <pc:chgData name="Livia Kelebercova" userId="19c610ed112c9a30" providerId="LiveId" clId="{61141E02-9499-4BF1-BE96-E95479BCC374}" dt="2024-10-05T21:06:33.928" v="3637" actId="5793"/>
        <pc:sldMkLst>
          <pc:docMk/>
          <pc:sldMk cId="1576533558" sldId="384"/>
        </pc:sldMkLst>
        <pc:spChg chg="mod">
          <ac:chgData name="Livia Kelebercova" userId="19c610ed112c9a30" providerId="LiveId" clId="{61141E02-9499-4BF1-BE96-E95479BCC374}" dt="2024-10-05T21:06:33.928" v="3637" actId="5793"/>
          <ac:spMkLst>
            <pc:docMk/>
            <pc:sldMk cId="1576533558" sldId="384"/>
            <ac:spMk id="3" creationId="{64A3F9D5-7390-F151-BC3E-BB47241A8DA3}"/>
          </ac:spMkLst>
        </pc:spChg>
        <pc:picChg chg="add mod">
          <ac:chgData name="Livia Kelebercova" userId="19c610ed112c9a30" providerId="LiveId" clId="{61141E02-9499-4BF1-BE96-E95479BCC374}" dt="2024-10-05T21:05:28.672" v="3593" actId="1076"/>
          <ac:picMkLst>
            <pc:docMk/>
            <pc:sldMk cId="1576533558" sldId="384"/>
            <ac:picMk id="2050" creationId="{666D9144-2FD5-23C0-ACBB-B9345A8294CE}"/>
          </ac:picMkLst>
        </pc:picChg>
      </pc:sldChg>
      <pc:sldChg chg="add del">
        <pc:chgData name="Livia Kelebercova" userId="19c610ed112c9a30" providerId="LiveId" clId="{61141E02-9499-4BF1-BE96-E95479BCC374}" dt="2024-10-05T15:30:38.194" v="58" actId="47"/>
        <pc:sldMkLst>
          <pc:docMk/>
          <pc:sldMk cId="3612654000" sldId="384"/>
        </pc:sldMkLst>
      </pc:sldChg>
      <pc:sldChg chg="addSp delSp modSp add mod">
        <pc:chgData name="Livia Kelebercova" userId="19c610ed112c9a30" providerId="LiveId" clId="{61141E02-9499-4BF1-BE96-E95479BCC374}" dt="2024-10-05T21:07:37.594" v="3645" actId="14100"/>
        <pc:sldMkLst>
          <pc:docMk/>
          <pc:sldMk cId="578941121" sldId="385"/>
        </pc:sldMkLst>
        <pc:spChg chg="mod">
          <ac:chgData name="Livia Kelebercova" userId="19c610ed112c9a30" providerId="LiveId" clId="{61141E02-9499-4BF1-BE96-E95479BCC374}" dt="2024-10-05T21:06:51.610" v="3641" actId="207"/>
          <ac:spMkLst>
            <pc:docMk/>
            <pc:sldMk cId="578941121" sldId="385"/>
            <ac:spMk id="3" creationId="{64A3F9D5-7390-F151-BC3E-BB47241A8DA3}"/>
          </ac:spMkLst>
        </pc:spChg>
        <pc:picChg chg="add mod">
          <ac:chgData name="Livia Kelebercova" userId="19c610ed112c9a30" providerId="LiveId" clId="{61141E02-9499-4BF1-BE96-E95479BCC374}" dt="2024-10-05T21:07:37.594" v="3645" actId="14100"/>
          <ac:picMkLst>
            <pc:docMk/>
            <pc:sldMk cId="578941121" sldId="385"/>
            <ac:picMk id="4" creationId="{16EF2A98-EDF0-0089-D755-48F667460E88}"/>
          </ac:picMkLst>
        </pc:picChg>
        <pc:picChg chg="del">
          <ac:chgData name="Livia Kelebercova" userId="19c610ed112c9a30" providerId="LiveId" clId="{61141E02-9499-4BF1-BE96-E95479BCC374}" dt="2024-10-05T21:07:24.929" v="3642" actId="478"/>
          <ac:picMkLst>
            <pc:docMk/>
            <pc:sldMk cId="578941121" sldId="385"/>
            <ac:picMk id="2050" creationId="{666D9144-2FD5-23C0-ACBB-B9345A8294CE}"/>
          </ac:picMkLst>
        </pc:picChg>
      </pc:sldChg>
      <pc:sldChg chg="add del">
        <pc:chgData name="Livia Kelebercova" userId="19c610ed112c9a30" providerId="LiveId" clId="{61141E02-9499-4BF1-BE96-E95479BCC374}" dt="2024-10-05T15:30:38.194" v="58" actId="47"/>
        <pc:sldMkLst>
          <pc:docMk/>
          <pc:sldMk cId="1170344135" sldId="385"/>
        </pc:sldMkLst>
      </pc:sldChg>
      <pc:sldChg chg="add del">
        <pc:chgData name="Livia Kelebercova" userId="19c610ed112c9a30" providerId="LiveId" clId="{61141E02-9499-4BF1-BE96-E95479BCC374}" dt="2024-10-05T15:30:38.194" v="58" actId="47"/>
        <pc:sldMkLst>
          <pc:docMk/>
          <pc:sldMk cId="1868738937" sldId="386"/>
        </pc:sldMkLst>
      </pc:sldChg>
      <pc:sldChg chg="addSp delSp modSp add mod">
        <pc:chgData name="Livia Kelebercova" userId="19c610ed112c9a30" providerId="LiveId" clId="{61141E02-9499-4BF1-BE96-E95479BCC374}" dt="2024-10-05T21:09:56.929" v="3683" actId="1076"/>
        <pc:sldMkLst>
          <pc:docMk/>
          <pc:sldMk cId="3401368648" sldId="386"/>
        </pc:sldMkLst>
        <pc:spChg chg="add">
          <ac:chgData name="Livia Kelebercova" userId="19c610ed112c9a30" providerId="LiveId" clId="{61141E02-9499-4BF1-BE96-E95479BCC374}" dt="2024-10-05T21:08:11.915" v="3658"/>
          <ac:spMkLst>
            <pc:docMk/>
            <pc:sldMk cId="3401368648" sldId="386"/>
            <ac:spMk id="2" creationId="{246D6666-BC8F-4CBA-945B-B671DB937B23}"/>
          </ac:spMkLst>
        </pc:spChg>
        <pc:spChg chg="mod">
          <ac:chgData name="Livia Kelebercova" userId="19c610ed112c9a30" providerId="LiveId" clId="{61141E02-9499-4BF1-BE96-E95479BCC374}" dt="2024-10-05T21:09:08.216" v="3677" actId="207"/>
          <ac:spMkLst>
            <pc:docMk/>
            <pc:sldMk cId="3401368648" sldId="386"/>
            <ac:spMk id="3" creationId="{64A3F9D5-7390-F151-BC3E-BB47241A8DA3}"/>
          </ac:spMkLst>
        </pc:spChg>
        <pc:spChg chg="add">
          <ac:chgData name="Livia Kelebercova" userId="19c610ed112c9a30" providerId="LiveId" clId="{61141E02-9499-4BF1-BE96-E95479BCC374}" dt="2024-10-05T21:08:15.789" v="3660"/>
          <ac:spMkLst>
            <pc:docMk/>
            <pc:sldMk cId="3401368648" sldId="386"/>
            <ac:spMk id="6" creationId="{8BA50395-C330-CD0C-662C-75F8667398F1}"/>
          </ac:spMkLst>
        </pc:spChg>
        <pc:spChg chg="add del mod">
          <ac:chgData name="Livia Kelebercova" userId="19c610ed112c9a30" providerId="LiveId" clId="{61141E02-9499-4BF1-BE96-E95479BCC374}" dt="2024-10-05T21:09:05.172" v="3676"/>
          <ac:spMkLst>
            <pc:docMk/>
            <pc:sldMk cId="3401368648" sldId="386"/>
            <ac:spMk id="7" creationId="{3681CC99-4935-B702-D23B-431605E371F4}"/>
          </ac:spMkLst>
        </pc:spChg>
        <pc:picChg chg="del">
          <ac:chgData name="Livia Kelebercova" userId="19c610ed112c9a30" providerId="LiveId" clId="{61141E02-9499-4BF1-BE96-E95479BCC374}" dt="2024-10-05T21:08:27.718" v="3661" actId="478"/>
          <ac:picMkLst>
            <pc:docMk/>
            <pc:sldMk cId="3401368648" sldId="386"/>
            <ac:picMk id="4" creationId="{16EF2A98-EDF0-0089-D755-48F667460E88}"/>
          </ac:picMkLst>
        </pc:picChg>
        <pc:picChg chg="add mod">
          <ac:chgData name="Livia Kelebercova" userId="19c610ed112c9a30" providerId="LiveId" clId="{61141E02-9499-4BF1-BE96-E95479BCC374}" dt="2024-10-05T21:09:56.929" v="3683" actId="1076"/>
          <ac:picMkLst>
            <pc:docMk/>
            <pc:sldMk cId="3401368648" sldId="386"/>
            <ac:picMk id="3077" creationId="{2824443C-138C-DCE6-2FE5-8DC493F81234}"/>
          </ac:picMkLst>
        </pc:picChg>
      </pc:sldChg>
      <pc:sldChg chg="add del">
        <pc:chgData name="Livia Kelebercova" userId="19c610ed112c9a30" providerId="LiveId" clId="{61141E02-9499-4BF1-BE96-E95479BCC374}" dt="2024-10-05T21:10:20.939" v="3685" actId="2890"/>
        <pc:sldMkLst>
          <pc:docMk/>
          <pc:sldMk cId="1462076933" sldId="387"/>
        </pc:sldMkLst>
      </pc:sldChg>
      <pc:sldChg chg="delSp modSp add mod">
        <pc:chgData name="Livia Kelebercova" userId="19c610ed112c9a30" providerId="LiveId" clId="{61141E02-9499-4BF1-BE96-E95479BCC374}" dt="2024-10-05T21:11:56.192" v="3771" actId="20577"/>
        <pc:sldMkLst>
          <pc:docMk/>
          <pc:sldMk cId="3315088984" sldId="387"/>
        </pc:sldMkLst>
        <pc:spChg chg="mod">
          <ac:chgData name="Livia Kelebercova" userId="19c610ed112c9a30" providerId="LiveId" clId="{61141E02-9499-4BF1-BE96-E95479BCC374}" dt="2024-10-05T21:11:56.192" v="3771" actId="20577"/>
          <ac:spMkLst>
            <pc:docMk/>
            <pc:sldMk cId="3315088984" sldId="387"/>
            <ac:spMk id="3" creationId="{64A3F9D5-7390-F151-BC3E-BB47241A8DA3}"/>
          </ac:spMkLst>
        </pc:spChg>
        <pc:spChg chg="mod">
          <ac:chgData name="Livia Kelebercova" userId="19c610ed112c9a30" providerId="LiveId" clId="{61141E02-9499-4BF1-BE96-E95479BCC374}" dt="2024-10-05T21:10:35.490" v="3726" actId="20577"/>
          <ac:spMkLst>
            <pc:docMk/>
            <pc:sldMk cId="3315088984" sldId="387"/>
            <ac:spMk id="5" creationId="{FD83F038-B7F9-41D5-816E-B7D433B63377}"/>
          </ac:spMkLst>
        </pc:spChg>
        <pc:picChg chg="del">
          <ac:chgData name="Livia Kelebercova" userId="19c610ed112c9a30" providerId="LiveId" clId="{61141E02-9499-4BF1-BE96-E95479BCC374}" dt="2024-10-05T21:11:15.198" v="3727" actId="478"/>
          <ac:picMkLst>
            <pc:docMk/>
            <pc:sldMk cId="3315088984" sldId="387"/>
            <ac:picMk id="3077" creationId="{2824443C-138C-DCE6-2FE5-8DC493F81234}"/>
          </ac:picMkLst>
        </pc:picChg>
      </pc:sldChg>
      <pc:sldChg chg="add del">
        <pc:chgData name="Livia Kelebercova" userId="19c610ed112c9a30" providerId="LiveId" clId="{61141E02-9499-4BF1-BE96-E95479BCC374}" dt="2024-10-05T15:30:38.194" v="58" actId="47"/>
        <pc:sldMkLst>
          <pc:docMk/>
          <pc:sldMk cId="4000660206" sldId="387"/>
        </pc:sldMkLst>
      </pc:sldChg>
      <pc:sldChg chg="modSp add mod">
        <pc:chgData name="Livia Kelebercova" userId="19c610ed112c9a30" providerId="LiveId" clId="{61141E02-9499-4BF1-BE96-E95479BCC374}" dt="2024-10-05T21:12:11.211" v="3773"/>
        <pc:sldMkLst>
          <pc:docMk/>
          <pc:sldMk cId="994902713" sldId="388"/>
        </pc:sldMkLst>
        <pc:spChg chg="mod">
          <ac:chgData name="Livia Kelebercova" userId="19c610ed112c9a30" providerId="LiveId" clId="{61141E02-9499-4BF1-BE96-E95479BCC374}" dt="2024-10-05T21:12:11.211" v="3773"/>
          <ac:spMkLst>
            <pc:docMk/>
            <pc:sldMk cId="994902713" sldId="388"/>
            <ac:spMk id="3" creationId="{64A3F9D5-7390-F151-BC3E-BB47241A8DA3}"/>
          </ac:spMkLst>
        </pc:spChg>
      </pc:sldChg>
      <pc:sldChg chg="del">
        <pc:chgData name="Livia Kelebercova" userId="19c610ed112c9a30" providerId="LiveId" clId="{61141E02-9499-4BF1-BE96-E95479BCC374}" dt="2024-10-04T11:42:17.493" v="0" actId="47"/>
        <pc:sldMkLst>
          <pc:docMk/>
          <pc:sldMk cId="2005182059" sldId="388"/>
        </pc:sldMkLst>
      </pc:sldChg>
      <pc:sldChg chg="add del">
        <pc:chgData name="Livia Kelebercova" userId="19c610ed112c9a30" providerId="LiveId" clId="{61141E02-9499-4BF1-BE96-E95479BCC374}" dt="2024-10-05T15:30:38.194" v="58" actId="47"/>
        <pc:sldMkLst>
          <pc:docMk/>
          <pc:sldMk cId="1439251198" sldId="389"/>
        </pc:sldMkLst>
      </pc:sldChg>
      <pc:sldChg chg="add del">
        <pc:chgData name="Livia Kelebercova" userId="19c610ed112c9a30" providerId="LiveId" clId="{61141E02-9499-4BF1-BE96-E95479BCC374}" dt="2024-10-05T21:13:56.980" v="3775" actId="47"/>
        <pc:sldMkLst>
          <pc:docMk/>
          <pc:sldMk cId="3168885922" sldId="389"/>
        </pc:sldMkLst>
      </pc:sldChg>
      <pc:sldChg chg="modSp add mod ord">
        <pc:chgData name="Livia Kelebercova" userId="19c610ed112c9a30" providerId="LiveId" clId="{61141E02-9499-4BF1-BE96-E95479BCC374}" dt="2024-10-05T21:20:53.729" v="3823" actId="20577"/>
        <pc:sldMkLst>
          <pc:docMk/>
          <pc:sldMk cId="3211524995" sldId="389"/>
        </pc:sldMkLst>
        <pc:spChg chg="mod">
          <ac:chgData name="Livia Kelebercova" userId="19c610ed112c9a30" providerId="LiveId" clId="{61141E02-9499-4BF1-BE96-E95479BCC374}" dt="2024-10-05T21:20:53.729" v="3823" actId="20577"/>
          <ac:spMkLst>
            <pc:docMk/>
            <pc:sldMk cId="3211524995" sldId="389"/>
            <ac:spMk id="6" creationId="{219526B4-0363-4BAB-BC46-80456D5E41E0}"/>
          </ac:spMkLst>
        </pc:spChg>
      </pc:sldChg>
      <pc:sldChg chg="add del">
        <pc:chgData name="Livia Kelebercova" userId="19c610ed112c9a30" providerId="LiveId" clId="{61141E02-9499-4BF1-BE96-E95479BCC374}" dt="2024-10-05T15:30:38.194" v="58" actId="47"/>
        <pc:sldMkLst>
          <pc:docMk/>
          <pc:sldMk cId="1929114718" sldId="390"/>
        </pc:sldMkLst>
      </pc:sldChg>
      <pc:sldChg chg="addSp delSp modSp add mod ord">
        <pc:chgData name="Livia Kelebercova" userId="19c610ed112c9a30" providerId="LiveId" clId="{61141E02-9499-4BF1-BE96-E95479BCC374}" dt="2024-10-05T21:23:16.323" v="3981" actId="1076"/>
        <pc:sldMkLst>
          <pc:docMk/>
          <pc:sldMk cId="2211126521" sldId="390"/>
        </pc:sldMkLst>
        <pc:spChg chg="mod">
          <ac:chgData name="Livia Kelebercova" userId="19c610ed112c9a30" providerId="LiveId" clId="{61141E02-9499-4BF1-BE96-E95479BCC374}" dt="2024-10-05T21:22:17.009" v="3969"/>
          <ac:spMkLst>
            <pc:docMk/>
            <pc:sldMk cId="2211126521" sldId="390"/>
            <ac:spMk id="3" creationId="{64A3F9D5-7390-F151-BC3E-BB47241A8DA3}"/>
          </ac:spMkLst>
        </pc:spChg>
        <pc:spChg chg="mod">
          <ac:chgData name="Livia Kelebercova" userId="19c610ed112c9a30" providerId="LiveId" clId="{61141E02-9499-4BF1-BE96-E95479BCC374}" dt="2024-10-05T21:21:10.588" v="3842" actId="20577"/>
          <ac:spMkLst>
            <pc:docMk/>
            <pc:sldMk cId="2211126521" sldId="390"/>
            <ac:spMk id="5" creationId="{FD83F038-B7F9-41D5-816E-B7D433B63377}"/>
          </ac:spMkLst>
        </pc:spChg>
        <pc:picChg chg="add mod">
          <ac:chgData name="Livia Kelebercova" userId="19c610ed112c9a30" providerId="LiveId" clId="{61141E02-9499-4BF1-BE96-E95479BCC374}" dt="2024-10-05T21:22:28.973" v="3972" actId="1076"/>
          <ac:picMkLst>
            <pc:docMk/>
            <pc:sldMk cId="2211126521" sldId="390"/>
            <ac:picMk id="4" creationId="{C1CF6094-C16C-4D37-AD25-FD467141F1B2}"/>
          </ac:picMkLst>
        </pc:picChg>
        <pc:picChg chg="add mod">
          <ac:chgData name="Livia Kelebercova" userId="19c610ed112c9a30" providerId="LiveId" clId="{61141E02-9499-4BF1-BE96-E95479BCC374}" dt="2024-10-05T21:23:16.323" v="3981" actId="1076"/>
          <ac:picMkLst>
            <pc:docMk/>
            <pc:sldMk cId="2211126521" sldId="390"/>
            <ac:picMk id="7" creationId="{76E15C2E-6A92-417D-869F-48D3139CA2AD}"/>
          </ac:picMkLst>
        </pc:picChg>
        <pc:picChg chg="del">
          <ac:chgData name="Livia Kelebercova" userId="19c610ed112c9a30" providerId="LiveId" clId="{61141E02-9499-4BF1-BE96-E95479BCC374}" dt="2024-10-05T21:21:12.408" v="3843" actId="478"/>
          <ac:picMkLst>
            <pc:docMk/>
            <pc:sldMk cId="2211126521" sldId="390"/>
            <ac:picMk id="8" creationId="{6A8C804E-9F64-1570-A970-72901A03BF96}"/>
          </ac:picMkLst>
        </pc:picChg>
        <pc:picChg chg="add mod">
          <ac:chgData name="Livia Kelebercova" userId="19c610ed112c9a30" providerId="LiveId" clId="{61141E02-9499-4BF1-BE96-E95479BCC374}" dt="2024-10-05T21:23:16.323" v="3981" actId="1076"/>
          <ac:picMkLst>
            <pc:docMk/>
            <pc:sldMk cId="2211126521" sldId="390"/>
            <ac:picMk id="10" creationId="{DF985539-706B-4803-DE98-C8CA0B7A17A7}"/>
          </ac:picMkLst>
        </pc:picChg>
      </pc:sldChg>
      <pc:sldChg chg="add del">
        <pc:chgData name="Livia Kelebercova" userId="19c610ed112c9a30" providerId="LiveId" clId="{61141E02-9499-4BF1-BE96-E95479BCC374}" dt="2024-10-05T15:30:38.194" v="58" actId="47"/>
        <pc:sldMkLst>
          <pc:docMk/>
          <pc:sldMk cId="1539314818" sldId="391"/>
        </pc:sldMkLst>
      </pc:sldChg>
      <pc:sldChg chg="add del">
        <pc:chgData name="Livia Kelebercova" userId="19c610ed112c9a30" providerId="LiveId" clId="{61141E02-9499-4BF1-BE96-E95479BCC374}" dt="2024-10-05T15:30:38.194" v="58" actId="47"/>
        <pc:sldMkLst>
          <pc:docMk/>
          <pc:sldMk cId="2615438967" sldId="393"/>
        </pc:sldMkLst>
      </pc:sldChg>
      <pc:sldChg chg="add del">
        <pc:chgData name="Livia Kelebercova" userId="19c610ed112c9a30" providerId="LiveId" clId="{61141E02-9499-4BF1-BE96-E95479BCC374}" dt="2024-10-05T15:30:38.194" v="58" actId="47"/>
        <pc:sldMkLst>
          <pc:docMk/>
          <pc:sldMk cId="170756184" sldId="395"/>
        </pc:sldMkLst>
      </pc:sldChg>
      <pc:sldChg chg="add del">
        <pc:chgData name="Livia Kelebercova" userId="19c610ed112c9a30" providerId="LiveId" clId="{61141E02-9499-4BF1-BE96-E95479BCC374}" dt="2024-10-05T15:30:38.194" v="58" actId="47"/>
        <pc:sldMkLst>
          <pc:docMk/>
          <pc:sldMk cId="4055628715" sldId="396"/>
        </pc:sldMkLst>
      </pc:sldChg>
      <pc:sldChg chg="add del">
        <pc:chgData name="Livia Kelebercova" userId="19c610ed112c9a30" providerId="LiveId" clId="{61141E02-9499-4BF1-BE96-E95479BCC374}" dt="2024-10-05T15:30:38.194" v="58" actId="47"/>
        <pc:sldMkLst>
          <pc:docMk/>
          <pc:sldMk cId="1761915694" sldId="397"/>
        </pc:sldMkLst>
      </pc:sldChg>
      <pc:sldChg chg="add del">
        <pc:chgData name="Livia Kelebercova" userId="19c610ed112c9a30" providerId="LiveId" clId="{61141E02-9499-4BF1-BE96-E95479BCC374}" dt="2024-10-05T15:30:38.194" v="58" actId="47"/>
        <pc:sldMkLst>
          <pc:docMk/>
          <pc:sldMk cId="3553665484" sldId="398"/>
        </pc:sldMkLst>
      </pc:sldChg>
      <pc:sldChg chg="add del">
        <pc:chgData name="Livia Kelebercova" userId="19c610ed112c9a30" providerId="LiveId" clId="{61141E02-9499-4BF1-BE96-E95479BCC374}" dt="2024-10-05T15:30:38.194" v="58" actId="47"/>
        <pc:sldMkLst>
          <pc:docMk/>
          <pc:sldMk cId="1315817539" sldId="399"/>
        </pc:sldMkLst>
      </pc:sldChg>
      <pc:sldChg chg="add del">
        <pc:chgData name="Livia Kelebercova" userId="19c610ed112c9a30" providerId="LiveId" clId="{61141E02-9499-4BF1-BE96-E95479BCC374}" dt="2024-10-05T15:30:38.194" v="58" actId="47"/>
        <pc:sldMkLst>
          <pc:docMk/>
          <pc:sldMk cId="2016275766" sldId="400"/>
        </pc:sldMkLst>
      </pc:sldChg>
      <pc:sldChg chg="add del">
        <pc:chgData name="Livia Kelebercova" userId="19c610ed112c9a30" providerId="LiveId" clId="{61141E02-9499-4BF1-BE96-E95479BCC374}" dt="2024-10-05T15:30:38.194" v="58" actId="47"/>
        <pc:sldMkLst>
          <pc:docMk/>
          <pc:sldMk cId="3383358844" sldId="401"/>
        </pc:sldMkLst>
      </pc:sldChg>
      <pc:sldChg chg="add del">
        <pc:chgData name="Livia Kelebercova" userId="19c610ed112c9a30" providerId="LiveId" clId="{61141E02-9499-4BF1-BE96-E95479BCC374}" dt="2024-10-05T15:30:38.194" v="58" actId="47"/>
        <pc:sldMkLst>
          <pc:docMk/>
          <pc:sldMk cId="2644099915" sldId="402"/>
        </pc:sldMkLst>
      </pc:sldChg>
      <pc:sldChg chg="add del">
        <pc:chgData name="Livia Kelebercova" userId="19c610ed112c9a30" providerId="LiveId" clId="{61141E02-9499-4BF1-BE96-E95479BCC374}" dt="2024-10-05T15:30:38.194" v="58" actId="47"/>
        <pc:sldMkLst>
          <pc:docMk/>
          <pc:sldMk cId="949134298" sldId="403"/>
        </pc:sldMkLst>
      </pc:sldChg>
      <pc:sldChg chg="add del">
        <pc:chgData name="Livia Kelebercova" userId="19c610ed112c9a30" providerId="LiveId" clId="{61141E02-9499-4BF1-BE96-E95479BCC374}" dt="2024-10-05T15:30:38.194" v="58" actId="47"/>
        <pc:sldMkLst>
          <pc:docMk/>
          <pc:sldMk cId="2387272151" sldId="404"/>
        </pc:sldMkLst>
      </pc:sldChg>
      <pc:sldChg chg="add del">
        <pc:chgData name="Livia Kelebercova" userId="19c610ed112c9a30" providerId="LiveId" clId="{61141E02-9499-4BF1-BE96-E95479BCC374}" dt="2024-10-05T15:30:38.194" v="58" actId="47"/>
        <pc:sldMkLst>
          <pc:docMk/>
          <pc:sldMk cId="3944883748" sldId="405"/>
        </pc:sldMkLst>
      </pc:sldChg>
      <pc:sldChg chg="add del">
        <pc:chgData name="Livia Kelebercova" userId="19c610ed112c9a30" providerId="LiveId" clId="{61141E02-9499-4BF1-BE96-E95479BCC374}" dt="2024-10-05T15:30:38.194" v="58" actId="47"/>
        <pc:sldMkLst>
          <pc:docMk/>
          <pc:sldMk cId="3774623791" sldId="406"/>
        </pc:sldMkLst>
      </pc:sldChg>
      <pc:sldChg chg="add del">
        <pc:chgData name="Livia Kelebercova" userId="19c610ed112c9a30" providerId="LiveId" clId="{61141E02-9499-4BF1-BE96-E95479BCC374}" dt="2024-10-05T15:30:38.194" v="58" actId="47"/>
        <pc:sldMkLst>
          <pc:docMk/>
          <pc:sldMk cId="2896134416" sldId="407"/>
        </pc:sldMkLst>
      </pc:sldChg>
    </pc:docChg>
  </pc:docChgLst>
  <pc:docChgLst>
    <pc:chgData name="Livia Kelebercova" userId="19c610ed112c9a30" providerId="Windows Live" clId="Web-{7FFC7C69-146A-EDFA-0C3A-5312E1002C86}"/>
    <pc:docChg chg="addSld delSld modSld sldOrd">
      <pc:chgData name="Livia Kelebercova" userId="19c610ed112c9a30" providerId="Windows Live" clId="Web-{7FFC7C69-146A-EDFA-0C3A-5312E1002C86}" dt="2024-09-10T17:29:01.003" v="291" actId="14100"/>
      <pc:docMkLst>
        <pc:docMk/>
      </pc:docMkLst>
      <pc:sldChg chg="addSp delSp modSp">
        <pc:chgData name="Livia Kelebercova" userId="19c610ed112c9a30" providerId="Windows Live" clId="Web-{7FFC7C69-146A-EDFA-0C3A-5312E1002C86}" dt="2024-09-10T16:24:17.804" v="31" actId="1076"/>
        <pc:sldMkLst>
          <pc:docMk/>
          <pc:sldMk cId="3974679184" sldId="350"/>
        </pc:sldMkLst>
        <pc:spChg chg="del">
          <ac:chgData name="Livia Kelebercova" userId="19c610ed112c9a30" providerId="Windows Live" clId="Web-{7FFC7C69-146A-EDFA-0C3A-5312E1002C86}" dt="2024-09-10T16:23:38.350" v="20"/>
          <ac:spMkLst>
            <pc:docMk/>
            <pc:sldMk cId="3974679184" sldId="350"/>
            <ac:spMk id="3" creationId="{64A3F9D5-7390-F151-BC3E-BB47241A8DA3}"/>
          </ac:spMkLst>
        </pc:spChg>
        <pc:spChg chg="mod">
          <ac:chgData name="Livia Kelebercova" userId="19c610ed112c9a30" providerId="Windows Live" clId="Web-{7FFC7C69-146A-EDFA-0C3A-5312E1002C86}" dt="2024-09-10T16:23:36.240" v="19" actId="20577"/>
          <ac:spMkLst>
            <pc:docMk/>
            <pc:sldMk cId="3974679184" sldId="350"/>
            <ac:spMk id="5" creationId="{FD83F038-B7F9-41D5-816E-B7D433B63377}"/>
          </ac:spMkLst>
        </pc:spChg>
        <pc:spChg chg="add del mod">
          <ac:chgData name="Livia Kelebercova" userId="19c610ed112c9a30" providerId="Windows Live" clId="Web-{7FFC7C69-146A-EDFA-0C3A-5312E1002C86}" dt="2024-09-10T16:23:43.803" v="23"/>
          <ac:spMkLst>
            <pc:docMk/>
            <pc:sldMk cId="3974679184" sldId="350"/>
            <ac:spMk id="6" creationId="{35548EB9-6DAA-B09B-095A-E28480C50FE5}"/>
          </ac:spMkLst>
        </pc:spChg>
        <pc:spChg chg="add">
          <ac:chgData name="Livia Kelebercova" userId="19c610ed112c9a30" providerId="Windows Live" clId="Web-{7FFC7C69-146A-EDFA-0C3A-5312E1002C86}" dt="2024-09-10T16:24:06.413" v="28"/>
          <ac:spMkLst>
            <pc:docMk/>
            <pc:sldMk cId="3974679184" sldId="350"/>
            <ac:spMk id="9" creationId="{C7DCA8A8-144B-1F3A-C02F-7899516A1CB7}"/>
          </ac:spMkLst>
        </pc:spChg>
        <pc:spChg chg="add mod">
          <ac:chgData name="Livia Kelebercova" userId="19c610ed112c9a30" providerId="Windows Live" clId="Web-{7FFC7C69-146A-EDFA-0C3A-5312E1002C86}" dt="2024-09-10T16:24:17.804" v="31" actId="1076"/>
          <ac:spMkLst>
            <pc:docMk/>
            <pc:sldMk cId="3974679184" sldId="350"/>
            <ac:spMk id="10" creationId="{86EA0655-5EEE-B3B5-C408-55E41DF26A4B}"/>
          </ac:spMkLst>
        </pc:spChg>
        <pc:picChg chg="del">
          <ac:chgData name="Livia Kelebercova" userId="19c610ed112c9a30" providerId="Windows Live" clId="Web-{7FFC7C69-146A-EDFA-0C3A-5312E1002C86}" dt="2024-09-10T16:23:41.147" v="22"/>
          <ac:picMkLst>
            <pc:docMk/>
            <pc:sldMk cId="3974679184" sldId="350"/>
            <ac:picMk id="4" creationId="{F1161571-336C-F78E-C00A-2F0B0B68F164}"/>
          </ac:picMkLst>
        </pc:picChg>
        <pc:picChg chg="del">
          <ac:chgData name="Livia Kelebercova" userId="19c610ed112c9a30" providerId="Windows Live" clId="Web-{7FFC7C69-146A-EDFA-0C3A-5312E1002C86}" dt="2024-09-10T16:23:41.147" v="21"/>
          <ac:picMkLst>
            <pc:docMk/>
            <pc:sldMk cId="3974679184" sldId="350"/>
            <ac:picMk id="7" creationId="{CEAB6FF6-0EBC-0947-A471-F869714A0046}"/>
          </ac:picMkLst>
        </pc:picChg>
        <pc:picChg chg="add mod">
          <ac:chgData name="Livia Kelebercova" userId="19c610ed112c9a30" providerId="Windows Live" clId="Web-{7FFC7C69-146A-EDFA-0C3A-5312E1002C86}" dt="2024-09-10T16:23:57.756" v="27" actId="14100"/>
          <ac:picMkLst>
            <pc:docMk/>
            <pc:sldMk cId="3974679184" sldId="350"/>
            <ac:picMk id="8" creationId="{B944B3A9-A3B9-C3F7-CFA7-E78B86C64831}"/>
          </ac:picMkLst>
        </pc:picChg>
      </pc:sldChg>
      <pc:sldChg chg="del">
        <pc:chgData name="Livia Kelebercova" userId="19c610ed112c9a30" providerId="Windows Live" clId="Web-{7FFC7C69-146A-EDFA-0C3A-5312E1002C86}" dt="2024-09-10T16:23:26.006" v="1"/>
        <pc:sldMkLst>
          <pc:docMk/>
          <pc:sldMk cId="1706743563" sldId="351"/>
        </pc:sldMkLst>
      </pc:sldChg>
      <pc:sldChg chg="add ord replId">
        <pc:chgData name="Livia Kelebercova" userId="19c610ed112c9a30" providerId="Windows Live" clId="Web-{7FFC7C69-146A-EDFA-0C3A-5312E1002C86}" dt="2024-09-10T16:24:24.069" v="32"/>
        <pc:sldMkLst>
          <pc:docMk/>
          <pc:sldMk cId="2208851616" sldId="352"/>
        </pc:sldMkLst>
      </pc:sldChg>
      <pc:sldChg chg="addSp delSp modSp add replId">
        <pc:chgData name="Livia Kelebercova" userId="19c610ed112c9a30" providerId="Windows Live" clId="Web-{7FFC7C69-146A-EDFA-0C3A-5312E1002C86}" dt="2024-09-10T16:25:14.445" v="46" actId="20577"/>
        <pc:sldMkLst>
          <pc:docMk/>
          <pc:sldMk cId="823337779" sldId="353"/>
        </pc:sldMkLst>
        <pc:spChg chg="add mod">
          <ac:chgData name="Livia Kelebercova" userId="19c610ed112c9a30" providerId="Windows Live" clId="Web-{7FFC7C69-146A-EDFA-0C3A-5312E1002C86}" dt="2024-09-10T16:25:14.445" v="46" actId="20577"/>
          <ac:spMkLst>
            <pc:docMk/>
            <pc:sldMk cId="823337779" sldId="353"/>
            <ac:spMk id="3" creationId="{FE329ABC-427E-927E-1BB9-9E7160BB3E4C}"/>
          </ac:spMkLst>
        </pc:spChg>
        <pc:spChg chg="del">
          <ac:chgData name="Livia Kelebercova" userId="19c610ed112c9a30" providerId="Windows Live" clId="Web-{7FFC7C69-146A-EDFA-0C3A-5312E1002C86}" dt="2024-09-10T16:24:55.210" v="36"/>
          <ac:spMkLst>
            <pc:docMk/>
            <pc:sldMk cId="823337779" sldId="353"/>
            <ac:spMk id="9" creationId="{C7DCA8A8-144B-1F3A-C02F-7899516A1CB7}"/>
          </ac:spMkLst>
        </pc:spChg>
        <pc:spChg chg="del">
          <ac:chgData name="Livia Kelebercova" userId="19c610ed112c9a30" providerId="Windows Live" clId="Web-{7FFC7C69-146A-EDFA-0C3A-5312E1002C86}" dt="2024-09-10T16:24:55.195" v="35"/>
          <ac:spMkLst>
            <pc:docMk/>
            <pc:sldMk cId="823337779" sldId="353"/>
            <ac:spMk id="10" creationId="{86EA0655-5EEE-B3B5-C408-55E41DF26A4B}"/>
          </ac:spMkLst>
        </pc:spChg>
        <pc:picChg chg="add mod">
          <ac:chgData name="Livia Kelebercova" userId="19c610ed112c9a30" providerId="Windows Live" clId="Web-{7FFC7C69-146A-EDFA-0C3A-5312E1002C86}" dt="2024-09-10T16:25:02.398" v="39" actId="1076"/>
          <ac:picMkLst>
            <pc:docMk/>
            <pc:sldMk cId="823337779" sldId="353"/>
            <ac:picMk id="2" creationId="{838F60D8-A6EA-E295-9F71-FD6EA2D50991}"/>
          </ac:picMkLst>
        </pc:picChg>
        <pc:picChg chg="del">
          <ac:chgData name="Livia Kelebercova" userId="19c610ed112c9a30" providerId="Windows Live" clId="Web-{7FFC7C69-146A-EDFA-0C3A-5312E1002C86}" dt="2024-09-10T16:24:51.742" v="34"/>
          <ac:picMkLst>
            <pc:docMk/>
            <pc:sldMk cId="823337779" sldId="353"/>
            <ac:picMk id="8" creationId="{B944B3A9-A3B9-C3F7-CFA7-E78B86C64831}"/>
          </ac:picMkLst>
        </pc:picChg>
      </pc:sldChg>
      <pc:sldChg chg="addSp delSp modSp add replId">
        <pc:chgData name="Livia Kelebercova" userId="19c610ed112c9a30" providerId="Windows Live" clId="Web-{7FFC7C69-146A-EDFA-0C3A-5312E1002C86}" dt="2024-09-10T16:25:48.868" v="52" actId="1076"/>
        <pc:sldMkLst>
          <pc:docMk/>
          <pc:sldMk cId="908379117" sldId="354"/>
        </pc:sldMkLst>
        <pc:spChg chg="del">
          <ac:chgData name="Livia Kelebercova" userId="19c610ed112c9a30" providerId="Windows Live" clId="Web-{7FFC7C69-146A-EDFA-0C3A-5312E1002C86}" dt="2024-09-10T16:25:20.555" v="48"/>
          <ac:spMkLst>
            <pc:docMk/>
            <pc:sldMk cId="908379117" sldId="354"/>
            <ac:spMk id="3" creationId="{FE329ABC-427E-927E-1BB9-9E7160BB3E4C}"/>
          </ac:spMkLst>
        </pc:spChg>
        <pc:picChg chg="del">
          <ac:chgData name="Livia Kelebercova" userId="19c610ed112c9a30" providerId="Windows Live" clId="Web-{7FFC7C69-146A-EDFA-0C3A-5312E1002C86}" dt="2024-09-10T16:25:22.008" v="49"/>
          <ac:picMkLst>
            <pc:docMk/>
            <pc:sldMk cId="908379117" sldId="354"/>
            <ac:picMk id="2" creationId="{838F60D8-A6EA-E295-9F71-FD6EA2D50991}"/>
          </ac:picMkLst>
        </pc:picChg>
        <pc:picChg chg="add mod">
          <ac:chgData name="Livia Kelebercova" userId="19c610ed112c9a30" providerId="Windows Live" clId="Web-{7FFC7C69-146A-EDFA-0C3A-5312E1002C86}" dt="2024-09-10T16:25:48.868" v="52" actId="1076"/>
          <ac:picMkLst>
            <pc:docMk/>
            <pc:sldMk cId="908379117" sldId="354"/>
            <ac:picMk id="4" creationId="{CFD95B35-B7F7-05FE-B6DE-8783F125D55E}"/>
          </ac:picMkLst>
        </pc:picChg>
      </pc:sldChg>
      <pc:sldChg chg="addSp delSp modSp add del replId">
        <pc:chgData name="Livia Kelebercova" userId="19c610ed112c9a30" providerId="Windows Live" clId="Web-{7FFC7C69-146A-EDFA-0C3A-5312E1002C86}" dt="2024-09-10T16:55:21.238" v="65"/>
        <pc:sldMkLst>
          <pc:docMk/>
          <pc:sldMk cId="311097276" sldId="355"/>
        </pc:sldMkLst>
        <pc:picChg chg="add mod">
          <ac:chgData name="Livia Kelebercova" userId="19c610ed112c9a30" providerId="Windows Live" clId="Web-{7FFC7C69-146A-EDFA-0C3A-5312E1002C86}" dt="2024-09-10T16:51:18.185" v="62" actId="1076"/>
          <ac:picMkLst>
            <pc:docMk/>
            <pc:sldMk cId="311097276" sldId="355"/>
            <ac:picMk id="2" creationId="{9C4CAB7A-9BD7-9716-8FB9-0D800FF63765}"/>
          </ac:picMkLst>
        </pc:picChg>
        <pc:picChg chg="del">
          <ac:chgData name="Livia Kelebercova" userId="19c610ed112c9a30" providerId="Windows Live" clId="Web-{7FFC7C69-146A-EDFA-0C3A-5312E1002C86}" dt="2024-09-10T16:50:12.449" v="54"/>
          <ac:picMkLst>
            <pc:docMk/>
            <pc:sldMk cId="311097276" sldId="355"/>
            <ac:picMk id="4" creationId="{CFD95B35-B7F7-05FE-B6DE-8783F125D55E}"/>
          </ac:picMkLst>
        </pc:picChg>
      </pc:sldChg>
      <pc:sldChg chg="addSp modSp add del ord replId">
        <pc:chgData name="Livia Kelebercova" userId="19c610ed112c9a30" providerId="Windows Live" clId="Web-{7FFC7C69-146A-EDFA-0C3A-5312E1002C86}" dt="2024-09-10T16:55:21.238" v="66"/>
        <pc:sldMkLst>
          <pc:docMk/>
          <pc:sldMk cId="743100308" sldId="356"/>
        </pc:sldMkLst>
        <pc:picChg chg="add mod">
          <ac:chgData name="Livia Kelebercova" userId="19c610ed112c9a30" providerId="Windows Live" clId="Web-{7FFC7C69-146A-EDFA-0C3A-5312E1002C86}" dt="2024-09-10T16:50:35.715" v="58" actId="1076"/>
          <ac:picMkLst>
            <pc:docMk/>
            <pc:sldMk cId="743100308" sldId="356"/>
            <ac:picMk id="2" creationId="{13929E27-7A70-E7DD-F793-E118CE1245A8}"/>
          </ac:picMkLst>
        </pc:picChg>
      </pc:sldChg>
      <pc:sldChg chg="addSp delSp modSp add del replId">
        <pc:chgData name="Livia Kelebercova" userId="19c610ed112c9a30" providerId="Windows Live" clId="Web-{7FFC7C69-146A-EDFA-0C3A-5312E1002C86}" dt="2024-09-10T17:05:09.754" v="112"/>
        <pc:sldMkLst>
          <pc:docMk/>
          <pc:sldMk cId="3588492874" sldId="357"/>
        </pc:sldMkLst>
        <pc:spChg chg="add mod">
          <ac:chgData name="Livia Kelebercova" userId="19c610ed112c9a30" providerId="Windows Live" clId="Web-{7FFC7C69-146A-EDFA-0C3A-5312E1002C86}" dt="2024-09-10T16:56:17.396" v="82" actId="1076"/>
          <ac:spMkLst>
            <pc:docMk/>
            <pc:sldMk cId="3588492874" sldId="357"/>
            <ac:spMk id="4" creationId="{6D6F831C-AFC2-9227-8CB0-5A6661901EBB}"/>
          </ac:spMkLst>
        </pc:spChg>
        <pc:picChg chg="del">
          <ac:chgData name="Livia Kelebercova" userId="19c610ed112c9a30" providerId="Windows Live" clId="Web-{7FFC7C69-146A-EDFA-0C3A-5312E1002C86}" dt="2024-09-10T16:51:24.232" v="64"/>
          <ac:picMkLst>
            <pc:docMk/>
            <pc:sldMk cId="3588492874" sldId="357"/>
            <ac:picMk id="2" creationId="{9C4CAB7A-9BD7-9716-8FB9-0D800FF63765}"/>
          </ac:picMkLst>
        </pc:picChg>
        <pc:picChg chg="add mod">
          <ac:chgData name="Livia Kelebercova" userId="19c610ed112c9a30" providerId="Windows Live" clId="Web-{7FFC7C69-146A-EDFA-0C3A-5312E1002C86}" dt="2024-09-10T16:55:54.724" v="69" actId="1076"/>
          <ac:picMkLst>
            <pc:docMk/>
            <pc:sldMk cId="3588492874" sldId="357"/>
            <ac:picMk id="3" creationId="{10992A86-591C-4688-852E-83A5CD102B01}"/>
          </ac:picMkLst>
        </pc:picChg>
      </pc:sldChg>
      <pc:sldChg chg="addSp delSp modSp add del replId">
        <pc:chgData name="Livia Kelebercova" userId="19c610ed112c9a30" providerId="Windows Live" clId="Web-{7FFC7C69-146A-EDFA-0C3A-5312E1002C86}" dt="2024-09-10T17:05:09.754" v="111"/>
        <pc:sldMkLst>
          <pc:docMk/>
          <pc:sldMk cId="3783146869" sldId="358"/>
        </pc:sldMkLst>
        <pc:spChg chg="del">
          <ac:chgData name="Livia Kelebercova" userId="19c610ed112c9a30" providerId="Windows Live" clId="Web-{7FFC7C69-146A-EDFA-0C3A-5312E1002C86}" dt="2024-09-10T16:56:44.475" v="87"/>
          <ac:spMkLst>
            <pc:docMk/>
            <pc:sldMk cId="3783146869" sldId="358"/>
            <ac:spMk id="4" creationId="{6D6F831C-AFC2-9227-8CB0-5A6661901EBB}"/>
          </ac:spMkLst>
        </pc:spChg>
        <pc:spChg chg="add mod">
          <ac:chgData name="Livia Kelebercova" userId="19c610ed112c9a30" providerId="Windows Live" clId="Web-{7FFC7C69-146A-EDFA-0C3A-5312E1002C86}" dt="2024-09-10T16:57:18.632" v="100" actId="20577"/>
          <ac:spMkLst>
            <pc:docMk/>
            <pc:sldMk cId="3783146869" sldId="358"/>
            <ac:spMk id="6" creationId="{198B807C-86BF-A31A-A4A9-4D5C56DF3C3F}"/>
          </ac:spMkLst>
        </pc:spChg>
        <pc:picChg chg="add mod">
          <ac:chgData name="Livia Kelebercova" userId="19c610ed112c9a30" providerId="Windows Live" clId="Web-{7FFC7C69-146A-EDFA-0C3A-5312E1002C86}" dt="2024-09-10T16:56:54.475" v="91" actId="14100"/>
          <ac:picMkLst>
            <pc:docMk/>
            <pc:sldMk cId="3783146869" sldId="358"/>
            <ac:picMk id="2" creationId="{A6AC900E-40CD-F84B-8C42-7E328E956EB7}"/>
          </ac:picMkLst>
        </pc:picChg>
        <pc:picChg chg="del">
          <ac:chgData name="Livia Kelebercova" userId="19c610ed112c9a30" providerId="Windows Live" clId="Web-{7FFC7C69-146A-EDFA-0C3A-5312E1002C86}" dt="2024-09-10T16:56:33.850" v="84"/>
          <ac:picMkLst>
            <pc:docMk/>
            <pc:sldMk cId="3783146869" sldId="358"/>
            <ac:picMk id="3" creationId="{10992A86-591C-4688-852E-83A5CD102B01}"/>
          </ac:picMkLst>
        </pc:picChg>
      </pc:sldChg>
      <pc:sldChg chg="addSp delSp modSp add del replId">
        <pc:chgData name="Livia Kelebercova" userId="19c610ed112c9a30" providerId="Windows Live" clId="Web-{7FFC7C69-146A-EDFA-0C3A-5312E1002C86}" dt="2024-09-10T17:05:09.754" v="110"/>
        <pc:sldMkLst>
          <pc:docMk/>
          <pc:sldMk cId="3569162478" sldId="359"/>
        </pc:sldMkLst>
        <pc:spChg chg="del">
          <ac:chgData name="Livia Kelebercova" userId="19c610ed112c9a30" providerId="Windows Live" clId="Web-{7FFC7C69-146A-EDFA-0C3A-5312E1002C86}" dt="2024-09-10T16:57:30.320" v="102"/>
          <ac:spMkLst>
            <pc:docMk/>
            <pc:sldMk cId="3569162478" sldId="359"/>
            <ac:spMk id="6" creationId="{198B807C-86BF-A31A-A4A9-4D5C56DF3C3F}"/>
          </ac:spMkLst>
        </pc:spChg>
        <pc:picChg chg="del">
          <ac:chgData name="Livia Kelebercova" userId="19c610ed112c9a30" providerId="Windows Live" clId="Web-{7FFC7C69-146A-EDFA-0C3A-5312E1002C86}" dt="2024-09-10T16:57:32.148" v="103"/>
          <ac:picMkLst>
            <pc:docMk/>
            <pc:sldMk cId="3569162478" sldId="359"/>
            <ac:picMk id="2" creationId="{A6AC900E-40CD-F84B-8C42-7E328E956EB7}"/>
          </ac:picMkLst>
        </pc:picChg>
        <pc:picChg chg="add mod">
          <ac:chgData name="Livia Kelebercova" userId="19c610ed112c9a30" providerId="Windows Live" clId="Web-{7FFC7C69-146A-EDFA-0C3A-5312E1002C86}" dt="2024-09-10T17:03:21.642" v="107" actId="14100"/>
          <ac:picMkLst>
            <pc:docMk/>
            <pc:sldMk cId="3569162478" sldId="359"/>
            <ac:picMk id="3" creationId="{E4081D33-C000-C831-F10B-618CA18CFB5F}"/>
          </ac:picMkLst>
        </pc:picChg>
      </pc:sldChg>
      <pc:sldChg chg="addSp delSp modSp add replId">
        <pc:chgData name="Livia Kelebercova" userId="19c610ed112c9a30" providerId="Windows Live" clId="Web-{7FFC7C69-146A-EDFA-0C3A-5312E1002C86}" dt="2024-09-10T17:06:16.225" v="115" actId="1076"/>
        <pc:sldMkLst>
          <pc:docMk/>
          <pc:sldMk cId="4262136604" sldId="360"/>
        </pc:sldMkLst>
        <pc:picChg chg="add mod">
          <ac:chgData name="Livia Kelebercova" userId="19c610ed112c9a30" providerId="Windows Live" clId="Web-{7FFC7C69-146A-EDFA-0C3A-5312E1002C86}" dt="2024-09-10T17:06:16.225" v="115" actId="1076"/>
          <ac:picMkLst>
            <pc:docMk/>
            <pc:sldMk cId="4262136604" sldId="360"/>
            <ac:picMk id="2" creationId="{993CD5A6-7339-6D3F-24FB-48BE2EFC3D3D}"/>
          </ac:picMkLst>
        </pc:picChg>
        <pc:picChg chg="del">
          <ac:chgData name="Livia Kelebercova" userId="19c610ed112c9a30" providerId="Windows Live" clId="Web-{7FFC7C69-146A-EDFA-0C3A-5312E1002C86}" dt="2024-09-10T17:03:37.970" v="109"/>
          <ac:picMkLst>
            <pc:docMk/>
            <pc:sldMk cId="4262136604" sldId="360"/>
            <ac:picMk id="3" creationId="{E4081D33-C000-C831-F10B-618CA18CFB5F}"/>
          </ac:picMkLst>
        </pc:picChg>
      </pc:sldChg>
      <pc:sldChg chg="addSp delSp modSp add replId">
        <pc:chgData name="Livia Kelebercova" userId="19c610ed112c9a30" providerId="Windows Live" clId="Web-{7FFC7C69-146A-EDFA-0C3A-5312E1002C86}" dt="2024-09-10T17:06:59.054" v="121" actId="14100"/>
        <pc:sldMkLst>
          <pc:docMk/>
          <pc:sldMk cId="1553530348" sldId="361"/>
        </pc:sldMkLst>
        <pc:picChg chg="del">
          <ac:chgData name="Livia Kelebercova" userId="19c610ed112c9a30" providerId="Windows Live" clId="Web-{7FFC7C69-146A-EDFA-0C3A-5312E1002C86}" dt="2024-09-10T17:06:20.990" v="117"/>
          <ac:picMkLst>
            <pc:docMk/>
            <pc:sldMk cId="1553530348" sldId="361"/>
            <ac:picMk id="2" creationId="{993CD5A6-7339-6D3F-24FB-48BE2EFC3D3D}"/>
          </ac:picMkLst>
        </pc:picChg>
        <pc:picChg chg="add mod">
          <ac:chgData name="Livia Kelebercova" userId="19c610ed112c9a30" providerId="Windows Live" clId="Web-{7FFC7C69-146A-EDFA-0C3A-5312E1002C86}" dt="2024-09-10T17:06:59.054" v="121" actId="14100"/>
          <ac:picMkLst>
            <pc:docMk/>
            <pc:sldMk cId="1553530348" sldId="361"/>
            <ac:picMk id="3" creationId="{8ABA4199-5AA2-6BE1-9298-090728FB27F7}"/>
          </ac:picMkLst>
        </pc:picChg>
      </pc:sldChg>
      <pc:sldChg chg="addSp delSp modSp add replId">
        <pc:chgData name="Livia Kelebercova" userId="19c610ed112c9a30" providerId="Windows Live" clId="Web-{7FFC7C69-146A-EDFA-0C3A-5312E1002C86}" dt="2024-09-10T17:08:17.493" v="126" actId="1076"/>
        <pc:sldMkLst>
          <pc:docMk/>
          <pc:sldMk cId="2971164684" sldId="362"/>
        </pc:sldMkLst>
        <pc:picChg chg="add mod">
          <ac:chgData name="Livia Kelebercova" userId="19c610ed112c9a30" providerId="Windows Live" clId="Web-{7FFC7C69-146A-EDFA-0C3A-5312E1002C86}" dt="2024-09-10T17:08:17.493" v="126" actId="1076"/>
          <ac:picMkLst>
            <pc:docMk/>
            <pc:sldMk cId="2971164684" sldId="362"/>
            <ac:picMk id="2" creationId="{1962F348-248B-2ED2-6F1F-1B2E8297D267}"/>
          </ac:picMkLst>
        </pc:picChg>
        <pc:picChg chg="del">
          <ac:chgData name="Livia Kelebercova" userId="19c610ed112c9a30" providerId="Windows Live" clId="Web-{7FFC7C69-146A-EDFA-0C3A-5312E1002C86}" dt="2024-09-10T17:07:04.554" v="123"/>
          <ac:picMkLst>
            <pc:docMk/>
            <pc:sldMk cId="2971164684" sldId="362"/>
            <ac:picMk id="3" creationId="{8ABA4199-5AA2-6BE1-9298-090728FB27F7}"/>
          </ac:picMkLst>
        </pc:picChg>
      </pc:sldChg>
      <pc:sldChg chg="addSp delSp modSp add replId">
        <pc:chgData name="Livia Kelebercova" userId="19c610ed112c9a30" providerId="Windows Live" clId="Web-{7FFC7C69-146A-EDFA-0C3A-5312E1002C86}" dt="2024-09-10T17:09:32.441" v="137" actId="1076"/>
        <pc:sldMkLst>
          <pc:docMk/>
          <pc:sldMk cId="848010294" sldId="363"/>
        </pc:sldMkLst>
        <pc:picChg chg="del">
          <ac:chgData name="Livia Kelebercova" userId="19c610ed112c9a30" providerId="Windows Live" clId="Web-{7FFC7C69-146A-EDFA-0C3A-5312E1002C86}" dt="2024-09-10T17:08:21.947" v="128"/>
          <ac:picMkLst>
            <pc:docMk/>
            <pc:sldMk cId="848010294" sldId="363"/>
            <ac:picMk id="2" creationId="{1962F348-248B-2ED2-6F1F-1B2E8297D267}"/>
          </ac:picMkLst>
        </pc:picChg>
        <pc:picChg chg="add del mod">
          <ac:chgData name="Livia Kelebercova" userId="19c610ed112c9a30" providerId="Windows Live" clId="Web-{7FFC7C69-146A-EDFA-0C3A-5312E1002C86}" dt="2024-09-10T17:09:01.604" v="134"/>
          <ac:picMkLst>
            <pc:docMk/>
            <pc:sldMk cId="848010294" sldId="363"/>
            <ac:picMk id="3" creationId="{B94CA02D-8F2E-C5A8-4D6C-B2F3CEED3445}"/>
          </ac:picMkLst>
        </pc:picChg>
        <pc:picChg chg="add mod">
          <ac:chgData name="Livia Kelebercova" userId="19c610ed112c9a30" providerId="Windows Live" clId="Web-{7FFC7C69-146A-EDFA-0C3A-5312E1002C86}" dt="2024-09-10T17:09:32.441" v="137" actId="1076"/>
          <ac:picMkLst>
            <pc:docMk/>
            <pc:sldMk cId="848010294" sldId="363"/>
            <ac:picMk id="4" creationId="{4BE0A329-B7EE-4BDB-D6A9-EDD4ABE7148D}"/>
          </ac:picMkLst>
        </pc:picChg>
      </pc:sldChg>
      <pc:sldChg chg="add ord replId">
        <pc:chgData name="Livia Kelebercova" userId="19c610ed112c9a30" providerId="Windows Live" clId="Web-{7FFC7C69-146A-EDFA-0C3A-5312E1002C86}" dt="2024-09-10T17:09:37.082" v="138"/>
        <pc:sldMkLst>
          <pc:docMk/>
          <pc:sldMk cId="711330765" sldId="364"/>
        </pc:sldMkLst>
      </pc:sldChg>
      <pc:sldChg chg="addSp delSp modSp add replId">
        <pc:chgData name="Livia Kelebercova" userId="19c610ed112c9a30" providerId="Windows Live" clId="Web-{7FFC7C69-146A-EDFA-0C3A-5312E1002C86}" dt="2024-09-10T17:10:19.208" v="143" actId="1076"/>
        <pc:sldMkLst>
          <pc:docMk/>
          <pc:sldMk cId="1871971178" sldId="365"/>
        </pc:sldMkLst>
        <pc:picChg chg="add mod">
          <ac:chgData name="Livia Kelebercova" userId="19c610ed112c9a30" providerId="Windows Live" clId="Web-{7FFC7C69-146A-EDFA-0C3A-5312E1002C86}" dt="2024-09-10T17:10:19.208" v="143" actId="1076"/>
          <ac:picMkLst>
            <pc:docMk/>
            <pc:sldMk cId="1871971178" sldId="365"/>
            <ac:picMk id="2" creationId="{18B293D9-50D4-B578-81F5-210664EE619B}"/>
          </ac:picMkLst>
        </pc:picChg>
        <pc:picChg chg="del">
          <ac:chgData name="Livia Kelebercova" userId="19c610ed112c9a30" providerId="Windows Live" clId="Web-{7FFC7C69-146A-EDFA-0C3A-5312E1002C86}" dt="2024-09-10T17:09:41.613" v="140"/>
          <ac:picMkLst>
            <pc:docMk/>
            <pc:sldMk cId="1871971178" sldId="365"/>
            <ac:picMk id="4" creationId="{4BE0A329-B7EE-4BDB-D6A9-EDD4ABE7148D}"/>
          </ac:picMkLst>
        </pc:picChg>
      </pc:sldChg>
      <pc:sldChg chg="addSp delSp modSp add replId">
        <pc:chgData name="Livia Kelebercova" userId="19c610ed112c9a30" providerId="Windows Live" clId="Web-{7FFC7C69-146A-EDFA-0C3A-5312E1002C86}" dt="2024-09-10T17:11:15.256" v="148" actId="1076"/>
        <pc:sldMkLst>
          <pc:docMk/>
          <pc:sldMk cId="3832885712" sldId="366"/>
        </pc:sldMkLst>
        <pc:picChg chg="del">
          <ac:chgData name="Livia Kelebercova" userId="19c610ed112c9a30" providerId="Windows Live" clId="Web-{7FFC7C69-146A-EDFA-0C3A-5312E1002C86}" dt="2024-09-10T17:10:27.505" v="145"/>
          <ac:picMkLst>
            <pc:docMk/>
            <pc:sldMk cId="3832885712" sldId="366"/>
            <ac:picMk id="2" creationId="{18B293D9-50D4-B578-81F5-210664EE619B}"/>
          </ac:picMkLst>
        </pc:picChg>
        <pc:picChg chg="add mod">
          <ac:chgData name="Livia Kelebercova" userId="19c610ed112c9a30" providerId="Windows Live" clId="Web-{7FFC7C69-146A-EDFA-0C3A-5312E1002C86}" dt="2024-09-10T17:11:15.256" v="148" actId="1076"/>
          <ac:picMkLst>
            <pc:docMk/>
            <pc:sldMk cId="3832885712" sldId="366"/>
            <ac:picMk id="3" creationId="{EBEB2DD4-4CD0-E9FB-9DA3-68AEDE2291A0}"/>
          </ac:picMkLst>
        </pc:picChg>
      </pc:sldChg>
      <pc:sldChg chg="addSp delSp modSp add replId">
        <pc:chgData name="Livia Kelebercova" userId="19c610ed112c9a30" providerId="Windows Live" clId="Web-{7FFC7C69-146A-EDFA-0C3A-5312E1002C86}" dt="2024-09-10T17:13:26.822" v="164" actId="1076"/>
        <pc:sldMkLst>
          <pc:docMk/>
          <pc:sldMk cId="102429643" sldId="367"/>
        </pc:sldMkLst>
        <pc:spChg chg="add mod">
          <ac:chgData name="Livia Kelebercova" userId="19c610ed112c9a30" providerId="Windows Live" clId="Web-{7FFC7C69-146A-EDFA-0C3A-5312E1002C86}" dt="2024-09-10T17:13:26.822" v="164" actId="1076"/>
          <ac:spMkLst>
            <pc:docMk/>
            <pc:sldMk cId="102429643" sldId="367"/>
            <ac:spMk id="4" creationId="{74C62A6D-1B31-7F71-5DF8-D1F56FE1B617}"/>
          </ac:spMkLst>
        </pc:spChg>
        <pc:picChg chg="add mod">
          <ac:chgData name="Livia Kelebercova" userId="19c610ed112c9a30" providerId="Windows Live" clId="Web-{7FFC7C69-146A-EDFA-0C3A-5312E1002C86}" dt="2024-09-10T17:12:46.790" v="153" actId="1076"/>
          <ac:picMkLst>
            <pc:docMk/>
            <pc:sldMk cId="102429643" sldId="367"/>
            <ac:picMk id="2" creationId="{F39619E0-E549-8719-DD96-AF3A68BBF345}"/>
          </ac:picMkLst>
        </pc:picChg>
        <pc:picChg chg="del">
          <ac:chgData name="Livia Kelebercova" userId="19c610ed112c9a30" providerId="Windows Live" clId="Web-{7FFC7C69-146A-EDFA-0C3A-5312E1002C86}" dt="2024-09-10T17:11:21.803" v="150"/>
          <ac:picMkLst>
            <pc:docMk/>
            <pc:sldMk cId="102429643" sldId="367"/>
            <ac:picMk id="3" creationId="{EBEB2DD4-4CD0-E9FB-9DA3-68AEDE2291A0}"/>
          </ac:picMkLst>
        </pc:picChg>
      </pc:sldChg>
      <pc:sldChg chg="addSp delSp modSp add replId">
        <pc:chgData name="Livia Kelebercova" userId="19c610ed112c9a30" providerId="Windows Live" clId="Web-{7FFC7C69-146A-EDFA-0C3A-5312E1002C86}" dt="2024-09-10T17:14:10.714" v="170" actId="1076"/>
        <pc:sldMkLst>
          <pc:docMk/>
          <pc:sldMk cId="210951551" sldId="368"/>
        </pc:sldMkLst>
        <pc:spChg chg="del">
          <ac:chgData name="Livia Kelebercova" userId="19c610ed112c9a30" providerId="Windows Live" clId="Web-{7FFC7C69-146A-EDFA-0C3A-5312E1002C86}" dt="2024-09-10T17:13:36.010" v="167"/>
          <ac:spMkLst>
            <pc:docMk/>
            <pc:sldMk cId="210951551" sldId="368"/>
            <ac:spMk id="4" creationId="{74C62A6D-1B31-7F71-5DF8-D1F56FE1B617}"/>
          </ac:spMkLst>
        </pc:spChg>
        <pc:picChg chg="del">
          <ac:chgData name="Livia Kelebercova" userId="19c610ed112c9a30" providerId="Windows Live" clId="Web-{7FFC7C69-146A-EDFA-0C3A-5312E1002C86}" dt="2024-09-10T17:13:33.260" v="166"/>
          <ac:picMkLst>
            <pc:docMk/>
            <pc:sldMk cId="210951551" sldId="368"/>
            <ac:picMk id="2" creationId="{F39619E0-E549-8719-DD96-AF3A68BBF345}"/>
          </ac:picMkLst>
        </pc:picChg>
        <pc:picChg chg="add mod">
          <ac:chgData name="Livia Kelebercova" userId="19c610ed112c9a30" providerId="Windows Live" clId="Web-{7FFC7C69-146A-EDFA-0C3A-5312E1002C86}" dt="2024-09-10T17:14:10.714" v="170" actId="1076"/>
          <ac:picMkLst>
            <pc:docMk/>
            <pc:sldMk cId="210951551" sldId="368"/>
            <ac:picMk id="3" creationId="{DDEBB35F-D267-986E-FFEA-C3A43F482AF6}"/>
          </ac:picMkLst>
        </pc:picChg>
      </pc:sldChg>
      <pc:sldChg chg="addSp delSp modSp add replId">
        <pc:chgData name="Livia Kelebercova" userId="19c610ed112c9a30" providerId="Windows Live" clId="Web-{7FFC7C69-146A-EDFA-0C3A-5312E1002C86}" dt="2024-09-10T17:16:56.250" v="178" actId="1076"/>
        <pc:sldMkLst>
          <pc:docMk/>
          <pc:sldMk cId="700882077" sldId="369"/>
        </pc:sldMkLst>
        <pc:picChg chg="add mod">
          <ac:chgData name="Livia Kelebercova" userId="19c610ed112c9a30" providerId="Windows Live" clId="Web-{7FFC7C69-146A-EDFA-0C3A-5312E1002C86}" dt="2024-09-10T17:16:56.250" v="178" actId="1076"/>
          <ac:picMkLst>
            <pc:docMk/>
            <pc:sldMk cId="700882077" sldId="369"/>
            <ac:picMk id="2" creationId="{5A597917-308F-592A-31AF-17E1AC50D2E6}"/>
          </ac:picMkLst>
        </pc:picChg>
        <pc:picChg chg="del">
          <ac:chgData name="Livia Kelebercova" userId="19c610ed112c9a30" providerId="Windows Live" clId="Web-{7FFC7C69-146A-EDFA-0C3A-5312E1002C86}" dt="2024-09-10T17:14:49.325" v="172"/>
          <ac:picMkLst>
            <pc:docMk/>
            <pc:sldMk cId="700882077" sldId="369"/>
            <ac:picMk id="3" creationId="{DDEBB35F-D267-986E-FFEA-C3A43F482AF6}"/>
          </ac:picMkLst>
        </pc:picChg>
      </pc:sldChg>
      <pc:sldChg chg="addSp delSp modSp add replId">
        <pc:chgData name="Livia Kelebercova" userId="19c610ed112c9a30" providerId="Windows Live" clId="Web-{7FFC7C69-146A-EDFA-0C3A-5312E1002C86}" dt="2024-09-10T17:25:57.842" v="271" actId="20577"/>
        <pc:sldMkLst>
          <pc:docMk/>
          <pc:sldMk cId="2924790648" sldId="370"/>
        </pc:sldMkLst>
        <pc:spChg chg="add mod">
          <ac:chgData name="Livia Kelebercova" userId="19c610ed112c9a30" providerId="Windows Live" clId="Web-{7FFC7C69-146A-EDFA-0C3A-5312E1002C86}" dt="2024-09-10T17:25:57.842" v="271" actId="20577"/>
          <ac:spMkLst>
            <pc:docMk/>
            <pc:sldMk cId="2924790648" sldId="370"/>
            <ac:spMk id="4" creationId="{E1D27E34-B759-DDF1-4588-5AA7B3372F7B}"/>
          </ac:spMkLst>
        </pc:spChg>
        <pc:spChg chg="mod">
          <ac:chgData name="Livia Kelebercova" userId="19c610ed112c9a30" providerId="Windows Live" clId="Web-{7FFC7C69-146A-EDFA-0C3A-5312E1002C86}" dt="2024-09-10T17:17:07.016" v="184" actId="20577"/>
          <ac:spMkLst>
            <pc:docMk/>
            <pc:sldMk cId="2924790648" sldId="370"/>
            <ac:spMk id="5" creationId="{FD83F038-B7F9-41D5-816E-B7D433B63377}"/>
          </ac:spMkLst>
        </pc:spChg>
        <pc:picChg chg="del">
          <ac:chgData name="Livia Kelebercova" userId="19c610ed112c9a30" providerId="Windows Live" clId="Web-{7FFC7C69-146A-EDFA-0C3A-5312E1002C86}" dt="2024-09-10T17:17:02.547" v="180"/>
          <ac:picMkLst>
            <pc:docMk/>
            <pc:sldMk cId="2924790648" sldId="370"/>
            <ac:picMk id="2" creationId="{5A597917-308F-592A-31AF-17E1AC50D2E6}"/>
          </ac:picMkLst>
        </pc:picChg>
      </pc:sldChg>
      <pc:sldChg chg="addSp delSp modSp add replId">
        <pc:chgData name="Livia Kelebercova" userId="19c610ed112c9a30" providerId="Windows Live" clId="Web-{7FFC7C69-146A-EDFA-0C3A-5312E1002C86}" dt="2024-09-10T17:18:26.377" v="200" actId="1076"/>
        <pc:sldMkLst>
          <pc:docMk/>
          <pc:sldMk cId="3607122527" sldId="371"/>
        </pc:sldMkLst>
        <pc:spChg chg="del">
          <ac:chgData name="Livia Kelebercova" userId="19c610ed112c9a30" providerId="Windows Live" clId="Web-{7FFC7C69-146A-EDFA-0C3A-5312E1002C86}" dt="2024-09-10T17:18:15.361" v="198"/>
          <ac:spMkLst>
            <pc:docMk/>
            <pc:sldMk cId="3607122527" sldId="371"/>
            <ac:spMk id="4" creationId="{E1D27E34-B759-DDF1-4588-5AA7B3372F7B}"/>
          </ac:spMkLst>
        </pc:spChg>
        <pc:picChg chg="add mod">
          <ac:chgData name="Livia Kelebercova" userId="19c610ed112c9a30" providerId="Windows Live" clId="Web-{7FFC7C69-146A-EDFA-0C3A-5312E1002C86}" dt="2024-09-10T17:18:26.377" v="200" actId="1076"/>
          <ac:picMkLst>
            <pc:docMk/>
            <pc:sldMk cId="3607122527" sldId="371"/>
            <ac:picMk id="2" creationId="{A4D3EF2A-2FFE-227E-2589-251100E7A9A7}"/>
          </ac:picMkLst>
        </pc:picChg>
      </pc:sldChg>
      <pc:sldChg chg="addSp delSp modSp add replId">
        <pc:chgData name="Livia Kelebercova" userId="19c610ed112c9a30" providerId="Windows Live" clId="Web-{7FFC7C69-146A-EDFA-0C3A-5312E1002C86}" dt="2024-09-10T17:19:16.660" v="214" actId="1076"/>
        <pc:sldMkLst>
          <pc:docMk/>
          <pc:sldMk cId="734802575" sldId="372"/>
        </pc:sldMkLst>
        <pc:spChg chg="add mod">
          <ac:chgData name="Livia Kelebercova" userId="19c610ed112c9a30" providerId="Windows Live" clId="Web-{7FFC7C69-146A-EDFA-0C3A-5312E1002C86}" dt="2024-09-10T17:19:04.769" v="211" actId="20577"/>
          <ac:spMkLst>
            <pc:docMk/>
            <pc:sldMk cId="734802575" sldId="372"/>
            <ac:spMk id="3" creationId="{4D80CD83-3088-FAF4-07B4-E146158B349E}"/>
          </ac:spMkLst>
        </pc:spChg>
        <pc:picChg chg="del">
          <ac:chgData name="Livia Kelebercova" userId="19c610ed112c9a30" providerId="Windows Live" clId="Web-{7FFC7C69-146A-EDFA-0C3A-5312E1002C86}" dt="2024-09-10T17:18:46.987" v="204"/>
          <ac:picMkLst>
            <pc:docMk/>
            <pc:sldMk cId="734802575" sldId="372"/>
            <ac:picMk id="2" creationId="{A4D3EF2A-2FFE-227E-2589-251100E7A9A7}"/>
          </ac:picMkLst>
        </pc:picChg>
        <pc:picChg chg="add mod">
          <ac:chgData name="Livia Kelebercova" userId="19c610ed112c9a30" providerId="Windows Live" clId="Web-{7FFC7C69-146A-EDFA-0C3A-5312E1002C86}" dt="2024-09-10T17:19:16.660" v="214" actId="1076"/>
          <ac:picMkLst>
            <pc:docMk/>
            <pc:sldMk cId="734802575" sldId="372"/>
            <ac:picMk id="4" creationId="{28598743-15B2-14A6-FE31-79536A45E8C5}"/>
          </ac:picMkLst>
        </pc:picChg>
      </pc:sldChg>
      <pc:sldChg chg="addSp delSp modSp add replId">
        <pc:chgData name="Livia Kelebercova" userId="19c610ed112c9a30" providerId="Windows Live" clId="Web-{7FFC7C69-146A-EDFA-0C3A-5312E1002C86}" dt="2024-09-10T17:19:54.801" v="230" actId="1076"/>
        <pc:sldMkLst>
          <pc:docMk/>
          <pc:sldMk cId="4228829307" sldId="373"/>
        </pc:sldMkLst>
        <pc:spChg chg="mod">
          <ac:chgData name="Livia Kelebercova" userId="19c610ed112c9a30" providerId="Windows Live" clId="Web-{7FFC7C69-146A-EDFA-0C3A-5312E1002C86}" dt="2024-09-10T17:19:40.817" v="227" actId="20577"/>
          <ac:spMkLst>
            <pc:docMk/>
            <pc:sldMk cId="4228829307" sldId="373"/>
            <ac:spMk id="3" creationId="{4D80CD83-3088-FAF4-07B4-E146158B349E}"/>
          </ac:spMkLst>
        </pc:spChg>
        <pc:picChg chg="add mod">
          <ac:chgData name="Livia Kelebercova" userId="19c610ed112c9a30" providerId="Windows Live" clId="Web-{7FFC7C69-146A-EDFA-0C3A-5312E1002C86}" dt="2024-09-10T17:19:54.801" v="230" actId="1076"/>
          <ac:picMkLst>
            <pc:docMk/>
            <pc:sldMk cId="4228829307" sldId="373"/>
            <ac:picMk id="2" creationId="{4D3F92F1-08E5-ADDE-5CF3-893E8D366DAA}"/>
          </ac:picMkLst>
        </pc:picChg>
        <pc:picChg chg="del">
          <ac:chgData name="Livia Kelebercova" userId="19c610ed112c9a30" providerId="Windows Live" clId="Web-{7FFC7C69-146A-EDFA-0C3A-5312E1002C86}" dt="2024-09-10T17:19:52.083" v="228"/>
          <ac:picMkLst>
            <pc:docMk/>
            <pc:sldMk cId="4228829307" sldId="373"/>
            <ac:picMk id="4" creationId="{28598743-15B2-14A6-FE31-79536A45E8C5}"/>
          </ac:picMkLst>
        </pc:picChg>
      </pc:sldChg>
      <pc:sldChg chg="delSp modSp add replId">
        <pc:chgData name="Livia Kelebercova" userId="19c610ed112c9a30" providerId="Windows Live" clId="Web-{7FFC7C69-146A-EDFA-0C3A-5312E1002C86}" dt="2024-09-10T17:21:17.882" v="263" actId="20577"/>
        <pc:sldMkLst>
          <pc:docMk/>
          <pc:sldMk cId="1877285596" sldId="374"/>
        </pc:sldMkLst>
        <pc:spChg chg="mod">
          <ac:chgData name="Livia Kelebercova" userId="19c610ed112c9a30" providerId="Windows Live" clId="Web-{7FFC7C69-146A-EDFA-0C3A-5312E1002C86}" dt="2024-09-10T17:21:17.882" v="263" actId="20577"/>
          <ac:spMkLst>
            <pc:docMk/>
            <pc:sldMk cId="1877285596" sldId="374"/>
            <ac:spMk id="3" creationId="{4D80CD83-3088-FAF4-07B4-E146158B349E}"/>
          </ac:spMkLst>
        </pc:spChg>
        <pc:picChg chg="del">
          <ac:chgData name="Livia Kelebercova" userId="19c610ed112c9a30" providerId="Windows Live" clId="Web-{7FFC7C69-146A-EDFA-0C3A-5312E1002C86}" dt="2024-09-10T17:20:01.817" v="232"/>
          <ac:picMkLst>
            <pc:docMk/>
            <pc:sldMk cId="1877285596" sldId="374"/>
            <ac:picMk id="2" creationId="{4D3F92F1-08E5-ADDE-5CF3-893E8D366DAA}"/>
          </ac:picMkLst>
        </pc:picChg>
      </pc:sldChg>
      <pc:sldChg chg="addSp delSp modSp add ord replId">
        <pc:chgData name="Livia Kelebercova" userId="19c610ed112c9a30" providerId="Windows Live" clId="Web-{7FFC7C69-146A-EDFA-0C3A-5312E1002C86}" dt="2024-09-10T17:25:16.826" v="269"/>
        <pc:sldMkLst>
          <pc:docMk/>
          <pc:sldMk cId="1259439852" sldId="375"/>
        </pc:sldMkLst>
        <pc:spChg chg="del mod">
          <ac:chgData name="Livia Kelebercova" userId="19c610ed112c9a30" providerId="Windows Live" clId="Web-{7FFC7C69-146A-EDFA-0C3A-5312E1002C86}" dt="2024-09-10T17:24:42.481" v="266"/>
          <ac:spMkLst>
            <pc:docMk/>
            <pc:sldMk cId="1259439852" sldId="375"/>
            <ac:spMk id="3" creationId="{4D80CD83-3088-FAF4-07B4-E146158B349E}"/>
          </ac:spMkLst>
        </pc:spChg>
        <pc:picChg chg="add mod">
          <ac:chgData name="Livia Kelebercova" userId="19c610ed112c9a30" providerId="Windows Live" clId="Web-{7FFC7C69-146A-EDFA-0C3A-5312E1002C86}" dt="2024-09-10T17:25:12.325" v="268" actId="1076"/>
          <ac:picMkLst>
            <pc:docMk/>
            <pc:sldMk cId="1259439852" sldId="375"/>
            <ac:picMk id="2" creationId="{F8339DD4-EE5D-F676-CFCD-4B0A6B65673C}"/>
          </ac:picMkLst>
        </pc:picChg>
      </pc:sldChg>
      <pc:sldChg chg="modSp add ord replId">
        <pc:chgData name="Livia Kelebercova" userId="19c610ed112c9a30" providerId="Windows Live" clId="Web-{7FFC7C69-146A-EDFA-0C3A-5312E1002C86}" dt="2024-09-10T17:29:01.003" v="291" actId="14100"/>
        <pc:sldMkLst>
          <pc:docMk/>
          <pc:sldMk cId="3193434885" sldId="376"/>
        </pc:sldMkLst>
        <pc:spChg chg="mod">
          <ac:chgData name="Livia Kelebercova" userId="19c610ed112c9a30" providerId="Windows Live" clId="Web-{7FFC7C69-146A-EDFA-0C3A-5312E1002C86}" dt="2024-09-10T17:29:01.003" v="291" actId="14100"/>
          <ac:spMkLst>
            <pc:docMk/>
            <pc:sldMk cId="3193434885" sldId="376"/>
            <ac:spMk id="6" creationId="{219526B4-0363-4BAB-BC46-80456D5E41E0}"/>
          </ac:spMkLst>
        </pc:spChg>
      </pc:sldChg>
    </pc:docChg>
  </pc:docChgLst>
  <pc:docChgLst>
    <pc:chgData name="Livia Kelebercova" userId="19c610ed112c9a30" providerId="Windows Live" clId="Web-{BF0AB4EA-6D46-7306-C8EF-163830111F12}"/>
    <pc:docChg chg="addSld delSld modSld sldOrd">
      <pc:chgData name="Livia Kelebercova" userId="19c610ed112c9a30" providerId="Windows Live" clId="Web-{BF0AB4EA-6D46-7306-C8EF-163830111F12}" dt="2024-09-04T18:20:48.893" v="2994" actId="1076"/>
      <pc:docMkLst>
        <pc:docMk/>
      </pc:docMkLst>
      <pc:sldChg chg="modSp del">
        <pc:chgData name="Livia Kelebercova" userId="19c610ed112c9a30" providerId="Windows Live" clId="Web-{BF0AB4EA-6D46-7306-C8EF-163830111F12}" dt="2024-09-04T13:42:03.717" v="1380"/>
        <pc:sldMkLst>
          <pc:docMk/>
          <pc:sldMk cId="1512919829" sldId="257"/>
        </pc:sldMkLst>
        <pc:spChg chg="mod">
          <ac:chgData name="Livia Kelebercova" userId="19c610ed112c9a30" providerId="Windows Live" clId="Web-{BF0AB4EA-6D46-7306-C8EF-163830111F12}" dt="2024-09-04T13:18:58.632" v="1098" actId="20577"/>
          <ac:spMkLst>
            <pc:docMk/>
            <pc:sldMk cId="1512919829" sldId="257"/>
            <ac:spMk id="15" creationId="{877EFCB6-6556-43EB-AFF2-8E29AEAA0430}"/>
          </ac:spMkLst>
        </pc:spChg>
      </pc:sldChg>
      <pc:sldChg chg="delSp modSp ord">
        <pc:chgData name="Livia Kelebercova" userId="19c610ed112c9a30" providerId="Windows Live" clId="Web-{BF0AB4EA-6D46-7306-C8EF-163830111F12}" dt="2024-09-04T16:21:21.367" v="2451" actId="20577"/>
        <pc:sldMkLst>
          <pc:docMk/>
          <pc:sldMk cId="1303195991" sldId="263"/>
        </pc:sldMkLst>
        <pc:spChg chg="mod">
          <ac:chgData name="Livia Kelebercova" userId="19c610ed112c9a30" providerId="Windows Live" clId="Web-{BF0AB4EA-6D46-7306-C8EF-163830111F12}" dt="2024-09-04T13:35:26.780" v="1134" actId="20577"/>
          <ac:spMkLst>
            <pc:docMk/>
            <pc:sldMk cId="1303195991" sldId="263"/>
            <ac:spMk id="7" creationId="{1A71BFCC-C778-470F-BB14-3025B2A7A4C5}"/>
          </ac:spMkLst>
        </pc:spChg>
        <pc:spChg chg="del">
          <ac:chgData name="Livia Kelebercova" userId="19c610ed112c9a30" providerId="Windows Live" clId="Web-{BF0AB4EA-6D46-7306-C8EF-163830111F12}" dt="2024-09-04T11:56:02.745" v="594"/>
          <ac:spMkLst>
            <pc:docMk/>
            <pc:sldMk cId="1303195991" sldId="263"/>
            <ac:spMk id="15" creationId="{99EFD1B9-8073-489A-B0E1-E7E8DEFD3374}"/>
          </ac:spMkLst>
        </pc:spChg>
        <pc:graphicFrameChg chg="modGraphic">
          <ac:chgData name="Livia Kelebercova" userId="19c610ed112c9a30" providerId="Windows Live" clId="Web-{BF0AB4EA-6D46-7306-C8EF-163830111F12}" dt="2024-09-04T16:21:21.367" v="2451" actId="20577"/>
          <ac:graphicFrameMkLst>
            <pc:docMk/>
            <pc:sldMk cId="1303195991" sldId="263"/>
            <ac:graphicFrameMk id="8" creationId="{01E34475-3A07-401D-8FA7-0B194C2C14AE}"/>
          </ac:graphicFrameMkLst>
        </pc:graphicFrameChg>
      </pc:sldChg>
      <pc:sldChg chg="del">
        <pc:chgData name="Livia Kelebercova" userId="19c610ed112c9a30" providerId="Windows Live" clId="Web-{BF0AB4EA-6D46-7306-C8EF-163830111F12}" dt="2024-09-04T11:53:12.583" v="522"/>
        <pc:sldMkLst>
          <pc:docMk/>
          <pc:sldMk cId="1207573023" sldId="306"/>
        </pc:sldMkLst>
      </pc:sldChg>
      <pc:sldChg chg="del">
        <pc:chgData name="Livia Kelebercova" userId="19c610ed112c9a30" providerId="Windows Live" clId="Web-{BF0AB4EA-6D46-7306-C8EF-163830111F12}" dt="2024-09-04T11:53:25.865" v="527"/>
        <pc:sldMkLst>
          <pc:docMk/>
          <pc:sldMk cId="712774039" sldId="308"/>
        </pc:sldMkLst>
      </pc:sldChg>
      <pc:sldChg chg="del">
        <pc:chgData name="Livia Kelebercova" userId="19c610ed112c9a30" providerId="Windows Live" clId="Web-{BF0AB4EA-6D46-7306-C8EF-163830111F12}" dt="2024-09-04T11:53:12.583" v="523"/>
        <pc:sldMkLst>
          <pc:docMk/>
          <pc:sldMk cId="427803807" sldId="318"/>
        </pc:sldMkLst>
      </pc:sldChg>
      <pc:sldChg chg="addSp delSp modSp">
        <pc:chgData name="Livia Kelebercova" userId="19c610ed112c9a30" providerId="Windows Live" clId="Web-{BF0AB4EA-6D46-7306-C8EF-163830111F12}" dt="2024-09-04T15:45:35.318" v="1743" actId="20577"/>
        <pc:sldMkLst>
          <pc:docMk/>
          <pc:sldMk cId="3692067908" sldId="321"/>
        </pc:sldMkLst>
        <pc:spChg chg="add mod">
          <ac:chgData name="Livia Kelebercova" userId="19c610ed112c9a30" providerId="Windows Live" clId="Web-{BF0AB4EA-6D46-7306-C8EF-163830111F12}" dt="2024-09-04T15:45:35.318" v="1743" actId="20577"/>
          <ac:spMkLst>
            <pc:docMk/>
            <pc:sldMk cId="3692067908" sldId="321"/>
            <ac:spMk id="5" creationId="{4DD11341-88C1-FD9C-9D95-0E5326D0B6D8}"/>
          </ac:spMkLst>
        </pc:spChg>
        <pc:spChg chg="mod">
          <ac:chgData name="Livia Kelebercova" userId="19c610ed112c9a30" providerId="Windows Live" clId="Web-{BF0AB4EA-6D46-7306-C8EF-163830111F12}" dt="2024-09-04T11:55:53.448" v="592" actId="20577"/>
          <ac:spMkLst>
            <pc:docMk/>
            <pc:sldMk cId="3692067908" sldId="321"/>
            <ac:spMk id="6" creationId="{0C7D1952-6A28-4EFF-BDD5-BD4D64C67CE8}"/>
          </ac:spMkLst>
        </pc:spChg>
        <pc:spChg chg="del">
          <ac:chgData name="Livia Kelebercova" userId="19c610ed112c9a30" providerId="Windows Live" clId="Web-{BF0AB4EA-6D46-7306-C8EF-163830111F12}" dt="2024-09-04T11:55:58.636" v="593"/>
          <ac:spMkLst>
            <pc:docMk/>
            <pc:sldMk cId="3692067908" sldId="321"/>
            <ac:spMk id="9" creationId="{F060BF75-456A-426A-854B-52CC6C796DD6}"/>
          </ac:spMkLst>
        </pc:spChg>
        <pc:graphicFrameChg chg="del">
          <ac:chgData name="Livia Kelebercova" userId="19c610ed112c9a30" providerId="Windows Live" clId="Web-{BF0AB4EA-6D46-7306-C8EF-163830111F12}" dt="2024-09-04T11:56:06.933" v="595"/>
          <ac:graphicFrameMkLst>
            <pc:docMk/>
            <pc:sldMk cId="3692067908" sldId="321"/>
            <ac:graphicFrameMk id="8" creationId="{1B4B6D8C-F1E7-4CF3-81EC-749A33D8C787}"/>
          </ac:graphicFrameMkLst>
        </pc:graphicFrameChg>
        <pc:picChg chg="add mod">
          <ac:chgData name="Livia Kelebercova" userId="19c610ed112c9a30" providerId="Windows Live" clId="Web-{BF0AB4EA-6D46-7306-C8EF-163830111F12}" dt="2024-09-04T11:56:51.028" v="600" actId="1076"/>
          <ac:picMkLst>
            <pc:docMk/>
            <pc:sldMk cId="3692067908" sldId="321"/>
            <ac:picMk id="2" creationId="{D1EFFAA7-4962-CB17-17A0-67DFF8B819F9}"/>
          </ac:picMkLst>
        </pc:picChg>
        <pc:picChg chg="add del mod">
          <ac:chgData name="Livia Kelebercova" userId="19c610ed112c9a30" providerId="Windows Live" clId="Web-{BF0AB4EA-6D46-7306-C8EF-163830111F12}" dt="2024-09-04T11:56:43.934" v="599"/>
          <ac:picMkLst>
            <pc:docMk/>
            <pc:sldMk cId="3692067908" sldId="321"/>
            <ac:picMk id="3" creationId="{ED92BE55-5892-7F7B-943A-BF6E9A1F5623}"/>
          </ac:picMkLst>
        </pc:picChg>
      </pc:sldChg>
      <pc:sldChg chg="del">
        <pc:chgData name="Livia Kelebercova" userId="19c610ed112c9a30" providerId="Windows Live" clId="Web-{BF0AB4EA-6D46-7306-C8EF-163830111F12}" dt="2024-09-04T11:53:25.865" v="526"/>
        <pc:sldMkLst>
          <pc:docMk/>
          <pc:sldMk cId="4079268399" sldId="322"/>
        </pc:sldMkLst>
      </pc:sldChg>
      <pc:sldChg chg="del">
        <pc:chgData name="Livia Kelebercova" userId="19c610ed112c9a30" providerId="Windows Live" clId="Web-{BF0AB4EA-6D46-7306-C8EF-163830111F12}" dt="2024-09-04T11:53:25.865" v="525"/>
        <pc:sldMkLst>
          <pc:docMk/>
          <pc:sldMk cId="1352570991" sldId="332"/>
        </pc:sldMkLst>
      </pc:sldChg>
      <pc:sldChg chg="delSp modSp ord">
        <pc:chgData name="Livia Kelebercova" userId="19c610ed112c9a30" providerId="Windows Live" clId="Web-{BF0AB4EA-6D46-7306-C8EF-163830111F12}" dt="2024-09-04T11:51:02.657" v="521" actId="20577"/>
        <pc:sldMkLst>
          <pc:docMk/>
          <pc:sldMk cId="634033847" sldId="333"/>
        </pc:sldMkLst>
        <pc:spChg chg="mod">
          <ac:chgData name="Livia Kelebercova" userId="19c610ed112c9a30" providerId="Windows Live" clId="Web-{BF0AB4EA-6D46-7306-C8EF-163830111F12}" dt="2024-09-04T11:49:26.326" v="470" actId="20577"/>
          <ac:spMkLst>
            <pc:docMk/>
            <pc:sldMk cId="634033847" sldId="333"/>
            <ac:spMk id="5" creationId="{FD83F038-B7F9-41D5-816E-B7D433B63377}"/>
          </ac:spMkLst>
        </pc:spChg>
        <pc:spChg chg="mod">
          <ac:chgData name="Livia Kelebercova" userId="19c610ed112c9a30" providerId="Windows Live" clId="Web-{BF0AB4EA-6D46-7306-C8EF-163830111F12}" dt="2024-09-04T11:51:02.657" v="521" actId="20577"/>
          <ac:spMkLst>
            <pc:docMk/>
            <pc:sldMk cId="634033847" sldId="333"/>
            <ac:spMk id="7" creationId="{3BDE0D8D-4274-4437-963B-342C5584A2BF}"/>
          </ac:spMkLst>
        </pc:spChg>
        <pc:picChg chg="del">
          <ac:chgData name="Livia Kelebercova" userId="19c610ed112c9a30" providerId="Windows Live" clId="Web-{BF0AB4EA-6D46-7306-C8EF-163830111F12}" dt="2024-09-04T11:49:31.169" v="471"/>
          <ac:picMkLst>
            <pc:docMk/>
            <pc:sldMk cId="634033847" sldId="333"/>
            <ac:picMk id="13" creationId="{8C8856F4-3D40-7CE1-462D-7C0C0F79BD70}"/>
          </ac:picMkLst>
        </pc:picChg>
      </pc:sldChg>
      <pc:sldChg chg="del">
        <pc:chgData name="Livia Kelebercova" userId="19c610ed112c9a30" providerId="Windows Live" clId="Web-{BF0AB4EA-6D46-7306-C8EF-163830111F12}" dt="2024-09-04T11:53:12.583" v="524"/>
        <pc:sldMkLst>
          <pc:docMk/>
          <pc:sldMk cId="3087793748" sldId="334"/>
        </pc:sldMkLst>
      </pc:sldChg>
      <pc:sldChg chg="modSp">
        <pc:chgData name="Livia Kelebercova" userId="19c610ed112c9a30" providerId="Windows Live" clId="Web-{BF0AB4EA-6D46-7306-C8EF-163830111F12}" dt="2024-09-04T11:49:19.825" v="464" actId="20577"/>
        <pc:sldMkLst>
          <pc:docMk/>
          <pc:sldMk cId="1725359674" sldId="335"/>
        </pc:sldMkLst>
        <pc:spChg chg="mod">
          <ac:chgData name="Livia Kelebercova" userId="19c610ed112c9a30" providerId="Windows Live" clId="Web-{BF0AB4EA-6D46-7306-C8EF-163830111F12}" dt="2024-09-04T11:49:19.825" v="464" actId="20577"/>
          <ac:spMkLst>
            <pc:docMk/>
            <pc:sldMk cId="1725359674" sldId="335"/>
            <ac:spMk id="6" creationId="{219526B4-0363-4BAB-BC46-80456D5E41E0}"/>
          </ac:spMkLst>
        </pc:spChg>
      </pc:sldChg>
      <pc:sldChg chg="addSp delSp modSp add replId">
        <pc:chgData name="Livia Kelebercova" userId="19c610ed112c9a30" providerId="Windows Live" clId="Web-{BF0AB4EA-6D46-7306-C8EF-163830111F12}" dt="2024-09-04T10:09:50.829" v="185" actId="1076"/>
        <pc:sldMkLst>
          <pc:docMk/>
          <pc:sldMk cId="1082012067" sldId="336"/>
        </pc:sldMkLst>
        <pc:spChg chg="mod">
          <ac:chgData name="Livia Kelebercova" userId="19c610ed112c9a30" providerId="Windows Live" clId="Web-{BF0AB4EA-6D46-7306-C8EF-163830111F12}" dt="2024-09-04T09:53:57.169" v="78" actId="20577"/>
          <ac:spMkLst>
            <pc:docMk/>
            <pc:sldMk cId="1082012067" sldId="336"/>
            <ac:spMk id="5" creationId="{FD83F038-B7F9-41D5-816E-B7D433B63377}"/>
          </ac:spMkLst>
        </pc:spChg>
        <pc:spChg chg="mod">
          <ac:chgData name="Livia Kelebercova" userId="19c610ed112c9a30" providerId="Windows Live" clId="Web-{BF0AB4EA-6D46-7306-C8EF-163830111F12}" dt="2024-09-04T10:09:30.938" v="181" actId="20577"/>
          <ac:spMkLst>
            <pc:docMk/>
            <pc:sldMk cId="1082012067" sldId="336"/>
            <ac:spMk id="7" creationId="{3BDE0D8D-4274-4437-963B-342C5584A2BF}"/>
          </ac:spMkLst>
        </pc:spChg>
        <pc:picChg chg="add del mod">
          <ac:chgData name="Livia Kelebercova" userId="19c610ed112c9a30" providerId="Windows Live" clId="Web-{BF0AB4EA-6D46-7306-C8EF-163830111F12}" dt="2024-09-04T10:09:22.110" v="179"/>
          <ac:picMkLst>
            <pc:docMk/>
            <pc:sldMk cId="1082012067" sldId="336"/>
            <ac:picMk id="2" creationId="{4513C7A6-2476-32DD-2BE4-F34D8747A27B}"/>
          </ac:picMkLst>
        </pc:picChg>
        <pc:picChg chg="add mod">
          <ac:chgData name="Livia Kelebercova" userId="19c610ed112c9a30" providerId="Windows Live" clId="Web-{BF0AB4EA-6D46-7306-C8EF-163830111F12}" dt="2024-09-04T10:09:50.829" v="185" actId="1076"/>
          <ac:picMkLst>
            <pc:docMk/>
            <pc:sldMk cId="1082012067" sldId="336"/>
            <ac:picMk id="3" creationId="{C9BABBDC-D85A-FC74-C322-FC01FA4C2C55}"/>
          </ac:picMkLst>
        </pc:picChg>
        <pc:picChg chg="del">
          <ac:chgData name="Livia Kelebercova" userId="19c610ed112c9a30" providerId="Windows Live" clId="Web-{BF0AB4EA-6D46-7306-C8EF-163830111F12}" dt="2024-09-04T09:54:13.404" v="79"/>
          <ac:picMkLst>
            <pc:docMk/>
            <pc:sldMk cId="1082012067" sldId="336"/>
            <ac:picMk id="13" creationId="{8C8856F4-3D40-7CE1-462D-7C0C0F79BD70}"/>
          </ac:picMkLst>
        </pc:picChg>
      </pc:sldChg>
      <pc:sldChg chg="addSp modSp add replId">
        <pc:chgData name="Livia Kelebercova" userId="19c610ed112c9a30" providerId="Windows Live" clId="Web-{BF0AB4EA-6D46-7306-C8EF-163830111F12}" dt="2024-09-04T10:10:46.269" v="197" actId="14100"/>
        <pc:sldMkLst>
          <pc:docMk/>
          <pc:sldMk cId="2942916675" sldId="337"/>
        </pc:sldMkLst>
        <pc:spChg chg="mod">
          <ac:chgData name="Livia Kelebercova" userId="19c610ed112c9a30" providerId="Windows Live" clId="Web-{BF0AB4EA-6D46-7306-C8EF-163830111F12}" dt="2024-09-04T10:10:03.158" v="189" actId="20577"/>
          <ac:spMkLst>
            <pc:docMk/>
            <pc:sldMk cId="2942916675" sldId="337"/>
            <ac:spMk id="7" creationId="{3BDE0D8D-4274-4437-963B-342C5584A2BF}"/>
          </ac:spMkLst>
        </pc:spChg>
        <pc:picChg chg="add mod">
          <ac:chgData name="Livia Kelebercova" userId="19c610ed112c9a30" providerId="Windows Live" clId="Web-{BF0AB4EA-6D46-7306-C8EF-163830111F12}" dt="2024-09-04T10:10:46.269" v="197" actId="14100"/>
          <ac:picMkLst>
            <pc:docMk/>
            <pc:sldMk cId="2942916675" sldId="337"/>
            <ac:picMk id="2" creationId="{8BFB33B6-A7FF-8387-F44E-DB041D3F560D}"/>
          </ac:picMkLst>
        </pc:picChg>
      </pc:sldChg>
      <pc:sldChg chg="addSp modSp add replId">
        <pc:chgData name="Livia Kelebercova" userId="19c610ed112c9a30" providerId="Windows Live" clId="Web-{BF0AB4EA-6D46-7306-C8EF-163830111F12}" dt="2024-09-04T10:11:42.709" v="207" actId="1076"/>
        <pc:sldMkLst>
          <pc:docMk/>
          <pc:sldMk cId="926853885" sldId="338"/>
        </pc:sldMkLst>
        <pc:spChg chg="mod">
          <ac:chgData name="Livia Kelebercova" userId="19c610ed112c9a30" providerId="Windows Live" clId="Web-{BF0AB4EA-6D46-7306-C8EF-163830111F12}" dt="2024-09-04T10:11:06.254" v="202" actId="20577"/>
          <ac:spMkLst>
            <pc:docMk/>
            <pc:sldMk cId="926853885" sldId="338"/>
            <ac:spMk id="7" creationId="{3BDE0D8D-4274-4437-963B-342C5584A2BF}"/>
          </ac:spMkLst>
        </pc:spChg>
        <pc:picChg chg="add mod">
          <ac:chgData name="Livia Kelebercova" userId="19c610ed112c9a30" providerId="Windows Live" clId="Web-{BF0AB4EA-6D46-7306-C8EF-163830111F12}" dt="2024-09-04T10:11:42.709" v="207" actId="1076"/>
          <ac:picMkLst>
            <pc:docMk/>
            <pc:sldMk cId="926853885" sldId="338"/>
            <ac:picMk id="2" creationId="{BB8E9DAE-EFC1-8EAF-8234-2A59C59F5C17}"/>
          </ac:picMkLst>
        </pc:picChg>
      </pc:sldChg>
      <pc:sldChg chg="addSp modSp add replId">
        <pc:chgData name="Livia Kelebercova" userId="19c610ed112c9a30" providerId="Windows Live" clId="Web-{BF0AB4EA-6D46-7306-C8EF-163830111F12}" dt="2024-09-04T10:12:12.413" v="213" actId="1076"/>
        <pc:sldMkLst>
          <pc:docMk/>
          <pc:sldMk cId="620615039" sldId="339"/>
        </pc:sldMkLst>
        <pc:spChg chg="mod">
          <ac:chgData name="Livia Kelebercova" userId="19c610ed112c9a30" providerId="Windows Live" clId="Web-{BF0AB4EA-6D46-7306-C8EF-163830111F12}" dt="2024-09-04T10:11:50.193" v="210" actId="20577"/>
          <ac:spMkLst>
            <pc:docMk/>
            <pc:sldMk cId="620615039" sldId="339"/>
            <ac:spMk id="7" creationId="{3BDE0D8D-4274-4437-963B-342C5584A2BF}"/>
          </ac:spMkLst>
        </pc:spChg>
        <pc:picChg chg="add mod">
          <ac:chgData name="Livia Kelebercova" userId="19c610ed112c9a30" providerId="Windows Live" clId="Web-{BF0AB4EA-6D46-7306-C8EF-163830111F12}" dt="2024-09-04T10:12:12.413" v="213" actId="1076"/>
          <ac:picMkLst>
            <pc:docMk/>
            <pc:sldMk cId="620615039" sldId="339"/>
            <ac:picMk id="2" creationId="{0A218063-5949-0B3B-64DD-A86AB0C432E8}"/>
          </ac:picMkLst>
        </pc:picChg>
      </pc:sldChg>
      <pc:sldChg chg="addSp delSp modSp add ord replId">
        <pc:chgData name="Livia Kelebercova" userId="19c610ed112c9a30" providerId="Windows Live" clId="Web-{BF0AB4EA-6D46-7306-C8EF-163830111F12}" dt="2024-09-04T10:16:59.455" v="314" actId="1076"/>
        <pc:sldMkLst>
          <pc:docMk/>
          <pc:sldMk cId="3871325739" sldId="340"/>
        </pc:sldMkLst>
        <pc:spChg chg="mod">
          <ac:chgData name="Livia Kelebercova" userId="19c610ed112c9a30" providerId="Windows Live" clId="Web-{BF0AB4EA-6D46-7306-C8EF-163830111F12}" dt="2024-09-04T10:16:10.203" v="307" actId="20577"/>
          <ac:spMkLst>
            <pc:docMk/>
            <pc:sldMk cId="3871325739" sldId="340"/>
            <ac:spMk id="7" creationId="{3BDE0D8D-4274-4437-963B-342C5584A2BF}"/>
          </ac:spMkLst>
        </pc:spChg>
        <pc:picChg chg="add mod">
          <ac:chgData name="Livia Kelebercova" userId="19c610ed112c9a30" providerId="Windows Live" clId="Web-{BF0AB4EA-6D46-7306-C8EF-163830111F12}" dt="2024-09-04T10:16:05.297" v="306" actId="14100"/>
          <ac:picMkLst>
            <pc:docMk/>
            <pc:sldMk cId="3871325739" sldId="340"/>
            <ac:picMk id="2" creationId="{B930CBF3-DEAF-4F81-17AC-5E9979DA961D}"/>
          </ac:picMkLst>
        </pc:picChg>
        <pc:picChg chg="add del mod">
          <ac:chgData name="Livia Kelebercova" userId="19c610ed112c9a30" providerId="Windows Live" clId="Web-{BF0AB4EA-6D46-7306-C8EF-163830111F12}" dt="2024-09-04T10:16:28.047" v="310"/>
          <ac:picMkLst>
            <pc:docMk/>
            <pc:sldMk cId="3871325739" sldId="340"/>
            <ac:picMk id="3" creationId="{1584DEEF-1B92-890B-9220-2F4DC1B8C094}"/>
          </ac:picMkLst>
        </pc:picChg>
        <pc:picChg chg="add mod">
          <ac:chgData name="Livia Kelebercova" userId="19c610ed112c9a30" providerId="Windows Live" clId="Web-{BF0AB4EA-6D46-7306-C8EF-163830111F12}" dt="2024-09-04T10:16:59.455" v="314" actId="1076"/>
          <ac:picMkLst>
            <pc:docMk/>
            <pc:sldMk cId="3871325739" sldId="340"/>
            <ac:picMk id="4" creationId="{308F5DCE-E782-63B3-E205-1DABE7D82EA2}"/>
          </ac:picMkLst>
        </pc:picChg>
        <pc:picChg chg="del">
          <ac:chgData name="Livia Kelebercova" userId="19c610ed112c9a30" providerId="Windows Live" clId="Web-{BF0AB4EA-6D46-7306-C8EF-163830111F12}" dt="2024-09-04T10:14:33.028" v="286"/>
          <ac:picMkLst>
            <pc:docMk/>
            <pc:sldMk cId="3871325739" sldId="340"/>
            <ac:picMk id="13" creationId="{8C8856F4-3D40-7CE1-462D-7C0C0F79BD70}"/>
          </ac:picMkLst>
        </pc:picChg>
      </pc:sldChg>
      <pc:sldChg chg="addSp delSp modSp add ord replId">
        <pc:chgData name="Livia Kelebercova" userId="19c610ed112c9a30" providerId="Windows Live" clId="Web-{BF0AB4EA-6D46-7306-C8EF-163830111F12}" dt="2024-09-04T11:48:41.558" v="452" actId="1076"/>
        <pc:sldMkLst>
          <pc:docMk/>
          <pc:sldMk cId="901332596" sldId="341"/>
        </pc:sldMkLst>
        <pc:spChg chg="mod">
          <ac:chgData name="Livia Kelebercova" userId="19c610ed112c9a30" providerId="Windows Live" clId="Web-{BF0AB4EA-6D46-7306-C8EF-163830111F12}" dt="2024-09-04T11:44:41.738" v="325" actId="20577"/>
          <ac:spMkLst>
            <pc:docMk/>
            <pc:sldMk cId="901332596" sldId="341"/>
            <ac:spMk id="5" creationId="{FD83F038-B7F9-41D5-816E-B7D433B63377}"/>
          </ac:spMkLst>
        </pc:spChg>
        <pc:spChg chg="mod">
          <ac:chgData name="Livia Kelebercova" userId="19c610ed112c9a30" providerId="Windows Live" clId="Web-{BF0AB4EA-6D46-7306-C8EF-163830111F12}" dt="2024-09-04T11:48:26.652" v="447" actId="20577"/>
          <ac:spMkLst>
            <pc:docMk/>
            <pc:sldMk cId="901332596" sldId="341"/>
            <ac:spMk id="7" creationId="{3BDE0D8D-4274-4437-963B-342C5584A2BF}"/>
          </ac:spMkLst>
        </pc:spChg>
        <pc:picChg chg="add mod">
          <ac:chgData name="Livia Kelebercova" userId="19c610ed112c9a30" providerId="Windows Live" clId="Web-{BF0AB4EA-6D46-7306-C8EF-163830111F12}" dt="2024-09-04T11:48:41.558" v="452" actId="1076"/>
          <ac:picMkLst>
            <pc:docMk/>
            <pc:sldMk cId="901332596" sldId="341"/>
            <ac:picMk id="2" creationId="{6DC752C2-513E-5010-C4D3-EDBE38862F33}"/>
          </ac:picMkLst>
        </pc:picChg>
        <pc:picChg chg="del">
          <ac:chgData name="Livia Kelebercova" userId="19c610ed112c9a30" providerId="Windows Live" clId="Web-{BF0AB4EA-6D46-7306-C8EF-163830111F12}" dt="2024-09-04T11:44:45.988" v="326"/>
          <ac:picMkLst>
            <pc:docMk/>
            <pc:sldMk cId="901332596" sldId="341"/>
            <ac:picMk id="13" creationId="{8C8856F4-3D40-7CE1-462D-7C0C0F79BD70}"/>
          </ac:picMkLst>
        </pc:picChg>
      </pc:sldChg>
      <pc:sldChg chg="add replId">
        <pc:chgData name="Livia Kelebercova" userId="19c610ed112c9a30" providerId="Windows Live" clId="Web-{BF0AB4EA-6D46-7306-C8EF-163830111F12}" dt="2024-09-04T11:49:01.278" v="453"/>
        <pc:sldMkLst>
          <pc:docMk/>
          <pc:sldMk cId="466575224" sldId="342"/>
        </pc:sldMkLst>
      </pc:sldChg>
      <pc:sldChg chg="modSp add replId">
        <pc:chgData name="Livia Kelebercova" userId="19c610ed112c9a30" providerId="Windows Live" clId="Web-{BF0AB4EA-6D46-7306-C8EF-163830111F12}" dt="2024-09-04T13:26:23.290" v="1131" actId="20577"/>
        <pc:sldMkLst>
          <pc:docMk/>
          <pc:sldMk cId="3208704098" sldId="343"/>
        </pc:sldMkLst>
        <pc:spChg chg="mod">
          <ac:chgData name="Livia Kelebercova" userId="19c610ed112c9a30" providerId="Windows Live" clId="Web-{BF0AB4EA-6D46-7306-C8EF-163830111F12}" dt="2024-09-04T13:26:23.290" v="1131" actId="20577"/>
          <ac:spMkLst>
            <pc:docMk/>
            <pc:sldMk cId="3208704098" sldId="343"/>
            <ac:spMk id="7" creationId="{3BDE0D8D-4274-4437-963B-342C5584A2BF}"/>
          </ac:spMkLst>
        </pc:spChg>
      </pc:sldChg>
      <pc:sldChg chg="addSp delSp modSp add ord replId">
        <pc:chgData name="Livia Kelebercova" userId="19c610ed112c9a30" providerId="Windows Live" clId="Web-{BF0AB4EA-6D46-7306-C8EF-163830111F12}" dt="2024-09-04T12:12:12.450" v="780" actId="1076"/>
        <pc:sldMkLst>
          <pc:docMk/>
          <pc:sldMk cId="512932105" sldId="344"/>
        </pc:sldMkLst>
        <pc:spChg chg="mod">
          <ac:chgData name="Livia Kelebercova" userId="19c610ed112c9a30" providerId="Windows Live" clId="Web-{BF0AB4EA-6D46-7306-C8EF-163830111F12}" dt="2024-09-04T12:09:25.913" v="693" actId="20577"/>
          <ac:spMkLst>
            <pc:docMk/>
            <pc:sldMk cId="512932105" sldId="344"/>
            <ac:spMk id="5" creationId="{FD83F038-B7F9-41D5-816E-B7D433B63377}"/>
          </ac:spMkLst>
        </pc:spChg>
        <pc:spChg chg="mod">
          <ac:chgData name="Livia Kelebercova" userId="19c610ed112c9a30" providerId="Windows Live" clId="Web-{BF0AB4EA-6D46-7306-C8EF-163830111F12}" dt="2024-09-04T12:12:01.575" v="776" actId="20577"/>
          <ac:spMkLst>
            <pc:docMk/>
            <pc:sldMk cId="512932105" sldId="344"/>
            <ac:spMk id="7" creationId="{3BDE0D8D-4274-4437-963B-342C5584A2BF}"/>
          </ac:spMkLst>
        </pc:spChg>
        <pc:picChg chg="del">
          <ac:chgData name="Livia Kelebercova" userId="19c610ed112c9a30" providerId="Windows Live" clId="Web-{BF0AB4EA-6D46-7306-C8EF-163830111F12}" dt="2024-09-04T12:06:38.658" v="628"/>
          <ac:picMkLst>
            <pc:docMk/>
            <pc:sldMk cId="512932105" sldId="344"/>
            <ac:picMk id="2" creationId="{6DC752C2-513E-5010-C4D3-EDBE38862F33}"/>
          </ac:picMkLst>
        </pc:picChg>
        <pc:picChg chg="add mod">
          <ac:chgData name="Livia Kelebercova" userId="19c610ed112c9a30" providerId="Windows Live" clId="Web-{BF0AB4EA-6D46-7306-C8EF-163830111F12}" dt="2024-09-04T12:12:12.450" v="780" actId="1076"/>
          <ac:picMkLst>
            <pc:docMk/>
            <pc:sldMk cId="512932105" sldId="344"/>
            <ac:picMk id="3" creationId="{48975B48-FB74-C057-F81E-F66E8AE92FFF}"/>
          </ac:picMkLst>
        </pc:picChg>
      </pc:sldChg>
      <pc:sldChg chg="modSp add ord replId">
        <pc:chgData name="Livia Kelebercova" userId="19c610ed112c9a30" providerId="Windows Live" clId="Web-{BF0AB4EA-6D46-7306-C8EF-163830111F12}" dt="2024-09-04T11:55:14.087" v="582" actId="20577"/>
        <pc:sldMkLst>
          <pc:docMk/>
          <pc:sldMk cId="1855351110" sldId="345"/>
        </pc:sldMkLst>
        <pc:spChg chg="mod">
          <ac:chgData name="Livia Kelebercova" userId="19c610ed112c9a30" providerId="Windows Live" clId="Web-{BF0AB4EA-6D46-7306-C8EF-163830111F12}" dt="2024-09-04T11:55:14.087" v="582" actId="20577"/>
          <ac:spMkLst>
            <pc:docMk/>
            <pc:sldMk cId="1855351110" sldId="345"/>
            <ac:spMk id="6" creationId="{219526B4-0363-4BAB-BC46-80456D5E41E0}"/>
          </ac:spMkLst>
        </pc:spChg>
      </pc:sldChg>
      <pc:sldChg chg="addSp delSp modSp add replId">
        <pc:chgData name="Livia Kelebercova" userId="19c610ed112c9a30" providerId="Windows Live" clId="Web-{BF0AB4EA-6D46-7306-C8EF-163830111F12}" dt="2024-09-04T13:40:48.839" v="1368" actId="20577"/>
        <pc:sldMkLst>
          <pc:docMk/>
          <pc:sldMk cId="658825611" sldId="346"/>
        </pc:sldMkLst>
        <pc:spChg chg="mod">
          <ac:chgData name="Livia Kelebercova" userId="19c610ed112c9a30" providerId="Windows Live" clId="Web-{BF0AB4EA-6D46-7306-C8EF-163830111F12}" dt="2024-09-04T12:34:41.434" v="1056" actId="20577"/>
          <ac:spMkLst>
            <pc:docMk/>
            <pc:sldMk cId="658825611" sldId="346"/>
            <ac:spMk id="5" creationId="{FD83F038-B7F9-41D5-816E-B7D433B63377}"/>
          </ac:spMkLst>
        </pc:spChg>
        <pc:spChg chg="add del mod">
          <ac:chgData name="Livia Kelebercova" userId="19c610ed112c9a30" providerId="Windows Live" clId="Web-{BF0AB4EA-6D46-7306-C8EF-163830111F12}" dt="2024-09-04T12:27:36.888" v="885"/>
          <ac:spMkLst>
            <pc:docMk/>
            <pc:sldMk cId="658825611" sldId="346"/>
            <ac:spMk id="6" creationId="{9322CA74-B60E-3D32-CA27-5262E1507BD3}"/>
          </ac:spMkLst>
        </pc:spChg>
        <pc:spChg chg="mod">
          <ac:chgData name="Livia Kelebercova" userId="19c610ed112c9a30" providerId="Windows Live" clId="Web-{BF0AB4EA-6D46-7306-C8EF-163830111F12}" dt="2024-09-04T13:40:48.839" v="1368" actId="20577"/>
          <ac:spMkLst>
            <pc:docMk/>
            <pc:sldMk cId="658825611" sldId="346"/>
            <ac:spMk id="7" creationId="{3BDE0D8D-4274-4437-963B-342C5584A2BF}"/>
          </ac:spMkLst>
        </pc:spChg>
        <pc:spChg chg="add del mod">
          <ac:chgData name="Livia Kelebercova" userId="19c610ed112c9a30" providerId="Windows Live" clId="Web-{BF0AB4EA-6D46-7306-C8EF-163830111F12}" dt="2024-09-04T12:27:42.685" v="887"/>
          <ac:spMkLst>
            <pc:docMk/>
            <pc:sldMk cId="658825611" sldId="346"/>
            <ac:spMk id="9" creationId="{ABA5B9C4-54FA-94EF-7A2F-B5113C5D7A05}"/>
          </ac:spMkLst>
        </pc:spChg>
        <pc:picChg chg="add del mod">
          <ac:chgData name="Livia Kelebercova" userId="19c610ed112c9a30" providerId="Windows Live" clId="Web-{BF0AB4EA-6D46-7306-C8EF-163830111F12}" dt="2024-09-04T12:20:50.952" v="828"/>
          <ac:picMkLst>
            <pc:docMk/>
            <pc:sldMk cId="658825611" sldId="346"/>
            <ac:picMk id="2" creationId="{AE8A8037-9F82-C9B4-016D-CD1DDBB4D8F0}"/>
          </ac:picMkLst>
        </pc:picChg>
        <pc:picChg chg="del">
          <ac:chgData name="Livia Kelebercova" userId="19c610ed112c9a30" providerId="Windows Live" clId="Web-{BF0AB4EA-6D46-7306-C8EF-163830111F12}" dt="2024-09-04T12:18:55.339" v="816"/>
          <ac:picMkLst>
            <pc:docMk/>
            <pc:sldMk cId="658825611" sldId="346"/>
            <ac:picMk id="3" creationId="{48975B48-FB74-C057-F81E-F66E8AE92FFF}"/>
          </ac:picMkLst>
        </pc:picChg>
        <pc:picChg chg="add del mod modCrop">
          <ac:chgData name="Livia Kelebercova" userId="19c610ed112c9a30" providerId="Windows Live" clId="Web-{BF0AB4EA-6D46-7306-C8EF-163830111F12}" dt="2024-09-04T12:27:39.732" v="886"/>
          <ac:picMkLst>
            <pc:docMk/>
            <pc:sldMk cId="658825611" sldId="346"/>
            <ac:picMk id="4" creationId="{9437FB49-18AC-643F-C9FD-445B53507B4C}"/>
          </ac:picMkLst>
        </pc:picChg>
        <pc:picChg chg="add del mod">
          <ac:chgData name="Livia Kelebercova" userId="19c610ed112c9a30" providerId="Windows Live" clId="Web-{BF0AB4EA-6D46-7306-C8EF-163830111F12}" dt="2024-09-04T12:33:00.946" v="1038"/>
          <ac:picMkLst>
            <pc:docMk/>
            <pc:sldMk cId="658825611" sldId="346"/>
            <ac:picMk id="10" creationId="{9916EA58-D3C5-D12C-62EC-BED652747E25}"/>
          </ac:picMkLst>
        </pc:picChg>
        <pc:picChg chg="add mod">
          <ac:chgData name="Livia Kelebercova" userId="19c610ed112c9a30" providerId="Windows Live" clId="Web-{BF0AB4EA-6D46-7306-C8EF-163830111F12}" dt="2024-09-04T12:33:17.650" v="1042" actId="1076"/>
          <ac:picMkLst>
            <pc:docMk/>
            <pc:sldMk cId="658825611" sldId="346"/>
            <ac:picMk id="11" creationId="{3DD93932-7FD0-647E-0FA4-8430692CE7DB}"/>
          </ac:picMkLst>
        </pc:picChg>
      </pc:sldChg>
      <pc:sldChg chg="modSp add replId">
        <pc:chgData name="Livia Kelebercova" userId="19c610ed112c9a30" providerId="Windows Live" clId="Web-{BF0AB4EA-6D46-7306-C8EF-163830111F12}" dt="2024-09-04T12:34:08.667" v="1053" actId="20577"/>
        <pc:sldMkLst>
          <pc:docMk/>
          <pc:sldMk cId="1958174984" sldId="347"/>
        </pc:sldMkLst>
        <pc:spChg chg="mod">
          <ac:chgData name="Livia Kelebercova" userId="19c610ed112c9a30" providerId="Windows Live" clId="Web-{BF0AB4EA-6D46-7306-C8EF-163830111F12}" dt="2024-09-04T12:34:08.667" v="1053" actId="20577"/>
          <ac:spMkLst>
            <pc:docMk/>
            <pc:sldMk cId="1958174984" sldId="347"/>
            <ac:spMk id="5" creationId="{FD83F038-B7F9-41D5-816E-B7D433B63377}"/>
          </ac:spMkLst>
        </pc:spChg>
      </pc:sldChg>
      <pc:sldChg chg="addSp delSp modSp add replId">
        <pc:chgData name="Livia Kelebercova" userId="19c610ed112c9a30" providerId="Windows Live" clId="Web-{BF0AB4EA-6D46-7306-C8EF-163830111F12}" dt="2024-09-04T13:01:19.013" v="1084"/>
        <pc:sldMkLst>
          <pc:docMk/>
          <pc:sldMk cId="682396167" sldId="348"/>
        </pc:sldMkLst>
        <pc:spChg chg="mod">
          <ac:chgData name="Livia Kelebercova" userId="19c610ed112c9a30" providerId="Windows Live" clId="Web-{BF0AB4EA-6D46-7306-C8EF-163830111F12}" dt="2024-09-04T12:59:19.696" v="1059" actId="20577"/>
          <ac:spMkLst>
            <pc:docMk/>
            <pc:sldMk cId="682396167" sldId="348"/>
            <ac:spMk id="5" creationId="{FD83F038-B7F9-41D5-816E-B7D433B63377}"/>
          </ac:spMkLst>
        </pc:spChg>
        <pc:spChg chg="del">
          <ac:chgData name="Livia Kelebercova" userId="19c610ed112c9a30" providerId="Windows Live" clId="Web-{BF0AB4EA-6D46-7306-C8EF-163830111F12}" dt="2024-09-04T12:59:45.604" v="1071"/>
          <ac:spMkLst>
            <pc:docMk/>
            <pc:sldMk cId="682396167" sldId="348"/>
            <ac:spMk id="6" creationId="{9322CA74-B60E-3D32-CA27-5262E1507BD3}"/>
          </ac:spMkLst>
        </pc:spChg>
        <pc:spChg chg="mod">
          <ac:chgData name="Livia Kelebercova" userId="19c610ed112c9a30" providerId="Windows Live" clId="Web-{BF0AB4EA-6D46-7306-C8EF-163830111F12}" dt="2024-09-04T12:59:41.494" v="1068" actId="20577"/>
          <ac:spMkLst>
            <pc:docMk/>
            <pc:sldMk cId="682396167" sldId="348"/>
            <ac:spMk id="7" creationId="{3BDE0D8D-4274-4437-963B-342C5584A2BF}"/>
          </ac:spMkLst>
        </pc:spChg>
        <pc:spChg chg="del">
          <ac:chgData name="Livia Kelebercova" userId="19c610ed112c9a30" providerId="Windows Live" clId="Web-{BF0AB4EA-6D46-7306-C8EF-163830111F12}" dt="2024-09-04T12:59:45.604" v="1070"/>
          <ac:spMkLst>
            <pc:docMk/>
            <pc:sldMk cId="682396167" sldId="348"/>
            <ac:spMk id="9" creationId="{ABA5B9C4-54FA-94EF-7A2F-B5113C5D7A05}"/>
          </ac:spMkLst>
        </pc:spChg>
        <pc:picChg chg="add mod modCrop">
          <ac:chgData name="Livia Kelebercova" userId="19c610ed112c9a30" providerId="Windows Live" clId="Web-{BF0AB4EA-6D46-7306-C8EF-163830111F12}" dt="2024-09-04T13:01:19.013" v="1084"/>
          <ac:picMkLst>
            <pc:docMk/>
            <pc:sldMk cId="682396167" sldId="348"/>
            <ac:picMk id="2" creationId="{0211C99B-9B30-6E00-C871-D2CAF195A46F}"/>
          </ac:picMkLst>
        </pc:picChg>
        <pc:picChg chg="del">
          <ac:chgData name="Livia Kelebercova" userId="19c610ed112c9a30" providerId="Windows Live" clId="Web-{BF0AB4EA-6D46-7306-C8EF-163830111F12}" dt="2024-09-04T12:59:42.432" v="1069"/>
          <ac:picMkLst>
            <pc:docMk/>
            <pc:sldMk cId="682396167" sldId="348"/>
            <ac:picMk id="4" creationId="{9437FB49-18AC-643F-C9FD-445B53507B4C}"/>
          </ac:picMkLst>
        </pc:picChg>
      </pc:sldChg>
      <pc:sldChg chg="modSp add ord replId">
        <pc:chgData name="Livia Kelebercova" userId="19c610ed112c9a30" providerId="Windows Live" clId="Web-{BF0AB4EA-6D46-7306-C8EF-163830111F12}" dt="2024-09-04T13:41:55.873" v="1379" actId="20577"/>
        <pc:sldMkLst>
          <pc:docMk/>
          <pc:sldMk cId="4260936900" sldId="349"/>
        </pc:sldMkLst>
        <pc:spChg chg="mod">
          <ac:chgData name="Livia Kelebercova" userId="19c610ed112c9a30" providerId="Windows Live" clId="Web-{BF0AB4EA-6D46-7306-C8EF-163830111F12}" dt="2024-09-04T13:41:55.873" v="1379" actId="20577"/>
          <ac:spMkLst>
            <pc:docMk/>
            <pc:sldMk cId="4260936900" sldId="349"/>
            <ac:spMk id="6" creationId="{219526B4-0363-4BAB-BC46-80456D5E41E0}"/>
          </ac:spMkLst>
        </pc:spChg>
      </pc:sldChg>
      <pc:sldChg chg="addSp delSp modSp add ord replId">
        <pc:chgData name="Livia Kelebercova" userId="19c610ed112c9a30" providerId="Windows Live" clId="Web-{BF0AB4EA-6D46-7306-C8EF-163830111F12}" dt="2024-09-04T13:55:33.560" v="1539" actId="20577"/>
        <pc:sldMkLst>
          <pc:docMk/>
          <pc:sldMk cId="1017716595" sldId="350"/>
        </pc:sldMkLst>
        <pc:spChg chg="mod">
          <ac:chgData name="Livia Kelebercova" userId="19c610ed112c9a30" providerId="Windows Live" clId="Web-{BF0AB4EA-6D46-7306-C8EF-163830111F12}" dt="2024-09-04T13:46:24.789" v="1398" actId="20577"/>
          <ac:spMkLst>
            <pc:docMk/>
            <pc:sldMk cId="1017716595" sldId="350"/>
            <ac:spMk id="5" creationId="{FD83F038-B7F9-41D5-816E-B7D433B63377}"/>
          </ac:spMkLst>
        </pc:spChg>
        <pc:spChg chg="mod">
          <ac:chgData name="Livia Kelebercova" userId="19c610ed112c9a30" providerId="Windows Live" clId="Web-{BF0AB4EA-6D46-7306-C8EF-163830111F12}" dt="2024-09-04T13:55:33.560" v="1539" actId="20577"/>
          <ac:spMkLst>
            <pc:docMk/>
            <pc:sldMk cId="1017716595" sldId="350"/>
            <ac:spMk id="7" creationId="{3BDE0D8D-4274-4437-963B-342C5584A2BF}"/>
          </ac:spMkLst>
        </pc:spChg>
        <pc:picChg chg="del">
          <ac:chgData name="Livia Kelebercova" userId="19c610ed112c9a30" providerId="Windows Live" clId="Web-{BF0AB4EA-6D46-7306-C8EF-163830111F12}" dt="2024-09-04T13:46:48.056" v="1424"/>
          <ac:picMkLst>
            <pc:docMk/>
            <pc:sldMk cId="1017716595" sldId="350"/>
            <ac:picMk id="2" creationId="{0211C99B-9B30-6E00-C871-D2CAF195A46F}"/>
          </ac:picMkLst>
        </pc:picChg>
        <pc:picChg chg="add mod">
          <ac:chgData name="Livia Kelebercova" userId="19c610ed112c9a30" providerId="Windows Live" clId="Web-{BF0AB4EA-6D46-7306-C8EF-163830111F12}" dt="2024-09-04T13:54:59.871" v="1533" actId="1076"/>
          <ac:picMkLst>
            <pc:docMk/>
            <pc:sldMk cId="1017716595" sldId="350"/>
            <ac:picMk id="3" creationId="{6870F061-DBF0-9C19-7CC1-22F5505B7062}"/>
          </ac:picMkLst>
        </pc:picChg>
      </pc:sldChg>
      <pc:sldChg chg="addSp delSp modSp add replId">
        <pc:chgData name="Livia Kelebercova" userId="19c610ed112c9a30" providerId="Windows Live" clId="Web-{BF0AB4EA-6D46-7306-C8EF-163830111F12}" dt="2024-09-04T14:19:29.084" v="1734" actId="14100"/>
        <pc:sldMkLst>
          <pc:docMk/>
          <pc:sldMk cId="587527819" sldId="351"/>
        </pc:sldMkLst>
        <pc:spChg chg="mod">
          <ac:chgData name="Livia Kelebercova" userId="19c610ed112c9a30" providerId="Windows Live" clId="Web-{BF0AB4EA-6D46-7306-C8EF-163830111F12}" dt="2024-09-04T14:16:33.624" v="1719" actId="20577"/>
          <ac:spMkLst>
            <pc:docMk/>
            <pc:sldMk cId="587527819" sldId="351"/>
            <ac:spMk id="5" creationId="{FD83F038-B7F9-41D5-816E-B7D433B63377}"/>
          </ac:spMkLst>
        </pc:spChg>
        <pc:spChg chg="mod">
          <ac:chgData name="Livia Kelebercova" userId="19c610ed112c9a30" providerId="Windows Live" clId="Web-{BF0AB4EA-6D46-7306-C8EF-163830111F12}" dt="2024-09-04T14:16:51.922" v="1730" actId="20577"/>
          <ac:spMkLst>
            <pc:docMk/>
            <pc:sldMk cId="587527819" sldId="351"/>
            <ac:spMk id="7" creationId="{3BDE0D8D-4274-4437-963B-342C5584A2BF}"/>
          </ac:spMkLst>
        </pc:spChg>
        <pc:picChg chg="add del mod">
          <ac:chgData name="Livia Kelebercova" userId="19c610ed112c9a30" providerId="Windows Live" clId="Web-{BF0AB4EA-6D46-7306-C8EF-163830111F12}" dt="2024-09-04T14:16:55.594" v="1731"/>
          <ac:picMkLst>
            <pc:docMk/>
            <pc:sldMk cId="587527819" sldId="351"/>
            <ac:picMk id="2" creationId="{CA2DFEBE-398D-AB07-4293-114713782529}"/>
          </ac:picMkLst>
        </pc:picChg>
        <pc:picChg chg="del">
          <ac:chgData name="Livia Kelebercova" userId="19c610ed112c9a30" providerId="Windows Live" clId="Web-{BF0AB4EA-6D46-7306-C8EF-163830111F12}" dt="2024-09-04T13:58:41.130" v="1558"/>
          <ac:picMkLst>
            <pc:docMk/>
            <pc:sldMk cId="587527819" sldId="351"/>
            <ac:picMk id="3" creationId="{6870F061-DBF0-9C19-7CC1-22F5505B7062}"/>
          </ac:picMkLst>
        </pc:picChg>
        <pc:picChg chg="add mod">
          <ac:chgData name="Livia Kelebercova" userId="19c610ed112c9a30" providerId="Windows Live" clId="Web-{BF0AB4EA-6D46-7306-C8EF-163830111F12}" dt="2024-09-04T14:19:29.084" v="1734" actId="14100"/>
          <ac:picMkLst>
            <pc:docMk/>
            <pc:sldMk cId="587527819" sldId="351"/>
            <ac:picMk id="4" creationId="{5680A56F-F26F-EB6B-57A6-A078A6744760}"/>
          </ac:picMkLst>
        </pc:picChg>
      </pc:sldChg>
      <pc:sldChg chg="addSp delSp modSp add replId">
        <pc:chgData name="Livia Kelebercova" userId="19c610ed112c9a30" providerId="Windows Live" clId="Web-{BF0AB4EA-6D46-7306-C8EF-163830111F12}" dt="2024-09-04T14:05:14.145" v="1577" actId="1076"/>
        <pc:sldMkLst>
          <pc:docMk/>
          <pc:sldMk cId="3034180639" sldId="352"/>
        </pc:sldMkLst>
        <pc:spChg chg="mod">
          <ac:chgData name="Livia Kelebercova" userId="19c610ed112c9a30" providerId="Windows Live" clId="Web-{BF0AB4EA-6D46-7306-C8EF-163830111F12}" dt="2024-09-04T14:03:59.236" v="1568" actId="20577"/>
          <ac:spMkLst>
            <pc:docMk/>
            <pc:sldMk cId="3034180639" sldId="352"/>
            <ac:spMk id="5" creationId="{FD83F038-B7F9-41D5-816E-B7D433B63377}"/>
          </ac:spMkLst>
        </pc:spChg>
        <pc:spChg chg="mod">
          <ac:chgData name="Livia Kelebercova" userId="19c610ed112c9a30" providerId="Windows Live" clId="Web-{BF0AB4EA-6D46-7306-C8EF-163830111F12}" dt="2024-09-04T14:04:17.565" v="1573" actId="20577"/>
          <ac:spMkLst>
            <pc:docMk/>
            <pc:sldMk cId="3034180639" sldId="352"/>
            <ac:spMk id="7" creationId="{3BDE0D8D-4274-4437-963B-342C5584A2BF}"/>
          </ac:spMkLst>
        </pc:spChg>
        <pc:picChg chg="del">
          <ac:chgData name="Livia Kelebercova" userId="19c610ed112c9a30" providerId="Windows Live" clId="Web-{BF0AB4EA-6D46-7306-C8EF-163830111F12}" dt="2024-09-04T14:04:20.299" v="1574"/>
          <ac:picMkLst>
            <pc:docMk/>
            <pc:sldMk cId="3034180639" sldId="352"/>
            <ac:picMk id="2" creationId="{CA2DFEBE-398D-AB07-4293-114713782529}"/>
          </ac:picMkLst>
        </pc:picChg>
        <pc:picChg chg="add mod">
          <ac:chgData name="Livia Kelebercova" userId="19c610ed112c9a30" providerId="Windows Live" clId="Web-{BF0AB4EA-6D46-7306-C8EF-163830111F12}" dt="2024-09-04T14:05:14.145" v="1577" actId="1076"/>
          <ac:picMkLst>
            <pc:docMk/>
            <pc:sldMk cId="3034180639" sldId="352"/>
            <ac:picMk id="3" creationId="{14022B38-3656-BE05-5A13-40ECFFEB1804}"/>
          </ac:picMkLst>
        </pc:picChg>
      </pc:sldChg>
      <pc:sldChg chg="addSp delSp modSp add replId">
        <pc:chgData name="Livia Kelebercova" userId="19c610ed112c9a30" providerId="Windows Live" clId="Web-{BF0AB4EA-6D46-7306-C8EF-163830111F12}" dt="2024-09-04T14:14:03.603" v="1703" actId="14100"/>
        <pc:sldMkLst>
          <pc:docMk/>
          <pc:sldMk cId="1903866613" sldId="353"/>
        </pc:sldMkLst>
        <pc:spChg chg="mod">
          <ac:chgData name="Livia Kelebercova" userId="19c610ed112c9a30" providerId="Windows Live" clId="Web-{BF0AB4EA-6D46-7306-C8EF-163830111F12}" dt="2024-09-04T14:09:49.499" v="1583" actId="20577"/>
          <ac:spMkLst>
            <pc:docMk/>
            <pc:sldMk cId="1903866613" sldId="353"/>
            <ac:spMk id="5" creationId="{FD83F038-B7F9-41D5-816E-B7D433B63377}"/>
          </ac:spMkLst>
        </pc:spChg>
        <pc:spChg chg="mod">
          <ac:chgData name="Livia Kelebercova" userId="19c610ed112c9a30" providerId="Windows Live" clId="Web-{BF0AB4EA-6D46-7306-C8EF-163830111F12}" dt="2024-09-04T14:11:35.566" v="1699" actId="20577"/>
          <ac:spMkLst>
            <pc:docMk/>
            <pc:sldMk cId="1903866613" sldId="353"/>
            <ac:spMk id="7" creationId="{3BDE0D8D-4274-4437-963B-342C5584A2BF}"/>
          </ac:spMkLst>
        </pc:spChg>
        <pc:picChg chg="add mod">
          <ac:chgData name="Livia Kelebercova" userId="19c610ed112c9a30" providerId="Windows Live" clId="Web-{BF0AB4EA-6D46-7306-C8EF-163830111F12}" dt="2024-09-04T14:14:03.603" v="1703" actId="14100"/>
          <ac:picMkLst>
            <pc:docMk/>
            <pc:sldMk cId="1903866613" sldId="353"/>
            <ac:picMk id="2" creationId="{A6279EAA-C147-ADDA-5732-BF68C2364E8E}"/>
          </ac:picMkLst>
        </pc:picChg>
        <pc:picChg chg="del">
          <ac:chgData name="Livia Kelebercova" userId="19c610ed112c9a30" providerId="Windows Live" clId="Web-{BF0AB4EA-6D46-7306-C8EF-163830111F12}" dt="2024-09-04T14:11:37.769" v="1700"/>
          <ac:picMkLst>
            <pc:docMk/>
            <pc:sldMk cId="1903866613" sldId="353"/>
            <ac:picMk id="3" creationId="{14022B38-3656-BE05-5A13-40ECFFEB1804}"/>
          </ac:picMkLst>
        </pc:picChg>
      </pc:sldChg>
      <pc:sldChg chg="add replId">
        <pc:chgData name="Livia Kelebercova" userId="19c610ed112c9a30" providerId="Windows Live" clId="Web-{BF0AB4EA-6D46-7306-C8EF-163830111F12}" dt="2024-09-04T14:16:28.999" v="1717"/>
        <pc:sldMkLst>
          <pc:docMk/>
          <pc:sldMk cId="2001004173" sldId="354"/>
        </pc:sldMkLst>
      </pc:sldChg>
      <pc:sldChg chg="addSp delSp modSp add replId">
        <pc:chgData name="Livia Kelebercova" userId="19c610ed112c9a30" providerId="Windows Live" clId="Web-{BF0AB4EA-6D46-7306-C8EF-163830111F12}" dt="2024-09-04T15:54:36.834" v="1899" actId="1076"/>
        <pc:sldMkLst>
          <pc:docMk/>
          <pc:sldMk cId="171309666" sldId="355"/>
        </pc:sldMkLst>
        <pc:spChg chg="mod">
          <ac:chgData name="Livia Kelebercova" userId="19c610ed112c9a30" providerId="Windows Live" clId="Web-{BF0AB4EA-6D46-7306-C8EF-163830111F12}" dt="2024-09-04T15:48:45.386" v="1760" actId="14100"/>
          <ac:spMkLst>
            <pc:docMk/>
            <pc:sldMk cId="171309666" sldId="355"/>
            <ac:spMk id="5" creationId="{FD83F038-B7F9-41D5-816E-B7D433B63377}"/>
          </ac:spMkLst>
        </pc:spChg>
        <pc:spChg chg="mod">
          <ac:chgData name="Livia Kelebercova" userId="19c610ed112c9a30" providerId="Windows Live" clId="Web-{BF0AB4EA-6D46-7306-C8EF-163830111F12}" dt="2024-09-04T15:52:51.378" v="1880" actId="20577"/>
          <ac:spMkLst>
            <pc:docMk/>
            <pc:sldMk cId="171309666" sldId="355"/>
            <ac:spMk id="7" creationId="{3BDE0D8D-4274-4437-963B-342C5584A2BF}"/>
          </ac:spMkLst>
        </pc:spChg>
        <pc:picChg chg="del">
          <ac:chgData name="Livia Kelebercova" userId="19c610ed112c9a30" providerId="Windows Live" clId="Web-{BF0AB4EA-6D46-7306-C8EF-163830111F12}" dt="2024-09-04T15:50:46.734" v="1822"/>
          <ac:picMkLst>
            <pc:docMk/>
            <pc:sldMk cId="171309666" sldId="355"/>
            <ac:picMk id="2" creationId="{A6279EAA-C147-ADDA-5732-BF68C2364E8E}"/>
          </ac:picMkLst>
        </pc:picChg>
        <pc:picChg chg="add mod">
          <ac:chgData name="Livia Kelebercova" userId="19c610ed112c9a30" providerId="Windows Live" clId="Web-{BF0AB4EA-6D46-7306-C8EF-163830111F12}" dt="2024-09-04T15:54:36.834" v="1899" actId="1076"/>
          <ac:picMkLst>
            <pc:docMk/>
            <pc:sldMk cId="171309666" sldId="355"/>
            <ac:picMk id="3" creationId="{0ADC8F12-2A3A-EC24-B996-086D9162D651}"/>
          </ac:picMkLst>
        </pc:picChg>
        <pc:picChg chg="add mod">
          <ac:chgData name="Livia Kelebercova" userId="19c610ed112c9a30" providerId="Windows Live" clId="Web-{BF0AB4EA-6D46-7306-C8EF-163830111F12}" dt="2024-09-04T15:53:36.973" v="1887" actId="14100"/>
          <ac:picMkLst>
            <pc:docMk/>
            <pc:sldMk cId="171309666" sldId="355"/>
            <ac:picMk id="4" creationId="{26CF82C1-E7E0-EE0D-F0B5-E0E4673048F4}"/>
          </ac:picMkLst>
        </pc:picChg>
        <pc:picChg chg="add mod">
          <ac:chgData name="Livia Kelebercova" userId="19c610ed112c9a30" providerId="Windows Live" clId="Web-{BF0AB4EA-6D46-7306-C8EF-163830111F12}" dt="2024-09-04T15:54:33.819" v="1897" actId="1076"/>
          <ac:picMkLst>
            <pc:docMk/>
            <pc:sldMk cId="171309666" sldId="355"/>
            <ac:picMk id="6" creationId="{D1CB1848-0A64-79FA-180A-F9EB0CE8C5D5}"/>
          </ac:picMkLst>
        </pc:picChg>
        <pc:picChg chg="add mod">
          <ac:chgData name="Livia Kelebercova" userId="19c610ed112c9a30" providerId="Windows Live" clId="Web-{BF0AB4EA-6D46-7306-C8EF-163830111F12}" dt="2024-09-04T15:54:33.819" v="1898" actId="1076"/>
          <ac:picMkLst>
            <pc:docMk/>
            <pc:sldMk cId="171309666" sldId="355"/>
            <ac:picMk id="8" creationId="{C24F8AA3-CC76-A3A5-1632-C9A8A0237E24}"/>
          </ac:picMkLst>
        </pc:picChg>
      </pc:sldChg>
      <pc:sldChg chg="add del replId">
        <pc:chgData name="Livia Kelebercova" userId="19c610ed112c9a30" providerId="Windows Live" clId="Web-{BF0AB4EA-6D46-7306-C8EF-163830111F12}" dt="2024-09-04T15:54:41.725" v="1900"/>
        <pc:sldMkLst>
          <pc:docMk/>
          <pc:sldMk cId="32785201" sldId="356"/>
        </pc:sldMkLst>
      </pc:sldChg>
      <pc:sldChg chg="add del replId">
        <pc:chgData name="Livia Kelebercova" userId="19c610ed112c9a30" providerId="Windows Live" clId="Web-{BF0AB4EA-6D46-7306-C8EF-163830111F12}" dt="2024-09-04T15:54:41.725" v="1901"/>
        <pc:sldMkLst>
          <pc:docMk/>
          <pc:sldMk cId="3990105985" sldId="357"/>
        </pc:sldMkLst>
      </pc:sldChg>
      <pc:sldChg chg="addSp delSp modSp add replId">
        <pc:chgData name="Livia Kelebercova" userId="19c610ed112c9a30" providerId="Windows Live" clId="Web-{BF0AB4EA-6D46-7306-C8EF-163830111F12}" dt="2024-09-04T16:03:59.727" v="1994" actId="1076"/>
        <pc:sldMkLst>
          <pc:docMk/>
          <pc:sldMk cId="33844705" sldId="358"/>
        </pc:sldMkLst>
        <pc:spChg chg="mod">
          <ac:chgData name="Livia Kelebercova" userId="19c610ed112c9a30" providerId="Windows Live" clId="Web-{BF0AB4EA-6D46-7306-C8EF-163830111F12}" dt="2024-09-04T15:54:52.054" v="1907" actId="20577"/>
          <ac:spMkLst>
            <pc:docMk/>
            <pc:sldMk cId="33844705" sldId="358"/>
            <ac:spMk id="5" creationId="{FD83F038-B7F9-41D5-816E-B7D433B63377}"/>
          </ac:spMkLst>
        </pc:spChg>
        <pc:spChg chg="mod">
          <ac:chgData name="Livia Kelebercova" userId="19c610ed112c9a30" providerId="Windows Live" clId="Web-{BF0AB4EA-6D46-7306-C8EF-163830111F12}" dt="2024-09-04T16:03:49.804" v="1993" actId="20577"/>
          <ac:spMkLst>
            <pc:docMk/>
            <pc:sldMk cId="33844705" sldId="358"/>
            <ac:spMk id="7" creationId="{3BDE0D8D-4274-4437-963B-342C5584A2BF}"/>
          </ac:spMkLst>
        </pc:spChg>
        <pc:picChg chg="add mod">
          <ac:chgData name="Livia Kelebercova" userId="19c610ed112c9a30" providerId="Windows Live" clId="Web-{BF0AB4EA-6D46-7306-C8EF-163830111F12}" dt="2024-09-04T16:03:59.727" v="1994" actId="1076"/>
          <ac:picMkLst>
            <pc:docMk/>
            <pc:sldMk cId="33844705" sldId="358"/>
            <ac:picMk id="2" creationId="{740DF63A-61ED-2D96-6BAA-318891CF1BF6}"/>
          </ac:picMkLst>
        </pc:picChg>
        <pc:picChg chg="del">
          <ac:chgData name="Livia Kelebercova" userId="19c610ed112c9a30" providerId="Windows Live" clId="Web-{BF0AB4EA-6D46-7306-C8EF-163830111F12}" dt="2024-09-04T15:56:11.431" v="1968"/>
          <ac:picMkLst>
            <pc:docMk/>
            <pc:sldMk cId="33844705" sldId="358"/>
            <ac:picMk id="3" creationId="{C9BABBDC-D85A-FC74-C322-FC01FA4C2C55}"/>
          </ac:picMkLst>
        </pc:picChg>
      </pc:sldChg>
      <pc:sldChg chg="addSp delSp modSp add replId">
        <pc:chgData name="Livia Kelebercova" userId="19c610ed112c9a30" providerId="Windows Live" clId="Web-{BF0AB4EA-6D46-7306-C8EF-163830111F12}" dt="2024-09-04T16:05:35.104" v="2043" actId="1076"/>
        <pc:sldMkLst>
          <pc:docMk/>
          <pc:sldMk cId="3989525010" sldId="359"/>
        </pc:sldMkLst>
        <pc:spChg chg="add mod">
          <ac:chgData name="Livia Kelebercova" userId="19c610ed112c9a30" providerId="Windows Live" clId="Web-{BF0AB4EA-6D46-7306-C8EF-163830111F12}" dt="2024-09-04T16:05:30.307" v="2042"/>
          <ac:spMkLst>
            <pc:docMk/>
            <pc:sldMk cId="3989525010" sldId="359"/>
            <ac:spMk id="4" creationId="{34A65D63-7EAF-72A5-363A-16BF10F7EFFB}"/>
          </ac:spMkLst>
        </pc:spChg>
        <pc:spChg chg="mod">
          <ac:chgData name="Livia Kelebercova" userId="19c610ed112c9a30" providerId="Windows Live" clId="Web-{BF0AB4EA-6D46-7306-C8EF-163830111F12}" dt="2024-09-04T16:04:49.462" v="2036" actId="20577"/>
          <ac:spMkLst>
            <pc:docMk/>
            <pc:sldMk cId="3989525010" sldId="359"/>
            <ac:spMk id="7" creationId="{3BDE0D8D-4274-4437-963B-342C5584A2BF}"/>
          </ac:spMkLst>
        </pc:spChg>
        <pc:picChg chg="del">
          <ac:chgData name="Livia Kelebercova" userId="19c610ed112c9a30" providerId="Windows Live" clId="Web-{BF0AB4EA-6D46-7306-C8EF-163830111F12}" dt="2024-09-04T16:04:01.836" v="1995"/>
          <ac:picMkLst>
            <pc:docMk/>
            <pc:sldMk cId="3989525010" sldId="359"/>
            <ac:picMk id="2" creationId="{740DF63A-61ED-2D96-6BAA-318891CF1BF6}"/>
          </ac:picMkLst>
        </pc:picChg>
        <pc:picChg chg="add mod">
          <ac:chgData name="Livia Kelebercova" userId="19c610ed112c9a30" providerId="Windows Live" clId="Web-{BF0AB4EA-6D46-7306-C8EF-163830111F12}" dt="2024-09-04T16:05:35.104" v="2043" actId="1076"/>
          <ac:picMkLst>
            <pc:docMk/>
            <pc:sldMk cId="3989525010" sldId="359"/>
            <ac:picMk id="3" creationId="{C0CB092D-9681-E4DA-9962-DA5E0E889E3A}"/>
          </ac:picMkLst>
        </pc:picChg>
      </pc:sldChg>
      <pc:sldChg chg="modSp add replId">
        <pc:chgData name="Livia Kelebercova" userId="19c610ed112c9a30" providerId="Windows Live" clId="Web-{BF0AB4EA-6D46-7306-C8EF-163830111F12}" dt="2024-09-04T16:22:04.087" v="2461" actId="20577"/>
        <pc:sldMkLst>
          <pc:docMk/>
          <pc:sldMk cId="549666302" sldId="360"/>
        </pc:sldMkLst>
        <pc:spChg chg="mod">
          <ac:chgData name="Livia Kelebercova" userId="19c610ed112c9a30" providerId="Windows Live" clId="Web-{BF0AB4EA-6D46-7306-C8EF-163830111F12}" dt="2024-09-04T16:22:04.087" v="2461" actId="20577"/>
          <ac:spMkLst>
            <pc:docMk/>
            <pc:sldMk cId="549666302" sldId="360"/>
            <ac:spMk id="5" creationId="{FD83F038-B7F9-41D5-816E-B7D433B63377}"/>
          </ac:spMkLst>
        </pc:spChg>
        <pc:picChg chg="mod">
          <ac:chgData name="Livia Kelebercova" userId="19c610ed112c9a30" providerId="Windows Live" clId="Web-{BF0AB4EA-6D46-7306-C8EF-163830111F12}" dt="2024-09-04T16:07:19.654" v="2046" actId="1076"/>
          <ac:picMkLst>
            <pc:docMk/>
            <pc:sldMk cId="549666302" sldId="360"/>
            <ac:picMk id="3" creationId="{C0CB092D-9681-E4DA-9962-DA5E0E889E3A}"/>
          </ac:picMkLst>
        </pc:picChg>
      </pc:sldChg>
      <pc:sldChg chg="addSp delSp modSp add replId">
        <pc:chgData name="Livia Kelebercova" userId="19c610ed112c9a30" providerId="Windows Live" clId="Web-{BF0AB4EA-6D46-7306-C8EF-163830111F12}" dt="2024-09-04T16:31:05.854" v="2496" actId="20577"/>
        <pc:sldMkLst>
          <pc:docMk/>
          <pc:sldMk cId="1448889639" sldId="361"/>
        </pc:sldMkLst>
        <pc:spChg chg="del">
          <ac:chgData name="Livia Kelebercova" userId="19c610ed112c9a30" providerId="Windows Live" clId="Web-{BF0AB4EA-6D46-7306-C8EF-163830111F12}" dt="2024-09-04T16:07:27.733" v="2049"/>
          <ac:spMkLst>
            <pc:docMk/>
            <pc:sldMk cId="1448889639" sldId="361"/>
            <ac:spMk id="4" creationId="{34A65D63-7EAF-72A5-363A-16BF10F7EFFB}"/>
          </ac:spMkLst>
        </pc:spChg>
        <pc:spChg chg="mod">
          <ac:chgData name="Livia Kelebercova" userId="19c610ed112c9a30" providerId="Windows Live" clId="Web-{BF0AB4EA-6D46-7306-C8EF-163830111F12}" dt="2024-09-04T16:22:12.322" v="2464" actId="20577"/>
          <ac:spMkLst>
            <pc:docMk/>
            <pc:sldMk cId="1448889639" sldId="361"/>
            <ac:spMk id="5" creationId="{FD83F038-B7F9-41D5-816E-B7D433B63377}"/>
          </ac:spMkLst>
        </pc:spChg>
        <pc:spChg chg="mod">
          <ac:chgData name="Livia Kelebercova" userId="19c610ed112c9a30" providerId="Windows Live" clId="Web-{BF0AB4EA-6D46-7306-C8EF-163830111F12}" dt="2024-09-04T16:31:05.854" v="2496" actId="20577"/>
          <ac:spMkLst>
            <pc:docMk/>
            <pc:sldMk cId="1448889639" sldId="361"/>
            <ac:spMk id="7" creationId="{3BDE0D8D-4274-4437-963B-342C5584A2BF}"/>
          </ac:spMkLst>
        </pc:spChg>
        <pc:picChg chg="add mod">
          <ac:chgData name="Livia Kelebercova" userId="19c610ed112c9a30" providerId="Windows Live" clId="Web-{BF0AB4EA-6D46-7306-C8EF-163830111F12}" dt="2024-09-04T16:08:09.297" v="2052" actId="1076"/>
          <ac:picMkLst>
            <pc:docMk/>
            <pc:sldMk cId="1448889639" sldId="361"/>
            <ac:picMk id="2" creationId="{336206D0-3663-2F0C-789B-5EB8E0C4AB8A}"/>
          </ac:picMkLst>
        </pc:picChg>
        <pc:picChg chg="del">
          <ac:chgData name="Livia Kelebercova" userId="19c610ed112c9a30" providerId="Windows Live" clId="Web-{BF0AB4EA-6D46-7306-C8EF-163830111F12}" dt="2024-09-04T16:07:25.405" v="2048"/>
          <ac:picMkLst>
            <pc:docMk/>
            <pc:sldMk cId="1448889639" sldId="361"/>
            <ac:picMk id="3" creationId="{C0CB092D-9681-E4DA-9962-DA5E0E889E3A}"/>
          </ac:picMkLst>
        </pc:picChg>
        <pc:picChg chg="add mod">
          <ac:chgData name="Livia Kelebercova" userId="19c610ed112c9a30" providerId="Windows Live" clId="Web-{BF0AB4EA-6D46-7306-C8EF-163830111F12}" dt="2024-09-04T16:08:48.298" v="2078" actId="1076"/>
          <ac:picMkLst>
            <pc:docMk/>
            <pc:sldMk cId="1448889639" sldId="361"/>
            <ac:picMk id="6" creationId="{1DB6E921-4FC6-91BB-0295-D4D47DD1DC2B}"/>
          </ac:picMkLst>
        </pc:picChg>
        <pc:picChg chg="add mod">
          <ac:chgData name="Livia Kelebercova" userId="19c610ed112c9a30" providerId="Windows Live" clId="Web-{BF0AB4EA-6D46-7306-C8EF-163830111F12}" dt="2024-09-04T16:10:29.957" v="2163" actId="1076"/>
          <ac:picMkLst>
            <pc:docMk/>
            <pc:sldMk cId="1448889639" sldId="361"/>
            <ac:picMk id="8" creationId="{2D16039E-FA54-0E41-3E50-1B4676C2AFFA}"/>
          </ac:picMkLst>
        </pc:picChg>
        <pc:picChg chg="add mod modCrop">
          <ac:chgData name="Livia Kelebercova" userId="19c610ed112c9a30" providerId="Windows Live" clId="Web-{BF0AB4EA-6D46-7306-C8EF-163830111F12}" dt="2024-09-04T16:11:13.537" v="2180" actId="1076"/>
          <ac:picMkLst>
            <pc:docMk/>
            <pc:sldMk cId="1448889639" sldId="361"/>
            <ac:picMk id="9" creationId="{91F5BF4B-9584-82A8-CA1F-07DC41ED4C6D}"/>
          </ac:picMkLst>
        </pc:picChg>
        <pc:picChg chg="add mod">
          <ac:chgData name="Livia Kelebercova" userId="19c610ed112c9a30" providerId="Windows Live" clId="Web-{BF0AB4EA-6D46-7306-C8EF-163830111F12}" dt="2024-09-04T16:12:43.149" v="2219" actId="1076"/>
          <ac:picMkLst>
            <pc:docMk/>
            <pc:sldMk cId="1448889639" sldId="361"/>
            <ac:picMk id="10" creationId="{C7FF2C64-F98E-592B-F163-910B4D662322}"/>
          </ac:picMkLst>
        </pc:picChg>
      </pc:sldChg>
      <pc:sldChg chg="addSp delSp modSp add replId">
        <pc:chgData name="Livia Kelebercova" userId="19c610ed112c9a30" providerId="Windows Live" clId="Web-{BF0AB4EA-6D46-7306-C8EF-163830111F12}" dt="2024-09-04T16:22:39.464" v="2472" actId="20577"/>
        <pc:sldMkLst>
          <pc:docMk/>
          <pc:sldMk cId="3867435911" sldId="362"/>
        </pc:sldMkLst>
        <pc:spChg chg="mod">
          <ac:chgData name="Livia Kelebercova" userId="19c610ed112c9a30" providerId="Windows Live" clId="Web-{BF0AB4EA-6D46-7306-C8EF-163830111F12}" dt="2024-09-04T16:22:39.464" v="2472" actId="20577"/>
          <ac:spMkLst>
            <pc:docMk/>
            <pc:sldMk cId="3867435911" sldId="362"/>
            <ac:spMk id="5" creationId="{FD83F038-B7F9-41D5-816E-B7D433B63377}"/>
          </ac:spMkLst>
        </pc:spChg>
        <pc:spChg chg="mod">
          <ac:chgData name="Livia Kelebercova" userId="19c610ed112c9a30" providerId="Windows Live" clId="Web-{BF0AB4EA-6D46-7306-C8EF-163830111F12}" dt="2024-09-04T16:15:47.998" v="2348" actId="14100"/>
          <ac:spMkLst>
            <pc:docMk/>
            <pc:sldMk cId="3867435911" sldId="362"/>
            <ac:spMk id="7" creationId="{3BDE0D8D-4274-4437-963B-342C5584A2BF}"/>
          </ac:spMkLst>
        </pc:spChg>
        <pc:spChg chg="add mod">
          <ac:chgData name="Livia Kelebercova" userId="19c610ed112c9a30" providerId="Windows Live" clId="Web-{BF0AB4EA-6D46-7306-C8EF-163830111F12}" dt="2024-09-04T16:17:37.407" v="2388" actId="14100"/>
          <ac:spMkLst>
            <pc:docMk/>
            <pc:sldMk cId="3867435911" sldId="362"/>
            <ac:spMk id="11" creationId="{D32943F8-E270-AFB0-28F2-C137E7BB93A1}"/>
          </ac:spMkLst>
        </pc:spChg>
        <pc:spChg chg="add del">
          <ac:chgData name="Livia Kelebercova" userId="19c610ed112c9a30" providerId="Windows Live" clId="Web-{BF0AB4EA-6D46-7306-C8EF-163830111F12}" dt="2024-09-04T16:17:41.548" v="2390"/>
          <ac:spMkLst>
            <pc:docMk/>
            <pc:sldMk cId="3867435911" sldId="362"/>
            <ac:spMk id="13" creationId="{4C90C0D7-7011-F8A6-CA58-A65D248A5619}"/>
          </ac:spMkLst>
        </pc:spChg>
        <pc:picChg chg="del">
          <ac:chgData name="Livia Kelebercova" userId="19c610ed112c9a30" providerId="Windows Live" clId="Web-{BF0AB4EA-6D46-7306-C8EF-163830111F12}" dt="2024-09-04T16:13:25.165" v="2225"/>
          <ac:picMkLst>
            <pc:docMk/>
            <pc:sldMk cId="3867435911" sldId="362"/>
            <ac:picMk id="2" creationId="{336206D0-3663-2F0C-789B-5EB8E0C4AB8A}"/>
          </ac:picMkLst>
        </pc:picChg>
        <pc:picChg chg="add mod">
          <ac:chgData name="Livia Kelebercova" userId="19c610ed112c9a30" providerId="Windows Live" clId="Web-{BF0AB4EA-6D46-7306-C8EF-163830111F12}" dt="2024-09-04T16:15:52.420" v="2350" actId="1076"/>
          <ac:picMkLst>
            <pc:docMk/>
            <pc:sldMk cId="3867435911" sldId="362"/>
            <ac:picMk id="3" creationId="{F6F38422-A5D7-4D11-A81E-603E0CA9AF1B}"/>
          </ac:picMkLst>
        </pc:picChg>
        <pc:picChg chg="del">
          <ac:chgData name="Livia Kelebercova" userId="19c610ed112c9a30" providerId="Windows Live" clId="Web-{BF0AB4EA-6D46-7306-C8EF-163830111F12}" dt="2024-09-04T16:13:25.165" v="2224"/>
          <ac:picMkLst>
            <pc:docMk/>
            <pc:sldMk cId="3867435911" sldId="362"/>
            <ac:picMk id="6" creationId="{1DB6E921-4FC6-91BB-0295-D4D47DD1DC2B}"/>
          </ac:picMkLst>
        </pc:picChg>
        <pc:picChg chg="del">
          <ac:chgData name="Livia Kelebercova" userId="19c610ed112c9a30" providerId="Windows Live" clId="Web-{BF0AB4EA-6D46-7306-C8EF-163830111F12}" dt="2024-09-04T16:13:25.150" v="2223"/>
          <ac:picMkLst>
            <pc:docMk/>
            <pc:sldMk cId="3867435911" sldId="362"/>
            <ac:picMk id="8" creationId="{2D16039E-FA54-0E41-3E50-1B4676C2AFFA}"/>
          </ac:picMkLst>
        </pc:picChg>
        <pc:picChg chg="del">
          <ac:chgData name="Livia Kelebercova" userId="19c610ed112c9a30" providerId="Windows Live" clId="Web-{BF0AB4EA-6D46-7306-C8EF-163830111F12}" dt="2024-09-04T16:13:25.150" v="2222"/>
          <ac:picMkLst>
            <pc:docMk/>
            <pc:sldMk cId="3867435911" sldId="362"/>
            <ac:picMk id="9" creationId="{91F5BF4B-9584-82A8-CA1F-07DC41ED4C6D}"/>
          </ac:picMkLst>
        </pc:picChg>
        <pc:picChg chg="del">
          <ac:chgData name="Livia Kelebercova" userId="19c610ed112c9a30" providerId="Windows Live" clId="Web-{BF0AB4EA-6D46-7306-C8EF-163830111F12}" dt="2024-09-04T16:13:25.150" v="2221"/>
          <ac:picMkLst>
            <pc:docMk/>
            <pc:sldMk cId="3867435911" sldId="362"/>
            <ac:picMk id="10" creationId="{C7FF2C64-F98E-592B-F163-910B4D662322}"/>
          </ac:picMkLst>
        </pc:picChg>
      </pc:sldChg>
      <pc:sldChg chg="addSp modSp add replId">
        <pc:chgData name="Livia Kelebercova" userId="19c610ed112c9a30" providerId="Windows Live" clId="Web-{BF0AB4EA-6D46-7306-C8EF-163830111F12}" dt="2024-09-04T16:18:56.472" v="2439" actId="20577"/>
        <pc:sldMkLst>
          <pc:docMk/>
          <pc:sldMk cId="1696977931" sldId="363"/>
        </pc:sldMkLst>
        <pc:spChg chg="add mod">
          <ac:chgData name="Livia Kelebercova" userId="19c610ed112c9a30" providerId="Windows Live" clId="Web-{BF0AB4EA-6D46-7306-C8EF-163830111F12}" dt="2024-09-04T16:18:10.408" v="2418" actId="20577"/>
          <ac:spMkLst>
            <pc:docMk/>
            <pc:sldMk cId="1696977931" sldId="363"/>
            <ac:spMk id="2" creationId="{560B72D9-EDB4-C746-6BE5-246AB2D9C5AD}"/>
          </ac:spMkLst>
        </pc:spChg>
        <pc:spChg chg="add mod">
          <ac:chgData name="Livia Kelebercova" userId="19c610ed112c9a30" providerId="Windows Live" clId="Web-{BF0AB4EA-6D46-7306-C8EF-163830111F12}" dt="2024-09-04T16:18:30.237" v="2430" actId="20577"/>
          <ac:spMkLst>
            <pc:docMk/>
            <pc:sldMk cId="1696977931" sldId="363"/>
            <ac:spMk id="4" creationId="{182BE62C-7226-10C6-1698-3A3968A2AB4C}"/>
          </ac:spMkLst>
        </pc:spChg>
        <pc:spChg chg="add mod">
          <ac:chgData name="Livia Kelebercova" userId="19c610ed112c9a30" providerId="Windows Live" clId="Web-{BF0AB4EA-6D46-7306-C8EF-163830111F12}" dt="2024-09-04T16:18:56.472" v="2439" actId="20577"/>
          <ac:spMkLst>
            <pc:docMk/>
            <pc:sldMk cId="1696977931" sldId="363"/>
            <ac:spMk id="6" creationId="{12F2C032-4C8E-A39A-B73B-8EA3420FF9F8}"/>
          </ac:spMkLst>
        </pc:spChg>
      </pc:sldChg>
      <pc:sldChg chg="addSp delSp modSp add replId">
        <pc:chgData name="Livia Kelebercova" userId="19c610ed112c9a30" providerId="Windows Live" clId="Web-{BF0AB4EA-6D46-7306-C8EF-163830111F12}" dt="2024-09-04T16:26:09.579" v="2481" actId="14100"/>
        <pc:sldMkLst>
          <pc:docMk/>
          <pc:sldMk cId="1497410494" sldId="364"/>
        </pc:sldMkLst>
        <pc:spChg chg="mod">
          <ac:chgData name="Livia Kelebercova" userId="19c610ed112c9a30" providerId="Windows Live" clId="Web-{BF0AB4EA-6D46-7306-C8EF-163830111F12}" dt="2024-09-04T16:23:46.653" v="2474" actId="20577"/>
          <ac:spMkLst>
            <pc:docMk/>
            <pc:sldMk cId="1497410494" sldId="364"/>
            <ac:spMk id="7" creationId="{3BDE0D8D-4274-4437-963B-342C5584A2BF}"/>
          </ac:spMkLst>
        </pc:spChg>
        <pc:picChg chg="add mod">
          <ac:chgData name="Livia Kelebercova" userId="19c610ed112c9a30" providerId="Windows Live" clId="Web-{BF0AB4EA-6D46-7306-C8EF-163830111F12}" dt="2024-09-04T16:26:09.579" v="2481" actId="14100"/>
          <ac:picMkLst>
            <pc:docMk/>
            <pc:sldMk cId="1497410494" sldId="364"/>
            <ac:picMk id="3" creationId="{573DA965-30E2-816B-FE79-75178969B785}"/>
          </ac:picMkLst>
        </pc:picChg>
        <pc:picChg chg="del">
          <ac:chgData name="Livia Kelebercova" userId="19c610ed112c9a30" providerId="Windows Live" clId="Web-{BF0AB4EA-6D46-7306-C8EF-163830111F12}" dt="2024-09-04T16:23:51.575" v="2478"/>
          <ac:picMkLst>
            <pc:docMk/>
            <pc:sldMk cId="1497410494" sldId="364"/>
            <ac:picMk id="6" creationId="{1DB6E921-4FC6-91BB-0295-D4D47DD1DC2B}"/>
          </ac:picMkLst>
        </pc:picChg>
        <pc:picChg chg="del">
          <ac:chgData name="Livia Kelebercova" userId="19c610ed112c9a30" providerId="Windows Live" clId="Web-{BF0AB4EA-6D46-7306-C8EF-163830111F12}" dt="2024-09-04T16:23:51.575" v="2477"/>
          <ac:picMkLst>
            <pc:docMk/>
            <pc:sldMk cId="1497410494" sldId="364"/>
            <ac:picMk id="8" creationId="{2D16039E-FA54-0E41-3E50-1B4676C2AFFA}"/>
          </ac:picMkLst>
        </pc:picChg>
        <pc:picChg chg="del">
          <ac:chgData name="Livia Kelebercova" userId="19c610ed112c9a30" providerId="Windows Live" clId="Web-{BF0AB4EA-6D46-7306-C8EF-163830111F12}" dt="2024-09-04T16:23:51.575" v="2476"/>
          <ac:picMkLst>
            <pc:docMk/>
            <pc:sldMk cId="1497410494" sldId="364"/>
            <ac:picMk id="9" creationId="{91F5BF4B-9584-82A8-CA1F-07DC41ED4C6D}"/>
          </ac:picMkLst>
        </pc:picChg>
        <pc:picChg chg="del">
          <ac:chgData name="Livia Kelebercova" userId="19c610ed112c9a30" providerId="Windows Live" clId="Web-{BF0AB4EA-6D46-7306-C8EF-163830111F12}" dt="2024-09-04T16:23:51.575" v="2475"/>
          <ac:picMkLst>
            <pc:docMk/>
            <pc:sldMk cId="1497410494" sldId="364"/>
            <ac:picMk id="10" creationId="{C7FF2C64-F98E-592B-F163-910B4D662322}"/>
          </ac:picMkLst>
        </pc:picChg>
      </pc:sldChg>
      <pc:sldChg chg="addSp delSp modSp add replId">
        <pc:chgData name="Livia Kelebercova" userId="19c610ed112c9a30" providerId="Windows Live" clId="Web-{BF0AB4EA-6D46-7306-C8EF-163830111F12}" dt="2024-09-04T16:30:37.712" v="2490" actId="14100"/>
        <pc:sldMkLst>
          <pc:docMk/>
          <pc:sldMk cId="2073334629" sldId="365"/>
        </pc:sldMkLst>
        <pc:spChg chg="mod">
          <ac:chgData name="Livia Kelebercova" userId="19c610ed112c9a30" providerId="Windows Live" clId="Web-{BF0AB4EA-6D46-7306-C8EF-163830111F12}" dt="2024-09-04T16:26:40.205" v="2487" actId="20577"/>
          <ac:spMkLst>
            <pc:docMk/>
            <pc:sldMk cId="2073334629" sldId="365"/>
            <ac:spMk id="7" creationId="{3BDE0D8D-4274-4437-963B-342C5584A2BF}"/>
          </ac:spMkLst>
        </pc:spChg>
        <pc:picChg chg="del">
          <ac:chgData name="Livia Kelebercova" userId="19c610ed112c9a30" providerId="Windows Live" clId="Web-{BF0AB4EA-6D46-7306-C8EF-163830111F12}" dt="2024-09-04T16:26:27.142" v="2483"/>
          <ac:picMkLst>
            <pc:docMk/>
            <pc:sldMk cId="2073334629" sldId="365"/>
            <ac:picMk id="2" creationId="{336206D0-3663-2F0C-789B-5EB8E0C4AB8A}"/>
          </ac:picMkLst>
        </pc:picChg>
        <pc:picChg chg="del">
          <ac:chgData name="Livia Kelebercova" userId="19c610ed112c9a30" providerId="Windows Live" clId="Web-{BF0AB4EA-6D46-7306-C8EF-163830111F12}" dt="2024-09-04T16:26:32.080" v="2486"/>
          <ac:picMkLst>
            <pc:docMk/>
            <pc:sldMk cId="2073334629" sldId="365"/>
            <ac:picMk id="3" creationId="{573DA965-30E2-816B-FE79-75178969B785}"/>
          </ac:picMkLst>
        </pc:picChg>
        <pc:picChg chg="add mod">
          <ac:chgData name="Livia Kelebercova" userId="19c610ed112c9a30" providerId="Windows Live" clId="Web-{BF0AB4EA-6D46-7306-C8EF-163830111F12}" dt="2024-09-04T16:26:30.736" v="2485" actId="1076"/>
          <ac:picMkLst>
            <pc:docMk/>
            <pc:sldMk cId="2073334629" sldId="365"/>
            <ac:picMk id="6" creationId="{80FB4E35-C4D9-1D71-B3F6-E37FBEA783A7}"/>
          </ac:picMkLst>
        </pc:picChg>
        <pc:picChg chg="add mod">
          <ac:chgData name="Livia Kelebercova" userId="19c610ed112c9a30" providerId="Windows Live" clId="Web-{BF0AB4EA-6D46-7306-C8EF-163830111F12}" dt="2024-09-04T16:30:37.712" v="2490" actId="14100"/>
          <ac:picMkLst>
            <pc:docMk/>
            <pc:sldMk cId="2073334629" sldId="365"/>
            <ac:picMk id="8" creationId="{1A69914B-89F2-4679-60B4-AC2CECC4A50E}"/>
          </ac:picMkLst>
        </pc:picChg>
      </pc:sldChg>
      <pc:sldChg chg="addSp delSp modSp add replId">
        <pc:chgData name="Livia Kelebercova" userId="19c610ed112c9a30" providerId="Windows Live" clId="Web-{BF0AB4EA-6D46-7306-C8EF-163830111F12}" dt="2024-09-04T16:34:32.266" v="2508" actId="1076"/>
        <pc:sldMkLst>
          <pc:docMk/>
          <pc:sldMk cId="1412171628" sldId="366"/>
        </pc:sldMkLst>
        <pc:spChg chg="add del mod">
          <ac:chgData name="Livia Kelebercova" userId="19c610ed112c9a30" providerId="Windows Live" clId="Web-{BF0AB4EA-6D46-7306-C8EF-163830111F12}" dt="2024-09-04T16:31:23.995" v="2501"/>
          <ac:spMkLst>
            <pc:docMk/>
            <pc:sldMk cId="1412171628" sldId="366"/>
            <ac:spMk id="4" creationId="{CBBE1C9D-9DE0-7060-94A6-8E459B0404D7}"/>
          </ac:spMkLst>
        </pc:spChg>
        <pc:spChg chg="mod">
          <ac:chgData name="Livia Kelebercova" userId="19c610ed112c9a30" providerId="Windows Live" clId="Web-{BF0AB4EA-6D46-7306-C8EF-163830111F12}" dt="2024-09-04T16:31:20.276" v="2500" actId="20577"/>
          <ac:spMkLst>
            <pc:docMk/>
            <pc:sldMk cId="1412171628" sldId="366"/>
            <ac:spMk id="7" creationId="{3BDE0D8D-4274-4437-963B-342C5584A2BF}"/>
          </ac:spMkLst>
        </pc:spChg>
        <pc:picChg chg="add del mod">
          <ac:chgData name="Livia Kelebercova" userId="19c610ed112c9a30" providerId="Windows Live" clId="Web-{BF0AB4EA-6D46-7306-C8EF-163830111F12}" dt="2024-09-04T16:31:17.073" v="2497"/>
          <ac:picMkLst>
            <pc:docMk/>
            <pc:sldMk cId="1412171628" sldId="366"/>
            <ac:picMk id="3" creationId="{A15F0C50-71FD-02D9-7AED-041C88F164B4}"/>
          </ac:picMkLst>
        </pc:picChg>
        <pc:picChg chg="del">
          <ac:chgData name="Livia Kelebercova" userId="19c610ed112c9a30" providerId="Windows Live" clId="Web-{BF0AB4EA-6D46-7306-C8EF-163830111F12}" dt="2024-09-04T16:30:50.385" v="2492"/>
          <ac:picMkLst>
            <pc:docMk/>
            <pc:sldMk cId="1412171628" sldId="366"/>
            <ac:picMk id="6" creationId="{80FB4E35-C4D9-1D71-B3F6-E37FBEA783A7}"/>
          </ac:picMkLst>
        </pc:picChg>
        <pc:picChg chg="del">
          <ac:chgData name="Livia Kelebercova" userId="19c610ed112c9a30" providerId="Windows Live" clId="Web-{BF0AB4EA-6D46-7306-C8EF-163830111F12}" dt="2024-09-04T16:31:37.324" v="2504"/>
          <ac:picMkLst>
            <pc:docMk/>
            <pc:sldMk cId="1412171628" sldId="366"/>
            <ac:picMk id="8" creationId="{1A69914B-89F2-4679-60B4-AC2CECC4A50E}"/>
          </ac:picMkLst>
        </pc:picChg>
        <pc:picChg chg="add mod">
          <ac:chgData name="Livia Kelebercova" userId="19c610ed112c9a30" providerId="Windows Live" clId="Web-{BF0AB4EA-6D46-7306-C8EF-163830111F12}" dt="2024-09-04T16:31:35.573" v="2503" actId="1076"/>
          <ac:picMkLst>
            <pc:docMk/>
            <pc:sldMk cId="1412171628" sldId="366"/>
            <ac:picMk id="10" creationId="{770C32EF-97A5-6584-A10B-E424C87A0D21}"/>
          </ac:picMkLst>
        </pc:picChg>
        <pc:picChg chg="add mod">
          <ac:chgData name="Livia Kelebercova" userId="19c610ed112c9a30" providerId="Windows Live" clId="Web-{BF0AB4EA-6D46-7306-C8EF-163830111F12}" dt="2024-09-04T16:34:32.266" v="2508" actId="1076"/>
          <ac:picMkLst>
            <pc:docMk/>
            <pc:sldMk cId="1412171628" sldId="366"/>
            <ac:picMk id="11" creationId="{7A743FDC-85B8-420C-5E73-ABF2AD1A3733}"/>
          </ac:picMkLst>
        </pc:picChg>
      </pc:sldChg>
      <pc:sldChg chg="addSp delSp modSp add ord replId">
        <pc:chgData name="Livia Kelebercova" userId="19c610ed112c9a30" providerId="Windows Live" clId="Web-{BF0AB4EA-6D46-7306-C8EF-163830111F12}" dt="2024-09-04T18:10:10.267" v="2782" actId="20577"/>
        <pc:sldMkLst>
          <pc:docMk/>
          <pc:sldMk cId="4090087900" sldId="367"/>
        </pc:sldMkLst>
        <pc:spChg chg="del">
          <ac:chgData name="Livia Kelebercova" userId="19c610ed112c9a30" providerId="Windows Live" clId="Web-{BF0AB4EA-6D46-7306-C8EF-163830111F12}" dt="2024-09-04T17:37:38.165" v="2523"/>
          <ac:spMkLst>
            <pc:docMk/>
            <pc:sldMk cId="4090087900" sldId="367"/>
            <ac:spMk id="2" creationId="{560B72D9-EDB4-C746-6BE5-246AB2D9C5AD}"/>
          </ac:spMkLst>
        </pc:spChg>
        <pc:spChg chg="del">
          <ac:chgData name="Livia Kelebercova" userId="19c610ed112c9a30" providerId="Windows Live" clId="Web-{BF0AB4EA-6D46-7306-C8EF-163830111F12}" dt="2024-09-04T17:37:38.165" v="2522"/>
          <ac:spMkLst>
            <pc:docMk/>
            <pc:sldMk cId="4090087900" sldId="367"/>
            <ac:spMk id="4" creationId="{182BE62C-7226-10C6-1698-3A3968A2AB4C}"/>
          </ac:spMkLst>
        </pc:spChg>
        <pc:spChg chg="mod">
          <ac:chgData name="Livia Kelebercova" userId="19c610ed112c9a30" providerId="Windows Live" clId="Web-{BF0AB4EA-6D46-7306-C8EF-163830111F12}" dt="2024-09-04T18:02:11.644" v="2640" actId="20577"/>
          <ac:spMkLst>
            <pc:docMk/>
            <pc:sldMk cId="4090087900" sldId="367"/>
            <ac:spMk id="5" creationId="{FD83F038-B7F9-41D5-816E-B7D433B63377}"/>
          </ac:spMkLst>
        </pc:spChg>
        <pc:spChg chg="del">
          <ac:chgData name="Livia Kelebercova" userId="19c610ed112c9a30" providerId="Windows Live" clId="Web-{BF0AB4EA-6D46-7306-C8EF-163830111F12}" dt="2024-09-04T17:37:38.165" v="2521"/>
          <ac:spMkLst>
            <pc:docMk/>
            <pc:sldMk cId="4090087900" sldId="367"/>
            <ac:spMk id="6" creationId="{12F2C032-4C8E-A39A-B73B-8EA3420FF9F8}"/>
          </ac:spMkLst>
        </pc:spChg>
        <pc:spChg chg="mod">
          <ac:chgData name="Livia Kelebercova" userId="19c610ed112c9a30" providerId="Windows Live" clId="Web-{BF0AB4EA-6D46-7306-C8EF-163830111F12}" dt="2024-09-04T18:10:10.267" v="2782" actId="20577"/>
          <ac:spMkLst>
            <pc:docMk/>
            <pc:sldMk cId="4090087900" sldId="367"/>
            <ac:spMk id="7" creationId="{3BDE0D8D-4274-4437-963B-342C5584A2BF}"/>
          </ac:spMkLst>
        </pc:spChg>
        <pc:spChg chg="add mod">
          <ac:chgData name="Livia Kelebercova" userId="19c610ed112c9a30" providerId="Windows Live" clId="Web-{BF0AB4EA-6D46-7306-C8EF-163830111F12}" dt="2024-09-04T17:52:59.206" v="2575" actId="1076"/>
          <ac:spMkLst>
            <pc:docMk/>
            <pc:sldMk cId="4090087900" sldId="367"/>
            <ac:spMk id="8" creationId="{C58EB597-597A-B697-4345-B6F3B131E901}"/>
          </ac:spMkLst>
        </pc:spChg>
        <pc:spChg chg="del">
          <ac:chgData name="Livia Kelebercova" userId="19c610ed112c9a30" providerId="Windows Live" clId="Web-{BF0AB4EA-6D46-7306-C8EF-163830111F12}" dt="2024-09-04T17:37:38.165" v="2524"/>
          <ac:spMkLst>
            <pc:docMk/>
            <pc:sldMk cId="4090087900" sldId="367"/>
            <ac:spMk id="11" creationId="{D32943F8-E270-AFB0-28F2-C137E7BB93A1}"/>
          </ac:spMkLst>
        </pc:spChg>
        <pc:picChg chg="del">
          <ac:chgData name="Livia Kelebercova" userId="19c610ed112c9a30" providerId="Windows Live" clId="Web-{BF0AB4EA-6D46-7306-C8EF-163830111F12}" dt="2024-09-04T16:38:52.977" v="2520"/>
          <ac:picMkLst>
            <pc:docMk/>
            <pc:sldMk cId="4090087900" sldId="367"/>
            <ac:picMk id="3" creationId="{F6F38422-A5D7-4D11-A81E-603E0CA9AF1B}"/>
          </ac:picMkLst>
        </pc:picChg>
        <pc:picChg chg="add mod">
          <ac:chgData name="Livia Kelebercova" userId="19c610ed112c9a30" providerId="Windows Live" clId="Web-{BF0AB4EA-6D46-7306-C8EF-163830111F12}" dt="2024-09-04T17:52:10.845" v="2567" actId="1076"/>
          <ac:picMkLst>
            <pc:docMk/>
            <pc:sldMk cId="4090087900" sldId="367"/>
            <ac:picMk id="3" creationId="{FD75042C-A643-BEED-7EFF-59146BD2A537}"/>
          </ac:picMkLst>
        </pc:picChg>
      </pc:sldChg>
      <pc:sldChg chg="addSp delSp modSp add ord replId">
        <pc:chgData name="Livia Kelebercova" userId="19c610ed112c9a30" providerId="Windows Live" clId="Web-{BF0AB4EA-6D46-7306-C8EF-163830111F12}" dt="2024-09-04T18:18:41.296" v="2959" actId="1076"/>
        <pc:sldMkLst>
          <pc:docMk/>
          <pc:sldMk cId="463595731" sldId="368"/>
        </pc:sldMkLst>
        <pc:spChg chg="mod">
          <ac:chgData name="Livia Kelebercova" userId="19c610ed112c9a30" providerId="Windows Live" clId="Web-{BF0AB4EA-6D46-7306-C8EF-163830111F12}" dt="2024-09-04T18:02:26.879" v="2648" actId="20577"/>
          <ac:spMkLst>
            <pc:docMk/>
            <pc:sldMk cId="463595731" sldId="368"/>
            <ac:spMk id="5" creationId="{FD83F038-B7F9-41D5-816E-B7D433B63377}"/>
          </ac:spMkLst>
        </pc:spChg>
        <pc:spChg chg="mod">
          <ac:chgData name="Livia Kelebercova" userId="19c610ed112c9a30" providerId="Windows Live" clId="Web-{BF0AB4EA-6D46-7306-C8EF-163830111F12}" dt="2024-09-04T18:12:54.396" v="2862" actId="20577"/>
          <ac:spMkLst>
            <pc:docMk/>
            <pc:sldMk cId="463595731" sldId="368"/>
            <ac:spMk id="7" creationId="{3BDE0D8D-4274-4437-963B-342C5584A2BF}"/>
          </ac:spMkLst>
        </pc:spChg>
        <pc:spChg chg="del">
          <ac:chgData name="Livia Kelebercova" userId="19c610ed112c9a30" providerId="Windows Live" clId="Web-{BF0AB4EA-6D46-7306-C8EF-163830111F12}" dt="2024-09-04T18:00:25.204" v="2625"/>
          <ac:spMkLst>
            <pc:docMk/>
            <pc:sldMk cId="463595731" sldId="368"/>
            <ac:spMk id="8" creationId="{C58EB597-597A-B697-4345-B6F3B131E901}"/>
          </ac:spMkLst>
        </pc:spChg>
        <pc:picChg chg="add del mod modCrop">
          <ac:chgData name="Livia Kelebercova" userId="19c610ed112c9a30" providerId="Windows Live" clId="Web-{BF0AB4EA-6D46-7306-C8EF-163830111F12}" dt="2024-09-04T18:06:35.948" v="2766"/>
          <ac:picMkLst>
            <pc:docMk/>
            <pc:sldMk cId="463595731" sldId="368"/>
            <ac:picMk id="2" creationId="{22620CCC-09C8-303E-F65D-114A74EA119E}"/>
          </ac:picMkLst>
        </pc:picChg>
        <pc:picChg chg="del">
          <ac:chgData name="Livia Kelebercova" userId="19c610ed112c9a30" providerId="Windows Live" clId="Web-{BF0AB4EA-6D46-7306-C8EF-163830111F12}" dt="2024-09-04T17:54:58.849" v="2623"/>
          <ac:picMkLst>
            <pc:docMk/>
            <pc:sldMk cId="463595731" sldId="368"/>
            <ac:picMk id="3" creationId="{FD75042C-A643-BEED-7EFF-59146BD2A537}"/>
          </ac:picMkLst>
        </pc:picChg>
        <pc:picChg chg="add mod">
          <ac:chgData name="Livia Kelebercova" userId="19c610ed112c9a30" providerId="Windows Live" clId="Web-{BF0AB4EA-6D46-7306-C8EF-163830111F12}" dt="2024-09-04T18:06:26.698" v="2764" actId="1076"/>
          <ac:picMkLst>
            <pc:docMk/>
            <pc:sldMk cId="463595731" sldId="368"/>
            <ac:picMk id="4" creationId="{A9AF2CC8-C078-CAC8-6248-593A5B8CDD78}"/>
          </ac:picMkLst>
        </pc:picChg>
        <pc:picChg chg="add del mod">
          <ac:chgData name="Livia Kelebercova" userId="19c610ed112c9a30" providerId="Windows Live" clId="Web-{BF0AB4EA-6D46-7306-C8EF-163830111F12}" dt="2024-09-04T18:11:41.472" v="2807"/>
          <ac:picMkLst>
            <pc:docMk/>
            <pc:sldMk cId="463595731" sldId="368"/>
            <ac:picMk id="6" creationId="{EB397E23-3621-7696-6932-F7785A5D3E48}"/>
          </ac:picMkLst>
        </pc:picChg>
        <pc:picChg chg="add mod">
          <ac:chgData name="Livia Kelebercova" userId="19c610ed112c9a30" providerId="Windows Live" clId="Web-{BF0AB4EA-6D46-7306-C8EF-163830111F12}" dt="2024-09-04T18:07:02.152" v="2770" actId="14100"/>
          <ac:picMkLst>
            <pc:docMk/>
            <pc:sldMk cId="463595731" sldId="368"/>
            <ac:picMk id="9" creationId="{22247A33-AAB6-4B58-72C3-7CA317A6E25A}"/>
          </ac:picMkLst>
        </pc:picChg>
        <pc:picChg chg="add del mod">
          <ac:chgData name="Livia Kelebercova" userId="19c610ed112c9a30" providerId="Windows Live" clId="Web-{BF0AB4EA-6D46-7306-C8EF-163830111F12}" dt="2024-09-04T18:18:30.124" v="2955"/>
          <ac:picMkLst>
            <pc:docMk/>
            <pc:sldMk cId="463595731" sldId="368"/>
            <ac:picMk id="10" creationId="{BD3DBD95-9B3A-A539-7B65-2B9755C4870A}"/>
          </ac:picMkLst>
        </pc:picChg>
        <pc:picChg chg="add mod">
          <ac:chgData name="Livia Kelebercova" userId="19c610ed112c9a30" providerId="Windows Live" clId="Web-{BF0AB4EA-6D46-7306-C8EF-163830111F12}" dt="2024-09-04T18:18:41.296" v="2959" actId="1076"/>
          <ac:picMkLst>
            <pc:docMk/>
            <pc:sldMk cId="463595731" sldId="368"/>
            <ac:picMk id="11" creationId="{94C5340F-A252-D528-5195-7E63173D5947}"/>
          </ac:picMkLst>
        </pc:picChg>
      </pc:sldChg>
      <pc:sldChg chg="addSp delSp modSp add replId">
        <pc:chgData name="Livia Kelebercova" userId="19c610ed112c9a30" providerId="Windows Live" clId="Web-{BF0AB4EA-6D46-7306-C8EF-163830111F12}" dt="2024-09-04T18:20:48.893" v="2994" actId="1076"/>
        <pc:sldMkLst>
          <pc:docMk/>
          <pc:sldMk cId="3677227315" sldId="369"/>
        </pc:sldMkLst>
        <pc:spChg chg="mod">
          <ac:chgData name="Livia Kelebercova" userId="19c610ed112c9a30" providerId="Windows Live" clId="Web-{BF0AB4EA-6D46-7306-C8EF-163830111F12}" dt="2024-09-04T18:20:42.393" v="2992" actId="14100"/>
          <ac:spMkLst>
            <pc:docMk/>
            <pc:sldMk cId="3677227315" sldId="369"/>
            <ac:spMk id="7" creationId="{3BDE0D8D-4274-4437-963B-342C5584A2BF}"/>
          </ac:spMkLst>
        </pc:spChg>
        <pc:picChg chg="del">
          <ac:chgData name="Livia Kelebercova" userId="19c610ed112c9a30" providerId="Windows Live" clId="Web-{BF0AB4EA-6D46-7306-C8EF-163830111F12}" dt="2024-09-04T18:18:58.140" v="2960"/>
          <ac:picMkLst>
            <pc:docMk/>
            <pc:sldMk cId="3677227315" sldId="369"/>
            <ac:picMk id="2" creationId="{22620CCC-09C8-303E-F65D-114A74EA119E}"/>
          </ac:picMkLst>
        </pc:picChg>
        <pc:picChg chg="add mod">
          <ac:chgData name="Livia Kelebercova" userId="19c610ed112c9a30" providerId="Windows Live" clId="Web-{BF0AB4EA-6D46-7306-C8EF-163830111F12}" dt="2024-09-04T18:20:48.893" v="2994" actId="1076"/>
          <ac:picMkLst>
            <pc:docMk/>
            <pc:sldMk cId="3677227315" sldId="369"/>
            <ac:picMk id="3" creationId="{4C8BC366-0FC8-46B1-55CB-916B953134EB}"/>
          </ac:picMkLst>
        </pc:picChg>
      </pc:sldChg>
      <pc:sldChg chg="addSp delSp modSp add replId">
        <pc:chgData name="Livia Kelebercova" userId="19c610ed112c9a30" providerId="Windows Live" clId="Web-{BF0AB4EA-6D46-7306-C8EF-163830111F12}" dt="2024-09-04T18:18:23.764" v="2954" actId="1076"/>
        <pc:sldMkLst>
          <pc:docMk/>
          <pc:sldMk cId="2553536752" sldId="370"/>
        </pc:sldMkLst>
        <pc:spChg chg="mod">
          <ac:chgData name="Livia Kelebercova" userId="19c610ed112c9a30" providerId="Windows Live" clId="Web-{BF0AB4EA-6D46-7306-C8EF-163830111F12}" dt="2024-09-04T18:15:22.244" v="2947" actId="14100"/>
          <ac:spMkLst>
            <pc:docMk/>
            <pc:sldMk cId="2553536752" sldId="370"/>
            <ac:spMk id="7" creationId="{3BDE0D8D-4274-4437-963B-342C5584A2BF}"/>
          </ac:spMkLst>
        </pc:spChg>
        <pc:picChg chg="mod modCrop">
          <ac:chgData name="Livia Kelebercova" userId="19c610ed112c9a30" providerId="Windows Live" clId="Web-{BF0AB4EA-6D46-7306-C8EF-163830111F12}" dt="2024-09-04T18:15:27.135" v="2948" actId="1076"/>
          <ac:picMkLst>
            <pc:docMk/>
            <pc:sldMk cId="2553536752" sldId="370"/>
            <ac:picMk id="2" creationId="{22620CCC-09C8-303E-F65D-114A74EA119E}"/>
          </ac:picMkLst>
        </pc:picChg>
        <pc:picChg chg="add mod">
          <ac:chgData name="Livia Kelebercova" userId="19c610ed112c9a30" providerId="Windows Live" clId="Web-{BF0AB4EA-6D46-7306-C8EF-163830111F12}" dt="2024-09-04T18:14:14.586" v="2879" actId="1076"/>
          <ac:picMkLst>
            <pc:docMk/>
            <pc:sldMk cId="2553536752" sldId="370"/>
            <ac:picMk id="3" creationId="{D4282D71-F7AB-9C85-1E8A-66BE77256A7E}"/>
          </ac:picMkLst>
        </pc:picChg>
        <pc:picChg chg="del">
          <ac:chgData name="Livia Kelebercova" userId="19c610ed112c9a30" providerId="Windows Live" clId="Web-{BF0AB4EA-6D46-7306-C8EF-163830111F12}" dt="2024-09-04T18:13:41.819" v="2868"/>
          <ac:picMkLst>
            <pc:docMk/>
            <pc:sldMk cId="2553536752" sldId="370"/>
            <ac:picMk id="4" creationId="{A9AF2CC8-C078-CAC8-6248-593A5B8CDD78}"/>
          </ac:picMkLst>
        </pc:picChg>
        <pc:picChg chg="del mod">
          <ac:chgData name="Livia Kelebercova" userId="19c610ed112c9a30" providerId="Windows Live" clId="Web-{BF0AB4EA-6D46-7306-C8EF-163830111F12}" dt="2024-09-04T18:14:00.507" v="2877"/>
          <ac:picMkLst>
            <pc:docMk/>
            <pc:sldMk cId="2553536752" sldId="370"/>
            <ac:picMk id="6" creationId="{EB397E23-3621-7696-6932-F7785A5D3E48}"/>
          </ac:picMkLst>
        </pc:picChg>
        <pc:picChg chg="add del mod">
          <ac:chgData name="Livia Kelebercova" userId="19c610ed112c9a30" providerId="Windows Live" clId="Web-{BF0AB4EA-6D46-7306-C8EF-163830111F12}" dt="2024-09-04T18:18:00.561" v="2951"/>
          <ac:picMkLst>
            <pc:docMk/>
            <pc:sldMk cId="2553536752" sldId="370"/>
            <ac:picMk id="8" creationId="{7B5D584B-799C-43DB-E34D-0055E8F40EB3}"/>
          </ac:picMkLst>
        </pc:picChg>
        <pc:picChg chg="add mod">
          <ac:chgData name="Livia Kelebercova" userId="19c610ed112c9a30" providerId="Windows Live" clId="Web-{BF0AB4EA-6D46-7306-C8EF-163830111F12}" dt="2024-09-04T18:18:23.764" v="2954" actId="1076"/>
          <ac:picMkLst>
            <pc:docMk/>
            <pc:sldMk cId="2553536752" sldId="370"/>
            <ac:picMk id="9" creationId="{F060E2F5-230B-9D52-2B73-4D7C2AFE6108}"/>
          </ac:picMkLst>
        </pc:picChg>
      </pc:sldChg>
      <pc:sldChg chg="add ord replId">
        <pc:chgData name="Livia Kelebercova" userId="19c610ed112c9a30" providerId="Windows Live" clId="Web-{BF0AB4EA-6D46-7306-C8EF-163830111F12}" dt="2024-09-04T18:06:44.964" v="2767"/>
        <pc:sldMkLst>
          <pc:docMk/>
          <pc:sldMk cId="3627289099" sldId="371"/>
        </pc:sldMkLst>
      </pc:sldChg>
    </pc:docChg>
  </pc:docChgLst>
  <pc:docChgLst>
    <pc:chgData name="Livia Kelebercova" userId="19c610ed112c9a30" providerId="Windows Live" clId="Web-{347867BE-0EF1-6D6C-FD78-7A48EFC7A6D6}"/>
    <pc:docChg chg="delSld">
      <pc:chgData name="Livia Kelebercova" userId="19c610ed112c9a30" providerId="Windows Live" clId="Web-{347867BE-0EF1-6D6C-FD78-7A48EFC7A6D6}" dt="2024-09-10T10:06:05.382" v="0"/>
      <pc:docMkLst>
        <pc:docMk/>
      </pc:docMkLst>
      <pc:sldChg chg="del">
        <pc:chgData name="Livia Kelebercova" userId="19c610ed112c9a30" providerId="Windows Live" clId="Web-{347867BE-0EF1-6D6C-FD78-7A48EFC7A6D6}" dt="2024-09-10T10:06:05.382" v="0"/>
        <pc:sldMkLst>
          <pc:docMk/>
          <pc:sldMk cId="609303581" sldId="372"/>
        </pc:sldMkLst>
      </pc:sldChg>
    </pc:docChg>
  </pc:docChgLst>
  <pc:docChgLst>
    <pc:chgData name="Livia Kelebercova" userId="19c610ed112c9a30" providerId="Windows Live" clId="Web-{B1105FDF-4127-0EFB-FBFD-A1FB9F328B3D}"/>
    <pc:docChg chg="addSld delSld modSld sldOrd">
      <pc:chgData name="Livia Kelebercova" userId="19c610ed112c9a30" providerId="Windows Live" clId="Web-{B1105FDF-4127-0EFB-FBFD-A1FB9F328B3D}" dt="2024-09-10T16:23:07.422" v="772" actId="1076"/>
      <pc:docMkLst>
        <pc:docMk/>
      </pc:docMkLst>
      <pc:sldChg chg="modSp">
        <pc:chgData name="Livia Kelebercova" userId="19c610ed112c9a30" providerId="Windows Live" clId="Web-{B1105FDF-4127-0EFB-FBFD-A1FB9F328B3D}" dt="2024-09-10T15:39:58.134" v="10" actId="20577"/>
        <pc:sldMkLst>
          <pc:docMk/>
          <pc:sldMk cId="245498660" sldId="256"/>
        </pc:sldMkLst>
        <pc:spChg chg="mod">
          <ac:chgData name="Livia Kelebercova" userId="19c610ed112c9a30" providerId="Windows Live" clId="Web-{B1105FDF-4127-0EFB-FBFD-A1FB9F328B3D}" dt="2024-09-10T15:39:48.774" v="4" actId="20577"/>
          <ac:spMkLst>
            <pc:docMk/>
            <pc:sldMk cId="245498660" sldId="256"/>
            <ac:spMk id="9" creationId="{F607C874-782B-4427-B581-0597FA74FF03}"/>
          </ac:spMkLst>
        </pc:spChg>
        <pc:spChg chg="mod">
          <ac:chgData name="Livia Kelebercova" userId="19c610ed112c9a30" providerId="Windows Live" clId="Web-{B1105FDF-4127-0EFB-FBFD-A1FB9F328B3D}" dt="2024-09-10T15:39:58.134" v="10" actId="20577"/>
          <ac:spMkLst>
            <pc:docMk/>
            <pc:sldMk cId="245498660" sldId="256"/>
            <ac:spMk id="10" creationId="{9DDF89BC-6718-4D28-9005-F42DB4D8B4BD}"/>
          </ac:spMkLst>
        </pc:spChg>
      </pc:sldChg>
      <pc:sldChg chg="del">
        <pc:chgData name="Livia Kelebercova" userId="19c610ed112c9a30" providerId="Windows Live" clId="Web-{B1105FDF-4127-0EFB-FBFD-A1FB9F328B3D}" dt="2024-09-10T15:40:28.588" v="49"/>
        <pc:sldMkLst>
          <pc:docMk/>
          <pc:sldMk cId="3692067908" sldId="321"/>
        </pc:sldMkLst>
      </pc:sldChg>
      <pc:sldChg chg="del">
        <pc:chgData name="Livia Kelebercova" userId="19c610ed112c9a30" providerId="Windows Live" clId="Web-{B1105FDF-4127-0EFB-FBFD-A1FB9F328B3D}" dt="2024-09-10T15:40:24.447" v="17"/>
        <pc:sldMkLst>
          <pc:docMk/>
          <pc:sldMk cId="634033847" sldId="333"/>
        </pc:sldMkLst>
      </pc:sldChg>
      <pc:sldChg chg="modSp">
        <pc:chgData name="Livia Kelebercova" userId="19c610ed112c9a30" providerId="Windows Live" clId="Web-{B1105FDF-4127-0EFB-FBFD-A1FB9F328B3D}" dt="2024-09-10T15:40:18.853" v="15" actId="20577"/>
        <pc:sldMkLst>
          <pc:docMk/>
          <pc:sldMk cId="1725359674" sldId="335"/>
        </pc:sldMkLst>
        <pc:spChg chg="mod">
          <ac:chgData name="Livia Kelebercova" userId="19c610ed112c9a30" providerId="Windows Live" clId="Web-{B1105FDF-4127-0EFB-FBFD-A1FB9F328B3D}" dt="2024-09-10T15:40:18.853" v="15" actId="20577"/>
          <ac:spMkLst>
            <pc:docMk/>
            <pc:sldMk cId="1725359674" sldId="335"/>
            <ac:spMk id="6" creationId="{219526B4-0363-4BAB-BC46-80456D5E41E0}"/>
          </ac:spMkLst>
        </pc:spChg>
      </pc:sldChg>
      <pc:sldChg chg="del">
        <pc:chgData name="Livia Kelebercova" userId="19c610ed112c9a30" providerId="Windows Live" clId="Web-{B1105FDF-4127-0EFB-FBFD-A1FB9F328B3D}" dt="2024-09-10T15:40:28.603" v="62"/>
        <pc:sldMkLst>
          <pc:docMk/>
          <pc:sldMk cId="1082012067" sldId="336"/>
        </pc:sldMkLst>
      </pc:sldChg>
      <pc:sldChg chg="del">
        <pc:chgData name="Livia Kelebercova" userId="19c610ed112c9a30" providerId="Windows Live" clId="Web-{B1105FDF-4127-0EFB-FBFD-A1FB9F328B3D}" dt="2024-09-10T15:40:28.603" v="61"/>
        <pc:sldMkLst>
          <pc:docMk/>
          <pc:sldMk cId="2942916675" sldId="337"/>
        </pc:sldMkLst>
      </pc:sldChg>
      <pc:sldChg chg="del">
        <pc:chgData name="Livia Kelebercova" userId="19c610ed112c9a30" providerId="Windows Live" clId="Web-{B1105FDF-4127-0EFB-FBFD-A1FB9F328B3D}" dt="2024-09-10T15:40:28.603" v="60"/>
        <pc:sldMkLst>
          <pc:docMk/>
          <pc:sldMk cId="926853885" sldId="338"/>
        </pc:sldMkLst>
      </pc:sldChg>
      <pc:sldChg chg="del">
        <pc:chgData name="Livia Kelebercova" userId="19c610ed112c9a30" providerId="Windows Live" clId="Web-{B1105FDF-4127-0EFB-FBFD-A1FB9F328B3D}" dt="2024-09-10T15:40:28.603" v="59"/>
        <pc:sldMkLst>
          <pc:docMk/>
          <pc:sldMk cId="620615039" sldId="339"/>
        </pc:sldMkLst>
      </pc:sldChg>
      <pc:sldChg chg="del">
        <pc:chgData name="Livia Kelebercova" userId="19c610ed112c9a30" providerId="Windows Live" clId="Web-{B1105FDF-4127-0EFB-FBFD-A1FB9F328B3D}" dt="2024-09-10T15:40:28.603" v="58"/>
        <pc:sldMkLst>
          <pc:docMk/>
          <pc:sldMk cId="3871325739" sldId="340"/>
        </pc:sldMkLst>
      </pc:sldChg>
      <pc:sldChg chg="del">
        <pc:chgData name="Livia Kelebercova" userId="19c610ed112c9a30" providerId="Windows Live" clId="Web-{B1105FDF-4127-0EFB-FBFD-A1FB9F328B3D}" dt="2024-09-10T15:40:28.588" v="57"/>
        <pc:sldMkLst>
          <pc:docMk/>
          <pc:sldMk cId="901332596" sldId="341"/>
        </pc:sldMkLst>
      </pc:sldChg>
      <pc:sldChg chg="del">
        <pc:chgData name="Livia Kelebercova" userId="19c610ed112c9a30" providerId="Windows Live" clId="Web-{B1105FDF-4127-0EFB-FBFD-A1FB9F328B3D}" dt="2024-09-10T15:40:24.431" v="16"/>
        <pc:sldMkLst>
          <pc:docMk/>
          <pc:sldMk cId="466575224" sldId="342"/>
        </pc:sldMkLst>
      </pc:sldChg>
      <pc:sldChg chg="addSp delSp modSp">
        <pc:chgData name="Livia Kelebercova" userId="19c610ed112c9a30" providerId="Windows Live" clId="Web-{B1105FDF-4127-0EFB-FBFD-A1FB9F328B3D}" dt="2024-09-10T15:48:04.037" v="101" actId="1076"/>
        <pc:sldMkLst>
          <pc:docMk/>
          <pc:sldMk cId="3208704098" sldId="343"/>
        </pc:sldMkLst>
        <pc:spChg chg="add mod">
          <ac:chgData name="Livia Kelebercova" userId="19c610ed112c9a30" providerId="Windows Live" clId="Web-{B1105FDF-4127-0EFB-FBFD-A1FB9F328B3D}" dt="2024-09-10T15:42:52.263" v="98" actId="20577"/>
          <ac:spMkLst>
            <pc:docMk/>
            <pc:sldMk cId="3208704098" sldId="343"/>
            <ac:spMk id="3" creationId="{64A3F9D5-7390-F151-BC3E-BB47241A8DA3}"/>
          </ac:spMkLst>
        </pc:spChg>
        <pc:spChg chg="mod">
          <ac:chgData name="Livia Kelebercova" userId="19c610ed112c9a30" providerId="Windows Live" clId="Web-{B1105FDF-4127-0EFB-FBFD-A1FB9F328B3D}" dt="2024-09-10T15:41:10.776" v="64" actId="20577"/>
          <ac:spMkLst>
            <pc:docMk/>
            <pc:sldMk cId="3208704098" sldId="343"/>
            <ac:spMk id="5" creationId="{FD83F038-B7F9-41D5-816E-B7D433B63377}"/>
          </ac:spMkLst>
        </pc:spChg>
        <pc:spChg chg="del">
          <ac:chgData name="Livia Kelebercova" userId="19c610ed112c9a30" providerId="Windows Live" clId="Web-{B1105FDF-4127-0EFB-FBFD-A1FB9F328B3D}" dt="2024-09-10T15:41:15.542" v="66"/>
          <ac:spMkLst>
            <pc:docMk/>
            <pc:sldMk cId="3208704098" sldId="343"/>
            <ac:spMk id="7" creationId="{3BDE0D8D-4274-4437-963B-342C5584A2BF}"/>
          </ac:spMkLst>
        </pc:spChg>
        <pc:picChg chg="add mod">
          <ac:chgData name="Livia Kelebercova" userId="19c610ed112c9a30" providerId="Windows Live" clId="Web-{B1105FDF-4127-0EFB-FBFD-A1FB9F328B3D}" dt="2024-09-10T15:48:04.037" v="101" actId="1076"/>
          <ac:picMkLst>
            <pc:docMk/>
            <pc:sldMk cId="3208704098" sldId="343"/>
            <ac:picMk id="4" creationId="{8A343BAD-057A-BAA1-8681-959445ECC78B}"/>
          </ac:picMkLst>
        </pc:picChg>
        <pc:picChg chg="del">
          <ac:chgData name="Livia Kelebercova" userId="19c610ed112c9a30" providerId="Windows Live" clId="Web-{B1105FDF-4127-0EFB-FBFD-A1FB9F328B3D}" dt="2024-09-10T15:41:15.417" v="65"/>
          <ac:picMkLst>
            <pc:docMk/>
            <pc:sldMk cId="3208704098" sldId="343"/>
            <ac:picMk id="13" creationId="{8C8856F4-3D40-7CE1-462D-7C0C0F79BD70}"/>
          </ac:picMkLst>
        </pc:picChg>
      </pc:sldChg>
      <pc:sldChg chg="addSp delSp modSp add replId">
        <pc:chgData name="Livia Kelebercova" userId="19c610ed112c9a30" providerId="Windows Live" clId="Web-{B1105FDF-4127-0EFB-FBFD-A1FB9F328B3D}" dt="2024-09-10T15:54:53.876" v="337" actId="1076"/>
        <pc:sldMkLst>
          <pc:docMk/>
          <pc:sldMk cId="377861116" sldId="344"/>
        </pc:sldMkLst>
        <pc:spChg chg="mod">
          <ac:chgData name="Livia Kelebercova" userId="19c610ed112c9a30" providerId="Windows Live" clId="Web-{B1105FDF-4127-0EFB-FBFD-A1FB9F328B3D}" dt="2024-09-10T15:54:52.188" v="336" actId="20577"/>
          <ac:spMkLst>
            <pc:docMk/>
            <pc:sldMk cId="377861116" sldId="344"/>
            <ac:spMk id="3" creationId="{64A3F9D5-7390-F151-BC3E-BB47241A8DA3}"/>
          </ac:spMkLst>
        </pc:spChg>
        <pc:spChg chg="add del mod">
          <ac:chgData name="Livia Kelebercova" userId="19c610ed112c9a30" providerId="Windows Live" clId="Web-{B1105FDF-4127-0EFB-FBFD-A1FB9F328B3D}" dt="2024-09-10T15:53:51.921" v="270"/>
          <ac:spMkLst>
            <pc:docMk/>
            <pc:sldMk cId="377861116" sldId="344"/>
            <ac:spMk id="6" creationId="{FB924503-5F30-2BBC-A95E-AE704AD5DA47}"/>
          </ac:spMkLst>
        </pc:spChg>
        <pc:picChg chg="add del mod">
          <ac:chgData name="Livia Kelebercova" userId="19c610ed112c9a30" providerId="Windows Live" clId="Web-{B1105FDF-4127-0EFB-FBFD-A1FB9F328B3D}" dt="2024-09-10T15:52:54.857" v="218"/>
          <ac:picMkLst>
            <pc:docMk/>
            <pc:sldMk cId="377861116" sldId="344"/>
            <ac:picMk id="2" creationId="{125FDF98-19AF-C8F8-063F-09EA4C32BB08}"/>
          </ac:picMkLst>
        </pc:picChg>
        <pc:picChg chg="del">
          <ac:chgData name="Livia Kelebercova" userId="19c610ed112c9a30" providerId="Windows Live" clId="Web-{B1105FDF-4127-0EFB-FBFD-A1FB9F328B3D}" dt="2024-09-10T15:48:27.053" v="161"/>
          <ac:picMkLst>
            <pc:docMk/>
            <pc:sldMk cId="377861116" sldId="344"/>
            <ac:picMk id="4" creationId="{8A343BAD-057A-BAA1-8681-959445ECC78B}"/>
          </ac:picMkLst>
        </pc:picChg>
        <pc:picChg chg="add mod">
          <ac:chgData name="Livia Kelebercova" userId="19c610ed112c9a30" providerId="Windows Live" clId="Web-{B1105FDF-4127-0EFB-FBFD-A1FB9F328B3D}" dt="2024-09-10T15:54:53.876" v="337" actId="1076"/>
          <ac:picMkLst>
            <pc:docMk/>
            <pc:sldMk cId="377861116" sldId="344"/>
            <ac:picMk id="7" creationId="{E0BB18B6-3BA6-48D3-8933-FCC75CF50638}"/>
          </ac:picMkLst>
        </pc:picChg>
      </pc:sldChg>
      <pc:sldChg chg="del">
        <pc:chgData name="Livia Kelebercova" userId="19c610ed112c9a30" providerId="Windows Live" clId="Web-{B1105FDF-4127-0EFB-FBFD-A1FB9F328B3D}" dt="2024-09-10T15:40:28.572" v="48"/>
        <pc:sldMkLst>
          <pc:docMk/>
          <pc:sldMk cId="512932105" sldId="344"/>
        </pc:sldMkLst>
      </pc:sldChg>
      <pc:sldChg chg="del">
        <pc:chgData name="Livia Kelebercova" userId="19c610ed112c9a30" providerId="Windows Live" clId="Web-{B1105FDF-4127-0EFB-FBFD-A1FB9F328B3D}" dt="2024-09-10T15:40:28.588" v="50"/>
        <pc:sldMkLst>
          <pc:docMk/>
          <pc:sldMk cId="1855351110" sldId="345"/>
        </pc:sldMkLst>
      </pc:sldChg>
      <pc:sldChg chg="addSp delSp modSp add ord replId">
        <pc:chgData name="Livia Kelebercova" userId="19c610ed112c9a30" providerId="Windows Live" clId="Web-{B1105FDF-4127-0EFB-FBFD-A1FB9F328B3D}" dt="2024-09-10T15:55:08.751" v="338"/>
        <pc:sldMkLst>
          <pc:docMk/>
          <pc:sldMk cId="2198287051" sldId="345"/>
        </pc:sldMkLst>
        <pc:spChg chg="mod">
          <ac:chgData name="Livia Kelebercova" userId="19c610ed112c9a30" providerId="Windows Live" clId="Web-{B1105FDF-4127-0EFB-FBFD-A1FB9F328B3D}" dt="2024-09-10T15:49:53.477" v="213" actId="20577"/>
          <ac:spMkLst>
            <pc:docMk/>
            <pc:sldMk cId="2198287051" sldId="345"/>
            <ac:spMk id="3" creationId="{64A3F9D5-7390-F151-BC3E-BB47241A8DA3}"/>
          </ac:spMkLst>
        </pc:spChg>
        <pc:picChg chg="del">
          <ac:chgData name="Livia Kelebercova" userId="19c610ed112c9a30" providerId="Windows Live" clId="Web-{B1105FDF-4127-0EFB-FBFD-A1FB9F328B3D}" dt="2024-09-10T15:49:54.259" v="214"/>
          <ac:picMkLst>
            <pc:docMk/>
            <pc:sldMk cId="2198287051" sldId="345"/>
            <ac:picMk id="2" creationId="{125FDF98-19AF-C8F8-063F-09EA4C32BB08}"/>
          </ac:picMkLst>
        </pc:picChg>
        <pc:picChg chg="add mod">
          <ac:chgData name="Livia Kelebercova" userId="19c610ed112c9a30" providerId="Windows Live" clId="Web-{B1105FDF-4127-0EFB-FBFD-A1FB9F328B3D}" dt="2024-09-10T15:50:06.103" v="217" actId="1076"/>
          <ac:picMkLst>
            <pc:docMk/>
            <pc:sldMk cId="2198287051" sldId="345"/>
            <ac:picMk id="4" creationId="{333A0A69-6A48-4B3F-B32A-FDB9AEB35578}"/>
          </ac:picMkLst>
        </pc:picChg>
      </pc:sldChg>
      <pc:sldChg chg="del">
        <pc:chgData name="Livia Kelebercova" userId="19c610ed112c9a30" providerId="Windows Live" clId="Web-{B1105FDF-4127-0EFB-FBFD-A1FB9F328B3D}" dt="2024-09-10T15:40:28.572" v="47"/>
        <pc:sldMkLst>
          <pc:docMk/>
          <pc:sldMk cId="658825611" sldId="346"/>
        </pc:sldMkLst>
      </pc:sldChg>
      <pc:sldChg chg="addSp delSp modSp add replId">
        <pc:chgData name="Livia Kelebercova" userId="19c610ed112c9a30" providerId="Windows Live" clId="Web-{B1105FDF-4127-0EFB-FBFD-A1FB9F328B3D}" dt="2024-09-10T15:59:26.008" v="453" actId="14100"/>
        <pc:sldMkLst>
          <pc:docMk/>
          <pc:sldMk cId="3564713066" sldId="346"/>
        </pc:sldMkLst>
        <pc:spChg chg="del mod">
          <ac:chgData name="Livia Kelebercova" userId="19c610ed112c9a30" providerId="Windows Live" clId="Web-{B1105FDF-4127-0EFB-FBFD-A1FB9F328B3D}" dt="2024-09-10T15:57:10.988" v="370"/>
          <ac:spMkLst>
            <pc:docMk/>
            <pc:sldMk cId="3564713066" sldId="346"/>
            <ac:spMk id="3" creationId="{64A3F9D5-7390-F151-BC3E-BB47241A8DA3}"/>
          </ac:spMkLst>
        </pc:spChg>
        <pc:spChg chg="add mod">
          <ac:chgData name="Livia Kelebercova" userId="19c610ed112c9a30" providerId="Windows Live" clId="Web-{B1105FDF-4127-0EFB-FBFD-A1FB9F328B3D}" dt="2024-09-10T15:58:10.193" v="432" actId="20577"/>
          <ac:spMkLst>
            <pc:docMk/>
            <pc:sldMk cId="3564713066" sldId="346"/>
            <ac:spMk id="4" creationId="{CF4850E0-5DD4-0E81-68DB-1F1771E0A5AC}"/>
          </ac:spMkLst>
        </pc:spChg>
        <pc:picChg chg="add mod">
          <ac:chgData name="Livia Kelebercova" userId="19c610ed112c9a30" providerId="Windows Live" clId="Web-{B1105FDF-4127-0EFB-FBFD-A1FB9F328B3D}" dt="2024-09-10T15:59:19.132" v="451" actId="1076"/>
          <ac:picMkLst>
            <pc:docMk/>
            <pc:sldMk cId="3564713066" sldId="346"/>
            <ac:picMk id="6" creationId="{3BC88E75-DC00-8AFD-5E34-130AC9393315}"/>
          </ac:picMkLst>
        </pc:picChg>
        <pc:picChg chg="del">
          <ac:chgData name="Livia Kelebercova" userId="19c610ed112c9a30" providerId="Windows Live" clId="Web-{B1105FDF-4127-0EFB-FBFD-A1FB9F328B3D}" dt="2024-09-10T15:56:05.518" v="368"/>
          <ac:picMkLst>
            <pc:docMk/>
            <pc:sldMk cId="3564713066" sldId="346"/>
            <ac:picMk id="7" creationId="{E0BB18B6-3BA6-48D3-8933-FCC75CF50638}"/>
          </ac:picMkLst>
        </pc:picChg>
        <pc:picChg chg="add mod">
          <ac:chgData name="Livia Kelebercova" userId="19c610ed112c9a30" providerId="Windows Live" clId="Web-{B1105FDF-4127-0EFB-FBFD-A1FB9F328B3D}" dt="2024-09-10T15:59:26.008" v="453" actId="14100"/>
          <ac:picMkLst>
            <pc:docMk/>
            <pc:sldMk cId="3564713066" sldId="346"/>
            <ac:picMk id="8" creationId="{A6470EA8-B808-3B07-6BA8-8ACE57B0E3C1}"/>
          </ac:picMkLst>
        </pc:picChg>
      </pc:sldChg>
      <pc:sldChg chg="del">
        <pc:chgData name="Livia Kelebercova" userId="19c610ed112c9a30" providerId="Windows Live" clId="Web-{B1105FDF-4127-0EFB-FBFD-A1FB9F328B3D}" dt="2024-09-10T15:40:28.572" v="46"/>
        <pc:sldMkLst>
          <pc:docMk/>
          <pc:sldMk cId="1958174984" sldId="347"/>
        </pc:sldMkLst>
      </pc:sldChg>
      <pc:sldChg chg="addSp modSp add replId">
        <pc:chgData name="Livia Kelebercova" userId="19c610ed112c9a30" providerId="Windows Live" clId="Web-{B1105FDF-4127-0EFB-FBFD-A1FB9F328B3D}" dt="2024-09-10T16:00:08.056" v="461" actId="14100"/>
        <pc:sldMkLst>
          <pc:docMk/>
          <pc:sldMk cId="2656058502" sldId="347"/>
        </pc:sldMkLst>
        <pc:picChg chg="add mod">
          <ac:chgData name="Livia Kelebercova" userId="19c610ed112c9a30" providerId="Windows Live" clId="Web-{B1105FDF-4127-0EFB-FBFD-A1FB9F328B3D}" dt="2024-09-10T15:59:49.149" v="457" actId="1076"/>
          <ac:picMkLst>
            <pc:docMk/>
            <pc:sldMk cId="2656058502" sldId="347"/>
            <ac:picMk id="2" creationId="{5877E89D-E355-0FE2-B00B-BF4CB4ADBCC5}"/>
          </ac:picMkLst>
        </pc:picChg>
        <pc:picChg chg="add mod">
          <ac:chgData name="Livia Kelebercova" userId="19c610ed112c9a30" providerId="Windows Live" clId="Web-{B1105FDF-4127-0EFB-FBFD-A1FB9F328B3D}" dt="2024-09-10T16:00:08.056" v="461" actId="14100"/>
          <ac:picMkLst>
            <pc:docMk/>
            <pc:sldMk cId="2656058502" sldId="347"/>
            <ac:picMk id="4" creationId="{A45C6F2D-78B6-9879-84C5-DA77A34F5D2B}"/>
          </ac:picMkLst>
        </pc:picChg>
      </pc:sldChg>
      <pc:sldChg chg="del">
        <pc:chgData name="Livia Kelebercova" userId="19c610ed112c9a30" providerId="Windows Live" clId="Web-{B1105FDF-4127-0EFB-FBFD-A1FB9F328B3D}" dt="2024-09-10T15:40:28.572" v="45"/>
        <pc:sldMkLst>
          <pc:docMk/>
          <pc:sldMk cId="682396167" sldId="348"/>
        </pc:sldMkLst>
      </pc:sldChg>
      <pc:sldChg chg="add replId">
        <pc:chgData name="Livia Kelebercova" userId="19c610ed112c9a30" providerId="Windows Live" clId="Web-{B1105FDF-4127-0EFB-FBFD-A1FB9F328B3D}" dt="2024-09-10T16:00:12.368" v="462"/>
        <pc:sldMkLst>
          <pc:docMk/>
          <pc:sldMk cId="948258821" sldId="348"/>
        </pc:sldMkLst>
      </pc:sldChg>
      <pc:sldChg chg="addSp delSp modSp add replId">
        <pc:chgData name="Livia Kelebercova" userId="19c610ed112c9a30" providerId="Windows Live" clId="Web-{B1105FDF-4127-0EFB-FBFD-A1FB9F328B3D}" dt="2024-09-10T16:07:53.567" v="638" actId="14100"/>
        <pc:sldMkLst>
          <pc:docMk/>
          <pc:sldMk cId="1526525508" sldId="349"/>
        </pc:sldMkLst>
        <pc:spChg chg="mod">
          <ac:chgData name="Livia Kelebercova" userId="19c610ed112c9a30" providerId="Windows Live" clId="Web-{B1105FDF-4127-0EFB-FBFD-A1FB9F328B3D}" dt="2024-09-10T16:06:34.347" v="635" actId="20577"/>
          <ac:spMkLst>
            <pc:docMk/>
            <pc:sldMk cId="1526525508" sldId="349"/>
            <ac:spMk id="3" creationId="{64A3F9D5-7390-F151-BC3E-BB47241A8DA3}"/>
          </ac:spMkLst>
        </pc:spChg>
        <pc:picChg chg="del">
          <ac:chgData name="Livia Kelebercova" userId="19c610ed112c9a30" providerId="Windows Live" clId="Web-{B1105FDF-4127-0EFB-FBFD-A1FB9F328B3D}" dt="2024-09-10T16:02:08.184" v="465"/>
          <ac:picMkLst>
            <pc:docMk/>
            <pc:sldMk cId="1526525508" sldId="349"/>
            <ac:picMk id="2" creationId="{5877E89D-E355-0FE2-B00B-BF4CB4ADBCC5}"/>
          </ac:picMkLst>
        </pc:picChg>
        <pc:picChg chg="del">
          <ac:chgData name="Livia Kelebercova" userId="19c610ed112c9a30" providerId="Windows Live" clId="Web-{B1105FDF-4127-0EFB-FBFD-A1FB9F328B3D}" dt="2024-09-10T16:02:08.184" v="464"/>
          <ac:picMkLst>
            <pc:docMk/>
            <pc:sldMk cId="1526525508" sldId="349"/>
            <ac:picMk id="4" creationId="{A45C6F2D-78B6-9879-84C5-DA77A34F5D2B}"/>
          </ac:picMkLst>
        </pc:picChg>
        <pc:picChg chg="add mod">
          <ac:chgData name="Livia Kelebercova" userId="19c610ed112c9a30" providerId="Windows Live" clId="Web-{B1105FDF-4127-0EFB-FBFD-A1FB9F328B3D}" dt="2024-09-10T16:07:53.567" v="638" actId="14100"/>
          <ac:picMkLst>
            <pc:docMk/>
            <pc:sldMk cId="1526525508" sldId="349"/>
            <ac:picMk id="6" creationId="{3FDD1204-390E-4487-F8B0-C71A12CF90CA}"/>
          </ac:picMkLst>
        </pc:picChg>
      </pc:sldChg>
      <pc:sldChg chg="del">
        <pc:chgData name="Livia Kelebercova" userId="19c610ed112c9a30" providerId="Windows Live" clId="Web-{B1105FDF-4127-0EFB-FBFD-A1FB9F328B3D}" dt="2024-09-10T15:40:28.572" v="44"/>
        <pc:sldMkLst>
          <pc:docMk/>
          <pc:sldMk cId="4260936900" sldId="349"/>
        </pc:sldMkLst>
      </pc:sldChg>
      <pc:sldChg chg="del">
        <pc:chgData name="Livia Kelebercova" userId="19c610ed112c9a30" providerId="Windows Live" clId="Web-{B1105FDF-4127-0EFB-FBFD-A1FB9F328B3D}" dt="2024-09-10T15:40:28.572" v="43"/>
        <pc:sldMkLst>
          <pc:docMk/>
          <pc:sldMk cId="1017716595" sldId="350"/>
        </pc:sldMkLst>
      </pc:sldChg>
      <pc:sldChg chg="addSp delSp modSp add replId">
        <pc:chgData name="Livia Kelebercova" userId="19c610ed112c9a30" providerId="Windows Live" clId="Web-{B1105FDF-4127-0EFB-FBFD-A1FB9F328B3D}" dt="2024-09-10T16:10:36.243" v="728" actId="1076"/>
        <pc:sldMkLst>
          <pc:docMk/>
          <pc:sldMk cId="3974679184" sldId="350"/>
        </pc:sldMkLst>
        <pc:spChg chg="mod">
          <ac:chgData name="Livia Kelebercova" userId="19c610ed112c9a30" providerId="Windows Live" clId="Web-{B1105FDF-4127-0EFB-FBFD-A1FB9F328B3D}" dt="2024-09-10T16:10:14.993" v="722" actId="20577"/>
          <ac:spMkLst>
            <pc:docMk/>
            <pc:sldMk cId="3974679184" sldId="350"/>
            <ac:spMk id="3" creationId="{64A3F9D5-7390-F151-BC3E-BB47241A8DA3}"/>
          </ac:spMkLst>
        </pc:spChg>
        <pc:picChg chg="add del mod">
          <ac:chgData name="Livia Kelebercova" userId="19c610ed112c9a30" providerId="Windows Live" clId="Web-{B1105FDF-4127-0EFB-FBFD-A1FB9F328B3D}" dt="2024-09-10T16:10:15.837" v="723"/>
          <ac:picMkLst>
            <pc:docMk/>
            <pc:sldMk cId="3974679184" sldId="350"/>
            <ac:picMk id="2" creationId="{F49A4565-7252-4CCD-3CB3-555B5934BC1E}"/>
          </ac:picMkLst>
        </pc:picChg>
        <pc:picChg chg="add mod">
          <ac:chgData name="Livia Kelebercova" userId="19c610ed112c9a30" providerId="Windows Live" clId="Web-{B1105FDF-4127-0EFB-FBFD-A1FB9F328B3D}" dt="2024-09-10T16:10:00.180" v="701" actId="1076"/>
          <ac:picMkLst>
            <pc:docMk/>
            <pc:sldMk cId="3974679184" sldId="350"/>
            <ac:picMk id="4" creationId="{F1161571-336C-F78E-C00A-2F0B0B68F164}"/>
          </ac:picMkLst>
        </pc:picChg>
        <pc:picChg chg="del">
          <ac:chgData name="Livia Kelebercova" userId="19c610ed112c9a30" providerId="Windows Live" clId="Web-{B1105FDF-4127-0EFB-FBFD-A1FB9F328B3D}" dt="2024-09-10T16:08:17.943" v="640"/>
          <ac:picMkLst>
            <pc:docMk/>
            <pc:sldMk cId="3974679184" sldId="350"/>
            <ac:picMk id="6" creationId="{3FDD1204-390E-4487-F8B0-C71A12CF90CA}"/>
          </ac:picMkLst>
        </pc:picChg>
        <pc:picChg chg="add mod">
          <ac:chgData name="Livia Kelebercova" userId="19c610ed112c9a30" providerId="Windows Live" clId="Web-{B1105FDF-4127-0EFB-FBFD-A1FB9F328B3D}" dt="2024-09-10T16:10:36.243" v="728" actId="1076"/>
          <ac:picMkLst>
            <pc:docMk/>
            <pc:sldMk cId="3974679184" sldId="350"/>
            <ac:picMk id="7" creationId="{CEAB6FF6-0EBC-0947-A471-F869714A0046}"/>
          </ac:picMkLst>
        </pc:picChg>
      </pc:sldChg>
      <pc:sldChg chg="del">
        <pc:chgData name="Livia Kelebercova" userId="19c610ed112c9a30" providerId="Windows Live" clId="Web-{B1105FDF-4127-0EFB-FBFD-A1FB9F328B3D}" dt="2024-09-10T15:40:28.572" v="42"/>
        <pc:sldMkLst>
          <pc:docMk/>
          <pc:sldMk cId="587527819" sldId="351"/>
        </pc:sldMkLst>
      </pc:sldChg>
      <pc:sldChg chg="addSp delSp modSp add del replId">
        <pc:chgData name="Livia Kelebercova" userId="19c610ed112c9a30" providerId="Windows Live" clId="Web-{B1105FDF-4127-0EFB-FBFD-A1FB9F328B3D}" dt="2024-09-10T16:22:51.172" v="767"/>
        <pc:sldMkLst>
          <pc:docMk/>
          <pc:sldMk cId="1196768022" sldId="351"/>
        </pc:sldMkLst>
        <pc:spChg chg="del">
          <ac:chgData name="Livia Kelebercova" userId="19c610ed112c9a30" providerId="Windows Live" clId="Web-{B1105FDF-4127-0EFB-FBFD-A1FB9F328B3D}" dt="2024-09-10T16:21:36.326" v="762"/>
          <ac:spMkLst>
            <pc:docMk/>
            <pc:sldMk cId="1196768022" sldId="351"/>
            <ac:spMk id="3" creationId="{64A3F9D5-7390-F151-BC3E-BB47241A8DA3}"/>
          </ac:spMkLst>
        </pc:spChg>
        <pc:spChg chg="mod">
          <ac:chgData name="Livia Kelebercova" userId="19c610ed112c9a30" providerId="Windows Live" clId="Web-{B1105FDF-4127-0EFB-FBFD-A1FB9F328B3D}" dt="2024-09-10T16:21:31.873" v="759" actId="20577"/>
          <ac:spMkLst>
            <pc:docMk/>
            <pc:sldMk cId="1196768022" sldId="351"/>
            <ac:spMk id="5" creationId="{FD83F038-B7F9-41D5-816E-B7D433B63377}"/>
          </ac:spMkLst>
        </pc:spChg>
        <pc:spChg chg="add del mod">
          <ac:chgData name="Livia Kelebercova" userId="19c610ed112c9a30" providerId="Windows Live" clId="Web-{B1105FDF-4127-0EFB-FBFD-A1FB9F328B3D}" dt="2024-09-10T16:21:38.248" v="763"/>
          <ac:spMkLst>
            <pc:docMk/>
            <pc:sldMk cId="1196768022" sldId="351"/>
            <ac:spMk id="6" creationId="{8C4EEB83-FFC8-F642-A832-6C59047A1D21}"/>
          </ac:spMkLst>
        </pc:spChg>
        <pc:picChg chg="del">
          <ac:chgData name="Livia Kelebercova" userId="19c610ed112c9a30" providerId="Windows Live" clId="Web-{B1105FDF-4127-0EFB-FBFD-A1FB9F328B3D}" dt="2024-09-10T16:21:33.123" v="761"/>
          <ac:picMkLst>
            <pc:docMk/>
            <pc:sldMk cId="1196768022" sldId="351"/>
            <ac:picMk id="4" creationId="{F1161571-336C-F78E-C00A-2F0B0B68F164}"/>
          </ac:picMkLst>
        </pc:picChg>
        <pc:picChg chg="del">
          <ac:chgData name="Livia Kelebercova" userId="19c610ed112c9a30" providerId="Windows Live" clId="Web-{B1105FDF-4127-0EFB-FBFD-A1FB9F328B3D}" dt="2024-09-10T16:21:33.123" v="760"/>
          <ac:picMkLst>
            <pc:docMk/>
            <pc:sldMk cId="1196768022" sldId="351"/>
            <ac:picMk id="7" creationId="{CEAB6FF6-0EBC-0947-A471-F869714A0046}"/>
          </ac:picMkLst>
        </pc:picChg>
        <pc:picChg chg="add mod">
          <ac:chgData name="Livia Kelebercova" userId="19c610ed112c9a30" providerId="Windows Live" clId="Web-{B1105FDF-4127-0EFB-FBFD-A1FB9F328B3D}" dt="2024-09-10T16:22:42.984" v="766" actId="1076"/>
          <ac:picMkLst>
            <pc:docMk/>
            <pc:sldMk cId="1196768022" sldId="351"/>
            <ac:picMk id="8" creationId="{9BC3361C-3479-DE21-80FC-8A4F8BE29AE9}"/>
          </ac:picMkLst>
        </pc:picChg>
      </pc:sldChg>
      <pc:sldChg chg="modSp add ord replId">
        <pc:chgData name="Livia Kelebercova" userId="19c610ed112c9a30" providerId="Windows Live" clId="Web-{B1105FDF-4127-0EFB-FBFD-A1FB9F328B3D}" dt="2024-09-10T16:23:07.422" v="772" actId="1076"/>
        <pc:sldMkLst>
          <pc:docMk/>
          <pc:sldMk cId="1706743563" sldId="351"/>
        </pc:sldMkLst>
        <pc:spChg chg="mod">
          <ac:chgData name="Livia Kelebercova" userId="19c610ed112c9a30" providerId="Windows Live" clId="Web-{B1105FDF-4127-0EFB-FBFD-A1FB9F328B3D}" dt="2024-09-10T16:23:07.422" v="772" actId="1076"/>
          <ac:spMkLst>
            <pc:docMk/>
            <pc:sldMk cId="1706743563" sldId="351"/>
            <ac:spMk id="19" creationId="{0DBFE84D-5FAC-40A1-851D-09383F02EA79}"/>
          </ac:spMkLst>
        </pc:spChg>
      </pc:sldChg>
      <pc:sldChg chg="add del replId">
        <pc:chgData name="Livia Kelebercova" userId="19c610ed112c9a30" providerId="Windows Live" clId="Web-{B1105FDF-4127-0EFB-FBFD-A1FB9F328B3D}" dt="2024-09-10T16:22:58.375" v="769"/>
        <pc:sldMkLst>
          <pc:docMk/>
          <pc:sldMk cId="1802223163" sldId="351"/>
        </pc:sldMkLst>
      </pc:sldChg>
      <pc:sldChg chg="del">
        <pc:chgData name="Livia Kelebercova" userId="19c610ed112c9a30" providerId="Windows Live" clId="Web-{B1105FDF-4127-0EFB-FBFD-A1FB9F328B3D}" dt="2024-09-10T15:40:28.557" v="40"/>
        <pc:sldMkLst>
          <pc:docMk/>
          <pc:sldMk cId="3034180639" sldId="352"/>
        </pc:sldMkLst>
      </pc:sldChg>
      <pc:sldChg chg="del">
        <pc:chgData name="Livia Kelebercova" userId="19c610ed112c9a30" providerId="Windows Live" clId="Web-{B1105FDF-4127-0EFB-FBFD-A1FB9F328B3D}" dt="2024-09-10T15:40:28.557" v="39"/>
        <pc:sldMkLst>
          <pc:docMk/>
          <pc:sldMk cId="1903866613" sldId="353"/>
        </pc:sldMkLst>
      </pc:sldChg>
      <pc:sldChg chg="del">
        <pc:chgData name="Livia Kelebercova" userId="19c610ed112c9a30" providerId="Windows Live" clId="Web-{B1105FDF-4127-0EFB-FBFD-A1FB9F328B3D}" dt="2024-09-10T15:40:28.572" v="41"/>
        <pc:sldMkLst>
          <pc:docMk/>
          <pc:sldMk cId="2001004173" sldId="354"/>
        </pc:sldMkLst>
      </pc:sldChg>
      <pc:sldChg chg="del">
        <pc:chgData name="Livia Kelebercova" userId="19c610ed112c9a30" providerId="Windows Live" clId="Web-{B1105FDF-4127-0EFB-FBFD-A1FB9F328B3D}" dt="2024-09-10T15:40:28.557" v="38"/>
        <pc:sldMkLst>
          <pc:docMk/>
          <pc:sldMk cId="171309666" sldId="355"/>
        </pc:sldMkLst>
      </pc:sldChg>
      <pc:sldChg chg="del">
        <pc:chgData name="Livia Kelebercova" userId="19c610ed112c9a30" providerId="Windows Live" clId="Web-{B1105FDF-4127-0EFB-FBFD-A1FB9F328B3D}" dt="2024-09-10T15:40:28.557" v="37"/>
        <pc:sldMkLst>
          <pc:docMk/>
          <pc:sldMk cId="33844705" sldId="358"/>
        </pc:sldMkLst>
      </pc:sldChg>
      <pc:sldChg chg="del">
        <pc:chgData name="Livia Kelebercova" userId="19c610ed112c9a30" providerId="Windows Live" clId="Web-{B1105FDF-4127-0EFB-FBFD-A1FB9F328B3D}" dt="2024-09-10T15:40:28.557" v="36"/>
        <pc:sldMkLst>
          <pc:docMk/>
          <pc:sldMk cId="3989525010" sldId="359"/>
        </pc:sldMkLst>
      </pc:sldChg>
      <pc:sldChg chg="del">
        <pc:chgData name="Livia Kelebercova" userId="19c610ed112c9a30" providerId="Windows Live" clId="Web-{B1105FDF-4127-0EFB-FBFD-A1FB9F328B3D}" dt="2024-09-10T15:40:28.557" v="35"/>
        <pc:sldMkLst>
          <pc:docMk/>
          <pc:sldMk cId="549666302" sldId="360"/>
        </pc:sldMkLst>
      </pc:sldChg>
      <pc:sldChg chg="del">
        <pc:chgData name="Livia Kelebercova" userId="19c610ed112c9a30" providerId="Windows Live" clId="Web-{B1105FDF-4127-0EFB-FBFD-A1FB9F328B3D}" dt="2024-09-10T15:40:28.557" v="34"/>
        <pc:sldMkLst>
          <pc:docMk/>
          <pc:sldMk cId="1448889639" sldId="361"/>
        </pc:sldMkLst>
      </pc:sldChg>
      <pc:sldChg chg="del">
        <pc:chgData name="Livia Kelebercova" userId="19c610ed112c9a30" providerId="Windows Live" clId="Web-{B1105FDF-4127-0EFB-FBFD-A1FB9F328B3D}" dt="2024-09-10T15:40:28.541" v="30"/>
        <pc:sldMkLst>
          <pc:docMk/>
          <pc:sldMk cId="3867435911" sldId="362"/>
        </pc:sldMkLst>
      </pc:sldChg>
      <pc:sldChg chg="del">
        <pc:chgData name="Livia Kelebercova" userId="19c610ed112c9a30" providerId="Windows Live" clId="Web-{B1105FDF-4127-0EFB-FBFD-A1FB9F328B3D}" dt="2024-09-10T15:40:28.541" v="29"/>
        <pc:sldMkLst>
          <pc:docMk/>
          <pc:sldMk cId="1696977931" sldId="363"/>
        </pc:sldMkLst>
      </pc:sldChg>
      <pc:sldChg chg="del">
        <pc:chgData name="Livia Kelebercova" userId="19c610ed112c9a30" providerId="Windows Live" clId="Web-{B1105FDF-4127-0EFB-FBFD-A1FB9F328B3D}" dt="2024-09-10T15:40:28.557" v="33"/>
        <pc:sldMkLst>
          <pc:docMk/>
          <pc:sldMk cId="1497410494" sldId="364"/>
        </pc:sldMkLst>
      </pc:sldChg>
      <pc:sldChg chg="del">
        <pc:chgData name="Livia Kelebercova" userId="19c610ed112c9a30" providerId="Windows Live" clId="Web-{B1105FDF-4127-0EFB-FBFD-A1FB9F328B3D}" dt="2024-09-10T15:40:28.557" v="32"/>
        <pc:sldMkLst>
          <pc:docMk/>
          <pc:sldMk cId="2073334629" sldId="365"/>
        </pc:sldMkLst>
      </pc:sldChg>
      <pc:sldChg chg="del">
        <pc:chgData name="Livia Kelebercova" userId="19c610ed112c9a30" providerId="Windows Live" clId="Web-{B1105FDF-4127-0EFB-FBFD-A1FB9F328B3D}" dt="2024-09-10T15:40:28.541" v="31"/>
        <pc:sldMkLst>
          <pc:docMk/>
          <pc:sldMk cId="1412171628" sldId="366"/>
        </pc:sldMkLst>
      </pc:sldChg>
      <pc:sldChg chg="del">
        <pc:chgData name="Livia Kelebercova" userId="19c610ed112c9a30" providerId="Windows Live" clId="Web-{B1105FDF-4127-0EFB-FBFD-A1FB9F328B3D}" dt="2024-09-10T15:40:28.588" v="56"/>
        <pc:sldMkLst>
          <pc:docMk/>
          <pc:sldMk cId="4090087900" sldId="367"/>
        </pc:sldMkLst>
      </pc:sldChg>
      <pc:sldChg chg="del">
        <pc:chgData name="Livia Kelebercova" userId="19c610ed112c9a30" providerId="Windows Live" clId="Web-{B1105FDF-4127-0EFB-FBFD-A1FB9F328B3D}" dt="2024-09-10T15:40:28.588" v="54"/>
        <pc:sldMkLst>
          <pc:docMk/>
          <pc:sldMk cId="463595731" sldId="368"/>
        </pc:sldMkLst>
      </pc:sldChg>
      <pc:sldChg chg="del">
        <pc:chgData name="Livia Kelebercova" userId="19c610ed112c9a30" providerId="Windows Live" clId="Web-{B1105FDF-4127-0EFB-FBFD-A1FB9F328B3D}" dt="2024-09-10T15:40:28.588" v="52"/>
        <pc:sldMkLst>
          <pc:docMk/>
          <pc:sldMk cId="3677227315" sldId="369"/>
        </pc:sldMkLst>
      </pc:sldChg>
      <pc:sldChg chg="del">
        <pc:chgData name="Livia Kelebercova" userId="19c610ed112c9a30" providerId="Windows Live" clId="Web-{B1105FDF-4127-0EFB-FBFD-A1FB9F328B3D}" dt="2024-09-10T15:40:28.588" v="53"/>
        <pc:sldMkLst>
          <pc:docMk/>
          <pc:sldMk cId="2553536752" sldId="370"/>
        </pc:sldMkLst>
      </pc:sldChg>
      <pc:sldChg chg="del">
        <pc:chgData name="Livia Kelebercova" userId="19c610ed112c9a30" providerId="Windows Live" clId="Web-{B1105FDF-4127-0EFB-FBFD-A1FB9F328B3D}" dt="2024-09-10T15:40:28.588" v="55"/>
        <pc:sldMkLst>
          <pc:docMk/>
          <pc:sldMk cId="3627289099" sldId="371"/>
        </pc:sldMkLst>
      </pc:sldChg>
      <pc:sldChg chg="del">
        <pc:chgData name="Livia Kelebercova" userId="19c610ed112c9a30" providerId="Windows Live" clId="Web-{B1105FDF-4127-0EFB-FBFD-A1FB9F328B3D}" dt="2024-09-10T15:40:28.541" v="28"/>
        <pc:sldMkLst>
          <pc:docMk/>
          <pc:sldMk cId="1152583500" sldId="373"/>
        </pc:sldMkLst>
      </pc:sldChg>
      <pc:sldChg chg="del">
        <pc:chgData name="Livia Kelebercova" userId="19c610ed112c9a30" providerId="Windows Live" clId="Web-{B1105FDF-4127-0EFB-FBFD-A1FB9F328B3D}" dt="2024-09-10T15:40:28.541" v="27"/>
        <pc:sldMkLst>
          <pc:docMk/>
          <pc:sldMk cId="1384487924" sldId="374"/>
        </pc:sldMkLst>
      </pc:sldChg>
      <pc:sldChg chg="del">
        <pc:chgData name="Livia Kelebercova" userId="19c610ed112c9a30" providerId="Windows Live" clId="Web-{B1105FDF-4127-0EFB-FBFD-A1FB9F328B3D}" dt="2024-09-10T15:40:28.541" v="26"/>
        <pc:sldMkLst>
          <pc:docMk/>
          <pc:sldMk cId="2943198196" sldId="375"/>
        </pc:sldMkLst>
      </pc:sldChg>
      <pc:sldChg chg="del">
        <pc:chgData name="Livia Kelebercova" userId="19c610ed112c9a30" providerId="Windows Live" clId="Web-{B1105FDF-4127-0EFB-FBFD-A1FB9F328B3D}" dt="2024-09-10T15:40:28.541" v="25"/>
        <pc:sldMkLst>
          <pc:docMk/>
          <pc:sldMk cId="2812077037" sldId="376"/>
        </pc:sldMkLst>
      </pc:sldChg>
      <pc:sldChg chg="del">
        <pc:chgData name="Livia Kelebercova" userId="19c610ed112c9a30" providerId="Windows Live" clId="Web-{B1105FDF-4127-0EFB-FBFD-A1FB9F328B3D}" dt="2024-09-10T15:40:28.525" v="24"/>
        <pc:sldMkLst>
          <pc:docMk/>
          <pc:sldMk cId="2714304158" sldId="377"/>
        </pc:sldMkLst>
      </pc:sldChg>
      <pc:sldChg chg="del">
        <pc:chgData name="Livia Kelebercova" userId="19c610ed112c9a30" providerId="Windows Live" clId="Web-{B1105FDF-4127-0EFB-FBFD-A1FB9F328B3D}" dt="2024-09-10T15:40:28.525" v="23"/>
        <pc:sldMkLst>
          <pc:docMk/>
          <pc:sldMk cId="3488279384" sldId="378"/>
        </pc:sldMkLst>
      </pc:sldChg>
      <pc:sldChg chg="del">
        <pc:chgData name="Livia Kelebercova" userId="19c610ed112c9a30" providerId="Windows Live" clId="Web-{B1105FDF-4127-0EFB-FBFD-A1FB9F328B3D}" dt="2024-09-10T15:40:28.525" v="22"/>
        <pc:sldMkLst>
          <pc:docMk/>
          <pc:sldMk cId="666700248" sldId="379"/>
        </pc:sldMkLst>
      </pc:sldChg>
      <pc:sldChg chg="del">
        <pc:chgData name="Livia Kelebercova" userId="19c610ed112c9a30" providerId="Windows Live" clId="Web-{B1105FDF-4127-0EFB-FBFD-A1FB9F328B3D}" dt="2024-09-10T15:40:28.525" v="21"/>
        <pc:sldMkLst>
          <pc:docMk/>
          <pc:sldMk cId="1654860399" sldId="380"/>
        </pc:sldMkLst>
      </pc:sldChg>
      <pc:sldChg chg="del">
        <pc:chgData name="Livia Kelebercova" userId="19c610ed112c9a30" providerId="Windows Live" clId="Web-{B1105FDF-4127-0EFB-FBFD-A1FB9F328B3D}" dt="2024-09-10T15:40:28.525" v="20"/>
        <pc:sldMkLst>
          <pc:docMk/>
          <pc:sldMk cId="550725796" sldId="381"/>
        </pc:sldMkLst>
      </pc:sldChg>
      <pc:sldChg chg="del">
        <pc:chgData name="Livia Kelebercova" userId="19c610ed112c9a30" providerId="Windows Live" clId="Web-{B1105FDF-4127-0EFB-FBFD-A1FB9F328B3D}" dt="2024-09-10T15:40:28.525" v="18"/>
        <pc:sldMkLst>
          <pc:docMk/>
          <pc:sldMk cId="2490620376" sldId="382"/>
        </pc:sldMkLst>
      </pc:sldChg>
      <pc:sldChg chg="del">
        <pc:chgData name="Livia Kelebercova" userId="19c610ed112c9a30" providerId="Windows Live" clId="Web-{B1105FDF-4127-0EFB-FBFD-A1FB9F328B3D}" dt="2024-09-10T15:40:28.588" v="51"/>
        <pc:sldMkLst>
          <pc:docMk/>
          <pc:sldMk cId="1704033150" sldId="383"/>
        </pc:sldMkLst>
      </pc:sldChg>
      <pc:sldChg chg="del">
        <pc:chgData name="Livia Kelebercova" userId="19c610ed112c9a30" providerId="Windows Live" clId="Web-{B1105FDF-4127-0EFB-FBFD-A1FB9F328B3D}" dt="2024-09-10T15:40:28.525" v="19"/>
        <pc:sldMkLst>
          <pc:docMk/>
          <pc:sldMk cId="3686542693" sldId="384"/>
        </pc:sldMkLst>
      </pc:sldChg>
    </pc:docChg>
  </pc:docChgLst>
  <pc:docChgLst>
    <pc:chgData name="Livia Kelebercova" userId="19c610ed112c9a30" providerId="Windows Live" clId="Web-{E00843CA-D53D-609B-EFF2-8044ADA2F6E7}"/>
    <pc:docChg chg="addSld delSld modSld sldOrd">
      <pc:chgData name="Livia Kelebercova" userId="19c610ed112c9a30" providerId="Windows Live" clId="Web-{E00843CA-D53D-609B-EFF2-8044ADA2F6E7}" dt="2024-09-11T15:01:06.905" v="2769" actId="1076"/>
      <pc:docMkLst>
        <pc:docMk/>
      </pc:docMkLst>
      <pc:sldChg chg="modSp">
        <pc:chgData name="Livia Kelebercova" userId="19c610ed112c9a30" providerId="Windows Live" clId="Web-{E00843CA-D53D-609B-EFF2-8044ADA2F6E7}" dt="2024-09-11T12:21:22.871" v="471" actId="20577"/>
        <pc:sldMkLst>
          <pc:docMk/>
          <pc:sldMk cId="1303195991" sldId="263"/>
        </pc:sldMkLst>
        <pc:graphicFrameChg chg="modGraphic">
          <ac:chgData name="Livia Kelebercova" userId="19c610ed112c9a30" providerId="Windows Live" clId="Web-{E00843CA-D53D-609B-EFF2-8044ADA2F6E7}" dt="2024-09-11T12:21:22.871" v="471" actId="20577"/>
          <ac:graphicFrameMkLst>
            <pc:docMk/>
            <pc:sldMk cId="1303195991" sldId="263"/>
            <ac:graphicFrameMk id="8" creationId="{01E34475-3A07-401D-8FA7-0B194C2C14AE}"/>
          </ac:graphicFrameMkLst>
        </pc:graphicFrameChg>
      </pc:sldChg>
      <pc:sldChg chg="modSp">
        <pc:chgData name="Livia Kelebercova" userId="19c610ed112c9a30" providerId="Windows Live" clId="Web-{E00843CA-D53D-609B-EFF2-8044ADA2F6E7}" dt="2024-09-11T12:09:04.590" v="116" actId="20577"/>
        <pc:sldMkLst>
          <pc:docMk/>
          <pc:sldMk cId="2208851616" sldId="352"/>
        </pc:sldMkLst>
        <pc:spChg chg="mod">
          <ac:chgData name="Livia Kelebercova" userId="19c610ed112c9a30" providerId="Windows Live" clId="Web-{E00843CA-D53D-609B-EFF2-8044ADA2F6E7}" dt="2024-09-11T12:09:04.590" v="116" actId="20577"/>
          <ac:spMkLst>
            <pc:docMk/>
            <pc:sldMk cId="2208851616" sldId="352"/>
            <ac:spMk id="3" creationId="{64A3F9D5-7390-F151-BC3E-BB47241A8DA3}"/>
          </ac:spMkLst>
        </pc:spChg>
      </pc:sldChg>
      <pc:sldChg chg="modSp ord">
        <pc:chgData name="Livia Kelebercova" userId="19c610ed112c9a30" providerId="Windows Live" clId="Web-{E00843CA-D53D-609B-EFF2-8044ADA2F6E7}" dt="2024-09-11T12:10:51.733" v="174"/>
        <pc:sldMkLst>
          <pc:docMk/>
          <pc:sldMk cId="3193434885" sldId="376"/>
        </pc:sldMkLst>
        <pc:spChg chg="mod">
          <ac:chgData name="Livia Kelebercova" userId="19c610ed112c9a30" providerId="Windows Live" clId="Web-{E00843CA-D53D-609B-EFF2-8044ADA2F6E7}" dt="2024-09-11T12:08:22.949" v="80" actId="20577"/>
          <ac:spMkLst>
            <pc:docMk/>
            <pc:sldMk cId="3193434885" sldId="376"/>
            <ac:spMk id="6" creationId="{219526B4-0363-4BAB-BC46-80456D5E41E0}"/>
          </ac:spMkLst>
        </pc:spChg>
      </pc:sldChg>
      <pc:sldChg chg="modSp add replId">
        <pc:chgData name="Livia Kelebercova" userId="19c610ed112c9a30" providerId="Windows Live" clId="Web-{E00843CA-D53D-609B-EFF2-8044ADA2F6E7}" dt="2024-09-11T14:19:36.161" v="1335" actId="14100"/>
        <pc:sldMkLst>
          <pc:docMk/>
          <pc:sldMk cId="1569919701" sldId="377"/>
        </pc:sldMkLst>
        <pc:spChg chg="mod">
          <ac:chgData name="Livia Kelebercova" userId="19c610ed112c9a30" providerId="Windows Live" clId="Web-{E00843CA-D53D-609B-EFF2-8044ADA2F6E7}" dt="2024-09-11T14:19:36.161" v="1335" actId="14100"/>
          <ac:spMkLst>
            <pc:docMk/>
            <pc:sldMk cId="1569919701" sldId="377"/>
            <ac:spMk id="6" creationId="{219526B4-0363-4BAB-BC46-80456D5E41E0}"/>
          </ac:spMkLst>
        </pc:spChg>
      </pc:sldChg>
      <pc:sldChg chg="addSp delSp modSp add replId">
        <pc:chgData name="Livia Kelebercova" userId="19c610ed112c9a30" providerId="Windows Live" clId="Web-{E00843CA-D53D-609B-EFF2-8044ADA2F6E7}" dt="2024-09-11T12:11:26.015" v="182" actId="14100"/>
        <pc:sldMkLst>
          <pc:docMk/>
          <pc:sldMk cId="3332962121" sldId="378"/>
        </pc:sldMkLst>
        <pc:spChg chg="mod">
          <ac:chgData name="Livia Kelebercova" userId="19c610ed112c9a30" providerId="Windows Live" clId="Web-{E00843CA-D53D-609B-EFF2-8044ADA2F6E7}" dt="2024-09-11T12:10:32.029" v="169" actId="20577"/>
          <ac:spMkLst>
            <pc:docMk/>
            <pc:sldMk cId="3332962121" sldId="378"/>
            <ac:spMk id="3" creationId="{64A3F9D5-7390-F151-BC3E-BB47241A8DA3}"/>
          </ac:spMkLst>
        </pc:spChg>
        <pc:spChg chg="mod">
          <ac:chgData name="Livia Kelebercova" userId="19c610ed112c9a30" providerId="Windows Live" clId="Web-{E00843CA-D53D-609B-EFF2-8044ADA2F6E7}" dt="2024-09-11T12:10:55.921" v="175" actId="20577"/>
          <ac:spMkLst>
            <pc:docMk/>
            <pc:sldMk cId="3332962121" sldId="378"/>
            <ac:spMk id="5" creationId="{FD83F038-B7F9-41D5-816E-B7D433B63377}"/>
          </ac:spMkLst>
        </pc:spChg>
        <pc:spChg chg="add mod">
          <ac:chgData name="Livia Kelebercova" userId="19c610ed112c9a30" providerId="Windows Live" clId="Web-{E00843CA-D53D-609B-EFF2-8044ADA2F6E7}" dt="2024-09-11T12:11:26.015" v="182" actId="14100"/>
          <ac:spMkLst>
            <pc:docMk/>
            <pc:sldMk cId="3332962121" sldId="378"/>
            <ac:spMk id="6" creationId="{2636637D-3B83-E463-E067-A9C5776D651F}"/>
          </ac:spMkLst>
        </pc:spChg>
        <pc:picChg chg="add mod">
          <ac:chgData name="Livia Kelebercova" userId="19c610ed112c9a30" providerId="Windows Live" clId="Web-{E00843CA-D53D-609B-EFF2-8044ADA2F6E7}" dt="2024-09-11T12:11:23.187" v="181" actId="1076"/>
          <ac:picMkLst>
            <pc:docMk/>
            <pc:sldMk cId="3332962121" sldId="378"/>
            <ac:picMk id="2" creationId="{AFD5F743-70FC-82ED-1869-27BB228624F4}"/>
          </ac:picMkLst>
        </pc:picChg>
        <pc:picChg chg="del">
          <ac:chgData name="Livia Kelebercova" userId="19c610ed112c9a30" providerId="Windows Live" clId="Web-{E00843CA-D53D-609B-EFF2-8044ADA2F6E7}" dt="2024-09-11T12:08:29.527" v="83"/>
          <ac:picMkLst>
            <pc:docMk/>
            <pc:sldMk cId="3332962121" sldId="378"/>
            <ac:picMk id="4" creationId="{F1161571-336C-F78E-C00A-2F0B0B68F164}"/>
          </ac:picMkLst>
        </pc:picChg>
        <pc:picChg chg="del">
          <ac:chgData name="Livia Kelebercova" userId="19c610ed112c9a30" providerId="Windows Live" clId="Web-{E00843CA-D53D-609B-EFF2-8044ADA2F6E7}" dt="2024-09-11T12:08:29.527" v="82"/>
          <ac:picMkLst>
            <pc:docMk/>
            <pc:sldMk cId="3332962121" sldId="378"/>
            <ac:picMk id="7" creationId="{CEAB6FF6-0EBC-0947-A471-F869714A0046}"/>
          </ac:picMkLst>
        </pc:picChg>
      </pc:sldChg>
      <pc:sldChg chg="addSp delSp modSp add replId">
        <pc:chgData name="Livia Kelebercova" userId="19c610ed112c9a30" providerId="Windows Live" clId="Web-{E00843CA-D53D-609B-EFF2-8044ADA2F6E7}" dt="2024-09-11T12:15:34.567" v="256" actId="1076"/>
        <pc:sldMkLst>
          <pc:docMk/>
          <pc:sldMk cId="24647205" sldId="379"/>
        </pc:sldMkLst>
        <pc:spChg chg="mod">
          <ac:chgData name="Livia Kelebercova" userId="19c610ed112c9a30" providerId="Windows Live" clId="Web-{E00843CA-D53D-609B-EFF2-8044ADA2F6E7}" dt="2024-09-11T12:15:25.082" v="252" actId="20577"/>
          <ac:spMkLst>
            <pc:docMk/>
            <pc:sldMk cId="24647205" sldId="379"/>
            <ac:spMk id="3" creationId="{64A3F9D5-7390-F151-BC3E-BB47241A8DA3}"/>
          </ac:spMkLst>
        </pc:spChg>
        <pc:spChg chg="del">
          <ac:chgData name="Livia Kelebercova" userId="19c610ed112c9a30" providerId="Windows Live" clId="Web-{E00843CA-D53D-609B-EFF2-8044ADA2F6E7}" dt="2024-09-11T12:11:32.656" v="184"/>
          <ac:spMkLst>
            <pc:docMk/>
            <pc:sldMk cId="24647205" sldId="379"/>
            <ac:spMk id="6" creationId="{2636637D-3B83-E463-E067-A9C5776D651F}"/>
          </ac:spMkLst>
        </pc:spChg>
        <pc:picChg chg="del">
          <ac:chgData name="Livia Kelebercova" userId="19c610ed112c9a30" providerId="Windows Live" clId="Web-{E00843CA-D53D-609B-EFF2-8044ADA2F6E7}" dt="2024-09-11T12:11:34.171" v="185"/>
          <ac:picMkLst>
            <pc:docMk/>
            <pc:sldMk cId="24647205" sldId="379"/>
            <ac:picMk id="2" creationId="{AFD5F743-70FC-82ED-1869-27BB228624F4}"/>
          </ac:picMkLst>
        </pc:picChg>
        <pc:picChg chg="add mod">
          <ac:chgData name="Livia Kelebercova" userId="19c610ed112c9a30" providerId="Windows Live" clId="Web-{E00843CA-D53D-609B-EFF2-8044ADA2F6E7}" dt="2024-09-11T12:15:28.910" v="253" actId="1076"/>
          <ac:picMkLst>
            <pc:docMk/>
            <pc:sldMk cId="24647205" sldId="379"/>
            <ac:picMk id="4" creationId="{70426887-6766-51E6-E978-66ACD0904C0B}"/>
          </ac:picMkLst>
        </pc:picChg>
        <pc:picChg chg="add del mod">
          <ac:chgData name="Livia Kelebercova" userId="19c610ed112c9a30" providerId="Windows Live" clId="Web-{E00843CA-D53D-609B-EFF2-8044ADA2F6E7}" dt="2024-09-11T12:14:25.581" v="207"/>
          <ac:picMkLst>
            <pc:docMk/>
            <pc:sldMk cId="24647205" sldId="379"/>
            <ac:picMk id="7" creationId="{F193E637-AB18-8891-457B-49CC648B3B51}"/>
          </ac:picMkLst>
        </pc:picChg>
        <pc:picChg chg="add mod">
          <ac:chgData name="Livia Kelebercova" userId="19c610ed112c9a30" providerId="Windows Live" clId="Web-{E00843CA-D53D-609B-EFF2-8044ADA2F6E7}" dt="2024-09-11T12:15:34.567" v="256" actId="1076"/>
          <ac:picMkLst>
            <pc:docMk/>
            <pc:sldMk cId="24647205" sldId="379"/>
            <ac:picMk id="8" creationId="{160C0938-10DC-7165-648D-5E29470F8885}"/>
          </ac:picMkLst>
        </pc:picChg>
      </pc:sldChg>
      <pc:sldChg chg="modSp add replId">
        <pc:chgData name="Livia Kelebercova" userId="19c610ed112c9a30" providerId="Windows Live" clId="Web-{E00843CA-D53D-609B-EFF2-8044ADA2F6E7}" dt="2024-09-11T12:17:25.866" v="331" actId="20577"/>
        <pc:sldMkLst>
          <pc:docMk/>
          <pc:sldMk cId="1350269221" sldId="380"/>
        </pc:sldMkLst>
        <pc:spChg chg="mod">
          <ac:chgData name="Livia Kelebercova" userId="19c610ed112c9a30" providerId="Windows Live" clId="Web-{E00843CA-D53D-609B-EFF2-8044ADA2F6E7}" dt="2024-09-11T12:17:25.866" v="331" actId="20577"/>
          <ac:spMkLst>
            <pc:docMk/>
            <pc:sldMk cId="1350269221" sldId="380"/>
            <ac:spMk id="3" creationId="{64A3F9D5-7390-F151-BC3E-BB47241A8DA3}"/>
          </ac:spMkLst>
        </pc:spChg>
      </pc:sldChg>
      <pc:sldChg chg="modSp add ord replId">
        <pc:chgData name="Livia Kelebercova" userId="19c610ed112c9a30" providerId="Windows Live" clId="Web-{E00843CA-D53D-609B-EFF2-8044ADA2F6E7}" dt="2024-09-11T12:16:54.756" v="264" actId="20577"/>
        <pc:sldMkLst>
          <pc:docMk/>
          <pc:sldMk cId="574407754" sldId="381"/>
        </pc:sldMkLst>
        <pc:spChg chg="mod">
          <ac:chgData name="Livia Kelebercova" userId="19c610ed112c9a30" providerId="Windows Live" clId="Web-{E00843CA-D53D-609B-EFF2-8044ADA2F6E7}" dt="2024-09-11T12:16:54.756" v="264" actId="20577"/>
          <ac:spMkLst>
            <pc:docMk/>
            <pc:sldMk cId="574407754" sldId="381"/>
            <ac:spMk id="6" creationId="{219526B4-0363-4BAB-BC46-80456D5E41E0}"/>
          </ac:spMkLst>
        </pc:spChg>
      </pc:sldChg>
      <pc:sldChg chg="addSp delSp modSp add ord replId">
        <pc:chgData name="Livia Kelebercova" userId="19c610ed112c9a30" providerId="Windows Live" clId="Web-{E00843CA-D53D-609B-EFF2-8044ADA2F6E7}" dt="2024-09-11T12:19:23.900" v="386" actId="1076"/>
        <pc:sldMkLst>
          <pc:docMk/>
          <pc:sldMk cId="2346110296" sldId="382"/>
        </pc:sldMkLst>
        <pc:spChg chg="mod">
          <ac:chgData name="Livia Kelebercova" userId="19c610ed112c9a30" providerId="Windows Live" clId="Web-{E00843CA-D53D-609B-EFF2-8044ADA2F6E7}" dt="2024-09-11T12:19:16.524" v="383" actId="20577"/>
          <ac:spMkLst>
            <pc:docMk/>
            <pc:sldMk cId="2346110296" sldId="382"/>
            <ac:spMk id="3" creationId="{64A3F9D5-7390-F151-BC3E-BB47241A8DA3}"/>
          </ac:spMkLst>
        </pc:spChg>
        <pc:spChg chg="mod">
          <ac:chgData name="Livia Kelebercova" userId="19c610ed112c9a30" providerId="Windows Live" clId="Web-{E00843CA-D53D-609B-EFF2-8044ADA2F6E7}" dt="2024-09-11T12:17:38.616" v="335" actId="20577"/>
          <ac:spMkLst>
            <pc:docMk/>
            <pc:sldMk cId="2346110296" sldId="382"/>
            <ac:spMk id="5" creationId="{FD83F038-B7F9-41D5-816E-B7D433B63377}"/>
          </ac:spMkLst>
        </pc:spChg>
        <pc:picChg chg="add mod">
          <ac:chgData name="Livia Kelebercova" userId="19c610ed112c9a30" providerId="Windows Live" clId="Web-{E00843CA-D53D-609B-EFF2-8044ADA2F6E7}" dt="2024-09-11T12:19:23.900" v="386" actId="1076"/>
          <ac:picMkLst>
            <pc:docMk/>
            <pc:sldMk cId="2346110296" sldId="382"/>
            <ac:picMk id="2" creationId="{1F8DC92A-07AB-3A11-7035-675ADFEE77D9}"/>
          </ac:picMkLst>
        </pc:picChg>
        <pc:picChg chg="del">
          <ac:chgData name="Livia Kelebercova" userId="19c610ed112c9a30" providerId="Windows Live" clId="Web-{E00843CA-D53D-609B-EFF2-8044ADA2F6E7}" dt="2024-09-11T12:17:40.585" v="337"/>
          <ac:picMkLst>
            <pc:docMk/>
            <pc:sldMk cId="2346110296" sldId="382"/>
            <ac:picMk id="4" creationId="{70426887-6766-51E6-E978-66ACD0904C0B}"/>
          </ac:picMkLst>
        </pc:picChg>
        <pc:picChg chg="del">
          <ac:chgData name="Livia Kelebercova" userId="19c610ed112c9a30" providerId="Windows Live" clId="Web-{E00843CA-D53D-609B-EFF2-8044ADA2F6E7}" dt="2024-09-11T12:17:40.585" v="336"/>
          <ac:picMkLst>
            <pc:docMk/>
            <pc:sldMk cId="2346110296" sldId="382"/>
            <ac:picMk id="8" creationId="{160C0938-10DC-7165-648D-5E29470F8885}"/>
          </ac:picMkLst>
        </pc:picChg>
      </pc:sldChg>
      <pc:sldChg chg="addSp delSp modSp add replId">
        <pc:chgData name="Livia Kelebercova" userId="19c610ed112c9a30" providerId="Windows Live" clId="Web-{E00843CA-D53D-609B-EFF2-8044ADA2F6E7}" dt="2024-09-11T12:20:59.073" v="460" actId="1076"/>
        <pc:sldMkLst>
          <pc:docMk/>
          <pc:sldMk cId="2631629589" sldId="383"/>
        </pc:sldMkLst>
        <pc:spChg chg="mod">
          <ac:chgData name="Livia Kelebercova" userId="19c610ed112c9a30" providerId="Windows Live" clId="Web-{E00843CA-D53D-609B-EFF2-8044ADA2F6E7}" dt="2024-09-11T12:20:34.932" v="457" actId="20577"/>
          <ac:spMkLst>
            <pc:docMk/>
            <pc:sldMk cId="2631629589" sldId="383"/>
            <ac:spMk id="3" creationId="{64A3F9D5-7390-F151-BC3E-BB47241A8DA3}"/>
          </ac:spMkLst>
        </pc:spChg>
        <pc:picChg chg="del">
          <ac:chgData name="Livia Kelebercova" userId="19c610ed112c9a30" providerId="Windows Live" clId="Web-{E00843CA-D53D-609B-EFF2-8044ADA2F6E7}" dt="2024-09-11T12:19:49.869" v="443"/>
          <ac:picMkLst>
            <pc:docMk/>
            <pc:sldMk cId="2631629589" sldId="383"/>
            <ac:picMk id="2" creationId="{1F8DC92A-07AB-3A11-7035-675ADFEE77D9}"/>
          </ac:picMkLst>
        </pc:picChg>
        <pc:picChg chg="add mod">
          <ac:chgData name="Livia Kelebercova" userId="19c610ed112c9a30" providerId="Windows Live" clId="Web-{E00843CA-D53D-609B-EFF2-8044ADA2F6E7}" dt="2024-09-11T12:20:59.073" v="460" actId="1076"/>
          <ac:picMkLst>
            <pc:docMk/>
            <pc:sldMk cId="2631629589" sldId="383"/>
            <ac:picMk id="4" creationId="{3C746E3B-8B14-52D4-8FD5-BCED849A8423}"/>
          </ac:picMkLst>
        </pc:picChg>
      </pc:sldChg>
      <pc:sldChg chg="modSp add ord replId">
        <pc:chgData name="Livia Kelebercova" userId="19c610ed112c9a30" providerId="Windows Live" clId="Web-{E00843CA-D53D-609B-EFF2-8044ADA2F6E7}" dt="2024-09-11T13:01:59.012" v="496" actId="20577"/>
        <pc:sldMkLst>
          <pc:docMk/>
          <pc:sldMk cId="3612654000" sldId="384"/>
        </pc:sldMkLst>
        <pc:spChg chg="mod">
          <ac:chgData name="Livia Kelebercova" userId="19c610ed112c9a30" providerId="Windows Live" clId="Web-{E00843CA-D53D-609B-EFF2-8044ADA2F6E7}" dt="2024-09-11T13:01:59.012" v="496" actId="20577"/>
          <ac:spMkLst>
            <pc:docMk/>
            <pc:sldMk cId="3612654000" sldId="384"/>
            <ac:spMk id="6" creationId="{219526B4-0363-4BAB-BC46-80456D5E41E0}"/>
          </ac:spMkLst>
        </pc:spChg>
      </pc:sldChg>
      <pc:sldChg chg="addSp delSp modSp add replId">
        <pc:chgData name="Livia Kelebercova" userId="19c610ed112c9a30" providerId="Windows Live" clId="Web-{E00843CA-D53D-609B-EFF2-8044ADA2F6E7}" dt="2024-09-11T13:05:00.298" v="507" actId="14100"/>
        <pc:sldMkLst>
          <pc:docMk/>
          <pc:sldMk cId="1170344135" sldId="385"/>
        </pc:sldMkLst>
        <pc:spChg chg="mod">
          <ac:chgData name="Livia Kelebercova" userId="19c610ed112c9a30" providerId="Windows Live" clId="Web-{E00843CA-D53D-609B-EFF2-8044ADA2F6E7}" dt="2024-09-11T13:02:07.497" v="504" actId="20577"/>
          <ac:spMkLst>
            <pc:docMk/>
            <pc:sldMk cId="1170344135" sldId="385"/>
            <ac:spMk id="3" creationId="{64A3F9D5-7390-F151-BC3E-BB47241A8DA3}"/>
          </ac:spMkLst>
        </pc:spChg>
        <pc:spChg chg="mod">
          <ac:chgData name="Livia Kelebercova" userId="19c610ed112c9a30" providerId="Windows Live" clId="Web-{E00843CA-D53D-609B-EFF2-8044ADA2F6E7}" dt="2024-09-11T13:02:04.247" v="502" actId="20577"/>
          <ac:spMkLst>
            <pc:docMk/>
            <pc:sldMk cId="1170344135" sldId="385"/>
            <ac:spMk id="5" creationId="{FD83F038-B7F9-41D5-816E-B7D433B63377}"/>
          </ac:spMkLst>
        </pc:spChg>
        <pc:picChg chg="add mod">
          <ac:chgData name="Livia Kelebercova" userId="19c610ed112c9a30" providerId="Windows Live" clId="Web-{E00843CA-D53D-609B-EFF2-8044ADA2F6E7}" dt="2024-09-11T13:05:00.298" v="507" actId="14100"/>
          <ac:picMkLst>
            <pc:docMk/>
            <pc:sldMk cId="1170344135" sldId="385"/>
            <ac:picMk id="2" creationId="{96A9085B-10E0-0FD2-3BCC-B978194B8538}"/>
          </ac:picMkLst>
        </pc:picChg>
        <pc:picChg chg="del">
          <ac:chgData name="Livia Kelebercova" userId="19c610ed112c9a30" providerId="Windows Live" clId="Web-{E00843CA-D53D-609B-EFF2-8044ADA2F6E7}" dt="2024-09-11T12:58:29.147" v="479"/>
          <ac:picMkLst>
            <pc:docMk/>
            <pc:sldMk cId="1170344135" sldId="385"/>
            <ac:picMk id="4" creationId="{3C746E3B-8B14-52D4-8FD5-BCED849A8423}"/>
          </ac:picMkLst>
        </pc:picChg>
      </pc:sldChg>
      <pc:sldChg chg="addSp delSp modSp add replId">
        <pc:chgData name="Livia Kelebercova" userId="19c610ed112c9a30" providerId="Windows Live" clId="Web-{E00843CA-D53D-609B-EFF2-8044ADA2F6E7}" dt="2024-09-11T13:07:35.771" v="543" actId="1076"/>
        <pc:sldMkLst>
          <pc:docMk/>
          <pc:sldMk cId="1868738937" sldId="386"/>
        </pc:sldMkLst>
        <pc:spChg chg="mod">
          <ac:chgData name="Livia Kelebercova" userId="19c610ed112c9a30" providerId="Windows Live" clId="Web-{E00843CA-D53D-609B-EFF2-8044ADA2F6E7}" dt="2024-09-11T13:07:02.520" v="533" actId="20577"/>
          <ac:spMkLst>
            <pc:docMk/>
            <pc:sldMk cId="1868738937" sldId="386"/>
            <ac:spMk id="3" creationId="{64A3F9D5-7390-F151-BC3E-BB47241A8DA3}"/>
          </ac:spMkLst>
        </pc:spChg>
        <pc:picChg chg="del">
          <ac:chgData name="Livia Kelebercova" userId="19c610ed112c9a30" providerId="Windows Live" clId="Web-{E00843CA-D53D-609B-EFF2-8044ADA2F6E7}" dt="2024-09-11T13:06:04.299" v="509"/>
          <ac:picMkLst>
            <pc:docMk/>
            <pc:sldMk cId="1868738937" sldId="386"/>
            <ac:picMk id="2" creationId="{96A9085B-10E0-0FD2-3BCC-B978194B8538}"/>
          </ac:picMkLst>
        </pc:picChg>
        <pc:picChg chg="add mod">
          <ac:chgData name="Livia Kelebercova" userId="19c610ed112c9a30" providerId="Windows Live" clId="Web-{E00843CA-D53D-609B-EFF2-8044ADA2F6E7}" dt="2024-09-11T13:07:35.739" v="542" actId="1076"/>
          <ac:picMkLst>
            <pc:docMk/>
            <pc:sldMk cId="1868738937" sldId="386"/>
            <ac:picMk id="4" creationId="{042C4C88-3BA1-6F56-62D3-6E438719E831}"/>
          </ac:picMkLst>
        </pc:picChg>
        <pc:picChg chg="add mod">
          <ac:chgData name="Livia Kelebercova" userId="19c610ed112c9a30" providerId="Windows Live" clId="Web-{E00843CA-D53D-609B-EFF2-8044ADA2F6E7}" dt="2024-09-11T13:07:35.771" v="543" actId="1076"/>
          <ac:picMkLst>
            <pc:docMk/>
            <pc:sldMk cId="1868738937" sldId="386"/>
            <ac:picMk id="6" creationId="{3962956F-0818-937F-F008-39FC1215E119}"/>
          </ac:picMkLst>
        </pc:picChg>
      </pc:sldChg>
      <pc:sldChg chg="addSp delSp modSp add replId">
        <pc:chgData name="Livia Kelebercova" userId="19c610ed112c9a30" providerId="Windows Live" clId="Web-{E00843CA-D53D-609B-EFF2-8044ADA2F6E7}" dt="2024-09-11T13:11:00.416" v="618" actId="14100"/>
        <pc:sldMkLst>
          <pc:docMk/>
          <pc:sldMk cId="4000660206" sldId="387"/>
        </pc:sldMkLst>
        <pc:spChg chg="mod">
          <ac:chgData name="Livia Kelebercova" userId="19c610ed112c9a30" providerId="Windows Live" clId="Web-{E00843CA-D53D-609B-EFF2-8044ADA2F6E7}" dt="2024-09-11T13:08:49.929" v="611" actId="20577"/>
          <ac:spMkLst>
            <pc:docMk/>
            <pc:sldMk cId="4000660206" sldId="387"/>
            <ac:spMk id="3" creationId="{64A3F9D5-7390-F151-BC3E-BB47241A8DA3}"/>
          </ac:spMkLst>
        </pc:spChg>
        <pc:picChg chg="add mod">
          <ac:chgData name="Livia Kelebercova" userId="19c610ed112c9a30" providerId="Windows Live" clId="Web-{E00843CA-D53D-609B-EFF2-8044ADA2F6E7}" dt="2024-09-11T13:10:36.713" v="614" actId="1076"/>
          <ac:picMkLst>
            <pc:docMk/>
            <pc:sldMk cId="4000660206" sldId="387"/>
            <ac:picMk id="2" creationId="{F24C865E-1D08-D516-ED24-51029FBFF626}"/>
          </ac:picMkLst>
        </pc:picChg>
        <pc:picChg chg="del">
          <ac:chgData name="Livia Kelebercova" userId="19c610ed112c9a30" providerId="Windows Live" clId="Web-{E00843CA-D53D-609B-EFF2-8044ADA2F6E7}" dt="2024-09-11T13:07:58.630" v="546"/>
          <ac:picMkLst>
            <pc:docMk/>
            <pc:sldMk cId="4000660206" sldId="387"/>
            <ac:picMk id="4" creationId="{042C4C88-3BA1-6F56-62D3-6E438719E831}"/>
          </ac:picMkLst>
        </pc:picChg>
        <pc:picChg chg="del">
          <ac:chgData name="Livia Kelebercova" userId="19c610ed112c9a30" providerId="Windows Live" clId="Web-{E00843CA-D53D-609B-EFF2-8044ADA2F6E7}" dt="2024-09-11T13:07:58.630" v="545"/>
          <ac:picMkLst>
            <pc:docMk/>
            <pc:sldMk cId="4000660206" sldId="387"/>
            <ac:picMk id="6" creationId="{3962956F-0818-937F-F008-39FC1215E119}"/>
          </ac:picMkLst>
        </pc:picChg>
        <pc:picChg chg="add mod">
          <ac:chgData name="Livia Kelebercova" userId="19c610ed112c9a30" providerId="Windows Live" clId="Web-{E00843CA-D53D-609B-EFF2-8044ADA2F6E7}" dt="2024-09-11T13:11:00.416" v="618" actId="14100"/>
          <ac:picMkLst>
            <pc:docMk/>
            <pc:sldMk cId="4000660206" sldId="387"/>
            <ac:picMk id="7" creationId="{8DC285DB-2992-381E-88C9-30FC8032A6D7}"/>
          </ac:picMkLst>
        </pc:picChg>
      </pc:sldChg>
      <pc:sldChg chg="add replId">
        <pc:chgData name="Livia Kelebercova" userId="19c610ed112c9a30" providerId="Windows Live" clId="Web-{E00843CA-D53D-609B-EFF2-8044ADA2F6E7}" dt="2024-09-11T13:11:02.995" v="619"/>
        <pc:sldMkLst>
          <pc:docMk/>
          <pc:sldMk cId="2005182059" sldId="388"/>
        </pc:sldMkLst>
      </pc:sldChg>
      <pc:sldChg chg="addSp delSp modSp add replId">
        <pc:chgData name="Livia Kelebercova" userId="19c610ed112c9a30" providerId="Windows Live" clId="Web-{E00843CA-D53D-609B-EFF2-8044ADA2F6E7}" dt="2024-09-11T14:22:56.523" v="1444" actId="20577"/>
        <pc:sldMkLst>
          <pc:docMk/>
          <pc:sldMk cId="1439251198" sldId="389"/>
        </pc:sldMkLst>
        <pc:spChg chg="mod">
          <ac:chgData name="Livia Kelebercova" userId="19c610ed112c9a30" providerId="Windows Live" clId="Web-{E00843CA-D53D-609B-EFF2-8044ADA2F6E7}" dt="2024-09-11T14:22:56.523" v="1444" actId="20577"/>
          <ac:spMkLst>
            <pc:docMk/>
            <pc:sldMk cId="1439251198" sldId="389"/>
            <ac:spMk id="3" creationId="{64A3F9D5-7390-F151-BC3E-BB47241A8DA3}"/>
          </ac:spMkLst>
        </pc:spChg>
        <pc:picChg chg="add mod">
          <ac:chgData name="Livia Kelebercova" userId="19c610ed112c9a30" providerId="Windows Live" clId="Web-{E00843CA-D53D-609B-EFF2-8044ADA2F6E7}" dt="2024-09-11T13:35:48.703" v="803" actId="1076"/>
          <ac:picMkLst>
            <pc:docMk/>
            <pc:sldMk cId="1439251198" sldId="389"/>
            <ac:picMk id="2" creationId="{0007AE26-0D01-63C1-2A50-0A8798F54B5B}"/>
          </ac:picMkLst>
        </pc:picChg>
        <pc:picChg chg="del">
          <ac:chgData name="Livia Kelebercova" userId="19c610ed112c9a30" providerId="Windows Live" clId="Web-{E00843CA-D53D-609B-EFF2-8044ADA2F6E7}" dt="2024-09-11T13:11:40.558" v="622"/>
          <ac:picMkLst>
            <pc:docMk/>
            <pc:sldMk cId="1439251198" sldId="389"/>
            <ac:picMk id="2" creationId="{F24C865E-1D08-D516-ED24-51029FBFF626}"/>
          </ac:picMkLst>
        </pc:picChg>
        <pc:picChg chg="add del mod">
          <ac:chgData name="Livia Kelebercova" userId="19c610ed112c9a30" providerId="Windows Live" clId="Web-{E00843CA-D53D-609B-EFF2-8044ADA2F6E7}" dt="2024-09-11T13:35:06.468" v="800"/>
          <ac:picMkLst>
            <pc:docMk/>
            <pc:sldMk cId="1439251198" sldId="389"/>
            <ac:picMk id="4" creationId="{FFCA551D-4DF8-2C05-9690-C2D6FF724942}"/>
          </ac:picMkLst>
        </pc:picChg>
        <pc:picChg chg="del">
          <ac:chgData name="Livia Kelebercova" userId="19c610ed112c9a30" providerId="Windows Live" clId="Web-{E00843CA-D53D-609B-EFF2-8044ADA2F6E7}" dt="2024-09-11T13:11:40.558" v="621"/>
          <ac:picMkLst>
            <pc:docMk/>
            <pc:sldMk cId="1439251198" sldId="389"/>
            <ac:picMk id="7" creationId="{8DC285DB-2992-381E-88C9-30FC8032A6D7}"/>
          </ac:picMkLst>
        </pc:picChg>
      </pc:sldChg>
      <pc:sldChg chg="delSp modSp add ord replId">
        <pc:chgData name="Livia Kelebercova" userId="19c610ed112c9a30" providerId="Windows Live" clId="Web-{E00843CA-D53D-609B-EFF2-8044ADA2F6E7}" dt="2024-09-11T14:26:58.027" v="1448"/>
        <pc:sldMkLst>
          <pc:docMk/>
          <pc:sldMk cId="1929114718" sldId="390"/>
        </pc:sldMkLst>
        <pc:spChg chg="mod">
          <ac:chgData name="Livia Kelebercova" userId="19c610ed112c9a30" providerId="Windows Live" clId="Web-{E00843CA-D53D-609B-EFF2-8044ADA2F6E7}" dt="2024-09-11T13:16:23.987" v="791" actId="20577"/>
          <ac:spMkLst>
            <pc:docMk/>
            <pc:sldMk cId="1929114718" sldId="390"/>
            <ac:spMk id="3" creationId="{64A3F9D5-7390-F151-BC3E-BB47241A8DA3}"/>
          </ac:spMkLst>
        </pc:spChg>
        <pc:spChg chg="mod">
          <ac:chgData name="Livia Kelebercova" userId="19c610ed112c9a30" providerId="Windows Live" clId="Web-{E00843CA-D53D-609B-EFF2-8044ADA2F6E7}" dt="2024-09-11T13:15:28.876" v="786" actId="20577"/>
          <ac:spMkLst>
            <pc:docMk/>
            <pc:sldMk cId="1929114718" sldId="390"/>
            <ac:spMk id="5" creationId="{FD83F038-B7F9-41D5-816E-B7D433B63377}"/>
          </ac:spMkLst>
        </pc:spChg>
        <pc:picChg chg="del mod">
          <ac:chgData name="Livia Kelebercova" userId="19c610ed112c9a30" providerId="Windows Live" clId="Web-{E00843CA-D53D-609B-EFF2-8044ADA2F6E7}" dt="2024-09-11T13:15:14.439" v="779"/>
          <ac:picMkLst>
            <pc:docMk/>
            <pc:sldMk cId="1929114718" sldId="390"/>
            <ac:picMk id="4" creationId="{FFCA551D-4DF8-2C05-9690-C2D6FF724942}"/>
          </ac:picMkLst>
        </pc:picChg>
      </pc:sldChg>
      <pc:sldChg chg="modSp add ord replId">
        <pc:chgData name="Livia Kelebercova" userId="19c610ed112c9a30" providerId="Windows Live" clId="Web-{E00843CA-D53D-609B-EFF2-8044ADA2F6E7}" dt="2024-09-11T14:26:58.027" v="1447"/>
        <pc:sldMkLst>
          <pc:docMk/>
          <pc:sldMk cId="1539314818" sldId="391"/>
        </pc:sldMkLst>
        <pc:spChg chg="mod">
          <ac:chgData name="Livia Kelebercova" userId="19c610ed112c9a30" providerId="Windows Live" clId="Web-{E00843CA-D53D-609B-EFF2-8044ADA2F6E7}" dt="2024-09-11T13:16:43.488" v="794" actId="20577"/>
          <ac:spMkLst>
            <pc:docMk/>
            <pc:sldMk cId="1539314818" sldId="391"/>
            <ac:spMk id="3" creationId="{64A3F9D5-7390-F151-BC3E-BB47241A8DA3}"/>
          </ac:spMkLst>
        </pc:spChg>
      </pc:sldChg>
      <pc:sldChg chg="addSp modSp add del ord replId">
        <pc:chgData name="Livia Kelebercova" userId="19c610ed112c9a30" providerId="Windows Live" clId="Web-{E00843CA-D53D-609B-EFF2-8044ADA2F6E7}" dt="2024-09-11T14:27:22.356" v="1450"/>
        <pc:sldMkLst>
          <pc:docMk/>
          <pc:sldMk cId="2481113388" sldId="392"/>
        </pc:sldMkLst>
        <pc:spChg chg="mod">
          <ac:chgData name="Livia Kelebercova" userId="19c610ed112c9a30" providerId="Windows Live" clId="Web-{E00843CA-D53D-609B-EFF2-8044ADA2F6E7}" dt="2024-09-11T14:02:42.472" v="992" actId="20577"/>
          <ac:spMkLst>
            <pc:docMk/>
            <pc:sldMk cId="2481113388" sldId="392"/>
            <ac:spMk id="3" creationId="{64A3F9D5-7390-F151-BC3E-BB47241A8DA3}"/>
          </ac:spMkLst>
        </pc:spChg>
        <pc:spChg chg="add">
          <ac:chgData name="Livia Kelebercova" userId="19c610ed112c9a30" providerId="Windows Live" clId="Web-{E00843CA-D53D-609B-EFF2-8044ADA2F6E7}" dt="2024-09-11T14:00:32.595" v="898"/>
          <ac:spMkLst>
            <pc:docMk/>
            <pc:sldMk cId="2481113388" sldId="392"/>
            <ac:spMk id="4" creationId="{283E55BA-B4C4-4D28-F392-F0E3AA9AEFEA}"/>
          </ac:spMkLst>
        </pc:spChg>
        <pc:spChg chg="add mod">
          <ac:chgData name="Livia Kelebercova" userId="19c610ed112c9a30" providerId="Windows Live" clId="Web-{E00843CA-D53D-609B-EFF2-8044ADA2F6E7}" dt="2024-09-11T14:00:39.720" v="902" actId="1076"/>
          <ac:spMkLst>
            <pc:docMk/>
            <pc:sldMk cId="2481113388" sldId="392"/>
            <ac:spMk id="6" creationId="{6DB5DB6A-328B-2025-6044-BA3C85FB2D58}"/>
          </ac:spMkLst>
        </pc:spChg>
        <pc:picChg chg="add mod">
          <ac:chgData name="Livia Kelebercova" userId="19c610ed112c9a30" providerId="Windows Live" clId="Web-{E00843CA-D53D-609B-EFF2-8044ADA2F6E7}" dt="2024-09-11T14:00:10.329" v="897" actId="1076"/>
          <ac:picMkLst>
            <pc:docMk/>
            <pc:sldMk cId="2481113388" sldId="392"/>
            <ac:picMk id="2" creationId="{0EA102B8-59CF-BB4C-BF24-114090E449CE}"/>
          </ac:picMkLst>
        </pc:picChg>
      </pc:sldChg>
      <pc:sldChg chg="addSp delSp modSp add replId">
        <pc:chgData name="Livia Kelebercova" userId="19c610ed112c9a30" providerId="Windows Live" clId="Web-{E00843CA-D53D-609B-EFF2-8044ADA2F6E7}" dt="2024-09-11T14:04:32.568" v="1001" actId="20577"/>
        <pc:sldMkLst>
          <pc:docMk/>
          <pc:sldMk cId="2615438967" sldId="393"/>
        </pc:sldMkLst>
        <pc:spChg chg="mod">
          <ac:chgData name="Livia Kelebercova" userId="19c610ed112c9a30" providerId="Windows Live" clId="Web-{E00843CA-D53D-609B-EFF2-8044ADA2F6E7}" dt="2024-09-11T14:04:32.568" v="1001" actId="20577"/>
          <ac:spMkLst>
            <pc:docMk/>
            <pc:sldMk cId="2615438967" sldId="393"/>
            <ac:spMk id="3" creationId="{64A3F9D5-7390-F151-BC3E-BB47241A8DA3}"/>
          </ac:spMkLst>
        </pc:spChg>
        <pc:picChg chg="del">
          <ac:chgData name="Livia Kelebercova" userId="19c610ed112c9a30" providerId="Windows Live" clId="Web-{E00843CA-D53D-609B-EFF2-8044ADA2F6E7}" dt="2024-09-11T13:59:36.078" v="876"/>
          <ac:picMkLst>
            <pc:docMk/>
            <pc:sldMk cId="2615438967" sldId="393"/>
            <ac:picMk id="2" creationId="{0007AE26-0D01-63C1-2A50-0A8798F54B5B}"/>
          </ac:picMkLst>
        </pc:picChg>
        <pc:picChg chg="add mod">
          <ac:chgData name="Livia Kelebercova" userId="19c610ed112c9a30" providerId="Windows Live" clId="Web-{E00843CA-D53D-609B-EFF2-8044ADA2F6E7}" dt="2024-09-11T13:59:50.251" v="879" actId="1076"/>
          <ac:picMkLst>
            <pc:docMk/>
            <pc:sldMk cId="2615438967" sldId="393"/>
            <ac:picMk id="4" creationId="{BC30C8FB-F2B8-659E-500D-31AAEE18743D}"/>
          </ac:picMkLst>
        </pc:picChg>
      </pc:sldChg>
      <pc:sldChg chg="addSp delSp modSp add del ord replId">
        <pc:chgData name="Livia Kelebercova" userId="19c610ed112c9a30" providerId="Windows Live" clId="Web-{E00843CA-D53D-609B-EFF2-8044ADA2F6E7}" dt="2024-09-11T14:27:22.356" v="1449"/>
        <pc:sldMkLst>
          <pc:docMk/>
          <pc:sldMk cId="1075802571" sldId="394"/>
        </pc:sldMkLst>
        <pc:spChg chg="mod">
          <ac:chgData name="Livia Kelebercova" userId="19c610ed112c9a30" providerId="Windows Live" clId="Web-{E00843CA-D53D-609B-EFF2-8044ADA2F6E7}" dt="2024-09-11T14:01:54.034" v="985" actId="20577"/>
          <ac:spMkLst>
            <pc:docMk/>
            <pc:sldMk cId="1075802571" sldId="394"/>
            <ac:spMk id="3" creationId="{64A3F9D5-7390-F151-BC3E-BB47241A8DA3}"/>
          </ac:spMkLst>
        </pc:spChg>
        <pc:spChg chg="del">
          <ac:chgData name="Livia Kelebercova" userId="19c610ed112c9a30" providerId="Windows Live" clId="Web-{E00843CA-D53D-609B-EFF2-8044ADA2F6E7}" dt="2024-09-11T14:00:48.392" v="905"/>
          <ac:spMkLst>
            <pc:docMk/>
            <pc:sldMk cId="1075802571" sldId="394"/>
            <ac:spMk id="4" creationId="{283E55BA-B4C4-4D28-F392-F0E3AA9AEFEA}"/>
          </ac:spMkLst>
        </pc:spChg>
        <pc:spChg chg="del">
          <ac:chgData name="Livia Kelebercova" userId="19c610ed112c9a30" providerId="Windows Live" clId="Web-{E00843CA-D53D-609B-EFF2-8044ADA2F6E7}" dt="2024-09-11T14:00:48.392" v="904"/>
          <ac:spMkLst>
            <pc:docMk/>
            <pc:sldMk cId="1075802571" sldId="394"/>
            <ac:spMk id="6" creationId="{6DB5DB6A-328B-2025-6044-BA3C85FB2D58}"/>
          </ac:spMkLst>
        </pc:spChg>
        <pc:picChg chg="del">
          <ac:chgData name="Livia Kelebercova" userId="19c610ed112c9a30" providerId="Windows Live" clId="Web-{E00843CA-D53D-609B-EFF2-8044ADA2F6E7}" dt="2024-09-11T14:00:48.392" v="906"/>
          <ac:picMkLst>
            <pc:docMk/>
            <pc:sldMk cId="1075802571" sldId="394"/>
            <ac:picMk id="2" creationId="{0EA102B8-59CF-BB4C-BF24-114090E449CE}"/>
          </ac:picMkLst>
        </pc:picChg>
        <pc:picChg chg="add mod">
          <ac:chgData name="Livia Kelebercova" userId="19c610ed112c9a30" providerId="Windows Live" clId="Web-{E00843CA-D53D-609B-EFF2-8044ADA2F6E7}" dt="2024-09-11T14:02:00.831" v="988" actId="1076"/>
          <ac:picMkLst>
            <pc:docMk/>
            <pc:sldMk cId="1075802571" sldId="394"/>
            <ac:picMk id="7" creationId="{25F6A3E5-0000-491E-8AA6-B48B68DA137B}"/>
          </ac:picMkLst>
        </pc:picChg>
      </pc:sldChg>
      <pc:sldChg chg="addSp delSp modSp add replId">
        <pc:chgData name="Livia Kelebercova" userId="19c610ed112c9a30" providerId="Windows Live" clId="Web-{E00843CA-D53D-609B-EFF2-8044ADA2F6E7}" dt="2024-09-11T14:09:16.025" v="1098" actId="1076"/>
        <pc:sldMkLst>
          <pc:docMk/>
          <pc:sldMk cId="170756184" sldId="395"/>
        </pc:sldMkLst>
        <pc:spChg chg="mod">
          <ac:chgData name="Livia Kelebercova" userId="19c610ed112c9a30" providerId="Windows Live" clId="Web-{E00843CA-D53D-609B-EFF2-8044ADA2F6E7}" dt="2024-09-11T14:09:00.916" v="1094" actId="20577"/>
          <ac:spMkLst>
            <pc:docMk/>
            <pc:sldMk cId="170756184" sldId="395"/>
            <ac:spMk id="3" creationId="{64A3F9D5-7390-F151-BC3E-BB47241A8DA3}"/>
          </ac:spMkLst>
        </pc:spChg>
        <pc:spChg chg="mod">
          <ac:chgData name="Livia Kelebercova" userId="19c610ed112c9a30" providerId="Windows Live" clId="Web-{E00843CA-D53D-609B-EFF2-8044ADA2F6E7}" dt="2024-09-11T14:08:34.462" v="1072" actId="20577"/>
          <ac:spMkLst>
            <pc:docMk/>
            <pc:sldMk cId="170756184" sldId="395"/>
            <ac:spMk id="5" creationId="{FD83F038-B7F9-41D5-816E-B7D433B63377}"/>
          </ac:spMkLst>
        </pc:spChg>
        <pc:picChg chg="add mod">
          <ac:chgData name="Livia Kelebercova" userId="19c610ed112c9a30" providerId="Windows Live" clId="Web-{E00843CA-D53D-609B-EFF2-8044ADA2F6E7}" dt="2024-09-11T14:05:24.490" v="1045" actId="1076"/>
          <ac:picMkLst>
            <pc:docMk/>
            <pc:sldMk cId="170756184" sldId="395"/>
            <ac:picMk id="2" creationId="{3C2EF491-9368-6624-F183-EE792A0469ED}"/>
          </ac:picMkLst>
        </pc:picChg>
        <pc:picChg chg="add del mod">
          <ac:chgData name="Livia Kelebercova" userId="19c610ed112c9a30" providerId="Windows Live" clId="Web-{E00843CA-D53D-609B-EFF2-8044ADA2F6E7}" dt="2024-09-11T14:09:01.728" v="1095"/>
          <ac:picMkLst>
            <pc:docMk/>
            <pc:sldMk cId="170756184" sldId="395"/>
            <ac:picMk id="4" creationId="{772DB133-5976-6B87-3188-6FAFD519648A}"/>
          </ac:picMkLst>
        </pc:picChg>
        <pc:picChg chg="add mod">
          <ac:chgData name="Livia Kelebercova" userId="19c610ed112c9a30" providerId="Windows Live" clId="Web-{E00843CA-D53D-609B-EFF2-8044ADA2F6E7}" dt="2024-09-11T14:09:16.025" v="1098" actId="1076"/>
          <ac:picMkLst>
            <pc:docMk/>
            <pc:sldMk cId="170756184" sldId="395"/>
            <ac:picMk id="6" creationId="{EABA24AA-75AA-ACD5-837B-83A9DE303211}"/>
          </ac:picMkLst>
        </pc:picChg>
        <pc:picChg chg="del">
          <ac:chgData name="Livia Kelebercova" userId="19c610ed112c9a30" providerId="Windows Live" clId="Web-{E00843CA-D53D-609B-EFF2-8044ADA2F6E7}" dt="2024-09-11T14:05:01.678" v="1041"/>
          <ac:picMkLst>
            <pc:docMk/>
            <pc:sldMk cId="170756184" sldId="395"/>
            <ac:picMk id="7" creationId="{25F6A3E5-0000-491E-8AA6-B48B68DA137B}"/>
          </ac:picMkLst>
        </pc:picChg>
      </pc:sldChg>
      <pc:sldChg chg="addSp delSp modSp add replId">
        <pc:chgData name="Livia Kelebercova" userId="19c610ed112c9a30" providerId="Windows Live" clId="Web-{E00843CA-D53D-609B-EFF2-8044ADA2F6E7}" dt="2024-09-11T14:12:55.638" v="1205" actId="1076"/>
        <pc:sldMkLst>
          <pc:docMk/>
          <pc:sldMk cId="4055628715" sldId="396"/>
        </pc:sldMkLst>
        <pc:spChg chg="mod">
          <ac:chgData name="Livia Kelebercova" userId="19c610ed112c9a30" providerId="Windows Live" clId="Web-{E00843CA-D53D-609B-EFF2-8044ADA2F6E7}" dt="2024-09-11T14:12:27.935" v="1201" actId="20577"/>
          <ac:spMkLst>
            <pc:docMk/>
            <pc:sldMk cId="4055628715" sldId="396"/>
            <ac:spMk id="3" creationId="{64A3F9D5-7390-F151-BC3E-BB47241A8DA3}"/>
          </ac:spMkLst>
        </pc:spChg>
        <pc:spChg chg="mod">
          <ac:chgData name="Livia Kelebercova" userId="19c610ed112c9a30" providerId="Windows Live" clId="Web-{E00843CA-D53D-609B-EFF2-8044ADA2F6E7}" dt="2024-09-11T14:08:38.056" v="1073" actId="20577"/>
          <ac:spMkLst>
            <pc:docMk/>
            <pc:sldMk cId="4055628715" sldId="396"/>
            <ac:spMk id="5" creationId="{FD83F038-B7F9-41D5-816E-B7D433B63377}"/>
          </ac:spMkLst>
        </pc:spChg>
        <pc:picChg chg="del">
          <ac:chgData name="Livia Kelebercova" userId="19c610ed112c9a30" providerId="Windows Live" clId="Web-{E00843CA-D53D-609B-EFF2-8044ADA2F6E7}" dt="2024-09-11T14:09:54.432" v="1140"/>
          <ac:picMkLst>
            <pc:docMk/>
            <pc:sldMk cId="4055628715" sldId="396"/>
            <ac:picMk id="2" creationId="{3C2EF491-9368-6624-F183-EE792A0469ED}"/>
          </ac:picMkLst>
        </pc:picChg>
        <pc:picChg chg="del">
          <ac:chgData name="Livia Kelebercova" userId="19c610ed112c9a30" providerId="Windows Live" clId="Web-{E00843CA-D53D-609B-EFF2-8044ADA2F6E7}" dt="2024-09-11T14:08:45.337" v="1074"/>
          <ac:picMkLst>
            <pc:docMk/>
            <pc:sldMk cId="4055628715" sldId="396"/>
            <ac:picMk id="4" creationId="{772DB133-5976-6B87-3188-6FAFD519648A}"/>
          </ac:picMkLst>
        </pc:picChg>
        <pc:picChg chg="add mod">
          <ac:chgData name="Livia Kelebercova" userId="19c610ed112c9a30" providerId="Windows Live" clId="Web-{E00843CA-D53D-609B-EFF2-8044ADA2F6E7}" dt="2024-09-11T14:12:55.638" v="1205" actId="1076"/>
          <ac:picMkLst>
            <pc:docMk/>
            <pc:sldMk cId="4055628715" sldId="396"/>
            <ac:picMk id="6" creationId="{E0F77A39-54EF-EFE6-419D-BEBBC35A3FE5}"/>
          </ac:picMkLst>
        </pc:picChg>
      </pc:sldChg>
      <pc:sldChg chg="add del replId">
        <pc:chgData name="Livia Kelebercova" userId="19c610ed112c9a30" providerId="Windows Live" clId="Web-{E00843CA-D53D-609B-EFF2-8044ADA2F6E7}" dt="2024-09-11T14:09:25.010" v="1099"/>
        <pc:sldMkLst>
          <pc:docMk/>
          <pc:sldMk cId="157597229" sldId="397"/>
        </pc:sldMkLst>
      </pc:sldChg>
      <pc:sldChg chg="addSp delSp modSp add replId">
        <pc:chgData name="Livia Kelebercova" userId="19c610ed112c9a30" providerId="Windows Live" clId="Web-{E00843CA-D53D-609B-EFF2-8044ADA2F6E7}" dt="2024-09-11T14:15:39.251" v="1293" actId="1076"/>
        <pc:sldMkLst>
          <pc:docMk/>
          <pc:sldMk cId="1761915694" sldId="397"/>
        </pc:sldMkLst>
        <pc:spChg chg="mod">
          <ac:chgData name="Livia Kelebercova" userId="19c610ed112c9a30" providerId="Windows Live" clId="Web-{E00843CA-D53D-609B-EFF2-8044ADA2F6E7}" dt="2024-09-11T14:15:26.469" v="1289" actId="20577"/>
          <ac:spMkLst>
            <pc:docMk/>
            <pc:sldMk cId="1761915694" sldId="397"/>
            <ac:spMk id="3" creationId="{64A3F9D5-7390-F151-BC3E-BB47241A8DA3}"/>
          </ac:spMkLst>
        </pc:spChg>
        <pc:picChg chg="add mod">
          <ac:chgData name="Livia Kelebercova" userId="19c610ed112c9a30" providerId="Windows Live" clId="Web-{E00843CA-D53D-609B-EFF2-8044ADA2F6E7}" dt="2024-09-11T14:15:39.251" v="1293" actId="1076"/>
          <ac:picMkLst>
            <pc:docMk/>
            <pc:sldMk cId="1761915694" sldId="397"/>
            <ac:picMk id="2" creationId="{497AE2D8-E396-D6B1-7C3A-EEEB71328A48}"/>
          </ac:picMkLst>
        </pc:picChg>
        <pc:picChg chg="del">
          <ac:chgData name="Livia Kelebercova" userId="19c610ed112c9a30" providerId="Windows Live" clId="Web-{E00843CA-D53D-609B-EFF2-8044ADA2F6E7}" dt="2024-09-11T14:15:29.297" v="1290"/>
          <ac:picMkLst>
            <pc:docMk/>
            <pc:sldMk cId="1761915694" sldId="397"/>
            <ac:picMk id="6" creationId="{E0F77A39-54EF-EFE6-419D-BEBBC35A3FE5}"/>
          </ac:picMkLst>
        </pc:picChg>
      </pc:sldChg>
      <pc:sldChg chg="addSp delSp modSp add replId">
        <pc:chgData name="Livia Kelebercova" userId="19c610ed112c9a30" providerId="Windows Live" clId="Web-{E00843CA-D53D-609B-EFF2-8044ADA2F6E7}" dt="2024-09-11T14:16:21.517" v="1334" actId="1076"/>
        <pc:sldMkLst>
          <pc:docMk/>
          <pc:sldMk cId="3553665484" sldId="398"/>
        </pc:sldMkLst>
        <pc:spChg chg="mod">
          <ac:chgData name="Livia Kelebercova" userId="19c610ed112c9a30" providerId="Windows Live" clId="Web-{E00843CA-D53D-609B-EFF2-8044ADA2F6E7}" dt="2024-09-11T14:16:05.188" v="1330" actId="20577"/>
          <ac:spMkLst>
            <pc:docMk/>
            <pc:sldMk cId="3553665484" sldId="398"/>
            <ac:spMk id="3" creationId="{64A3F9D5-7390-F151-BC3E-BB47241A8DA3}"/>
          </ac:spMkLst>
        </pc:spChg>
        <pc:picChg chg="del">
          <ac:chgData name="Livia Kelebercova" userId="19c610ed112c9a30" providerId="Windows Live" clId="Web-{E00843CA-D53D-609B-EFF2-8044ADA2F6E7}" dt="2024-09-11T14:16:06.907" v="1331"/>
          <ac:picMkLst>
            <pc:docMk/>
            <pc:sldMk cId="3553665484" sldId="398"/>
            <ac:picMk id="2" creationId="{497AE2D8-E396-D6B1-7C3A-EEEB71328A48}"/>
          </ac:picMkLst>
        </pc:picChg>
        <pc:picChg chg="add mod">
          <ac:chgData name="Livia Kelebercova" userId="19c610ed112c9a30" providerId="Windows Live" clId="Web-{E00843CA-D53D-609B-EFF2-8044ADA2F6E7}" dt="2024-09-11T14:16:21.517" v="1334" actId="1076"/>
          <ac:picMkLst>
            <pc:docMk/>
            <pc:sldMk cId="3553665484" sldId="398"/>
            <ac:picMk id="4" creationId="{12A52537-801C-A666-3E66-B176E7527635}"/>
          </ac:picMkLst>
        </pc:picChg>
      </pc:sldChg>
      <pc:sldChg chg="addSp delSp modSp add replId">
        <pc:chgData name="Livia Kelebercova" userId="19c610ed112c9a30" providerId="Windows Live" clId="Web-{E00843CA-D53D-609B-EFF2-8044ADA2F6E7}" dt="2024-09-11T14:28:40.295" v="1506"/>
        <pc:sldMkLst>
          <pc:docMk/>
          <pc:sldMk cId="1315817539" sldId="399"/>
        </pc:sldMkLst>
        <pc:spChg chg="mod">
          <ac:chgData name="Livia Kelebercova" userId="19c610ed112c9a30" providerId="Windows Live" clId="Web-{E00843CA-D53D-609B-EFF2-8044ADA2F6E7}" dt="2024-09-11T14:28:29.654" v="1500" actId="20577"/>
          <ac:spMkLst>
            <pc:docMk/>
            <pc:sldMk cId="1315817539" sldId="399"/>
            <ac:spMk id="3" creationId="{64A3F9D5-7390-F151-BC3E-BB47241A8DA3}"/>
          </ac:spMkLst>
        </pc:spChg>
        <pc:picChg chg="add mod">
          <ac:chgData name="Livia Kelebercova" userId="19c610ed112c9a30" providerId="Windows Live" clId="Web-{E00843CA-D53D-609B-EFF2-8044ADA2F6E7}" dt="2024-09-11T14:28:35.654" v="1504" actId="1076"/>
          <ac:picMkLst>
            <pc:docMk/>
            <pc:sldMk cId="1315817539" sldId="399"/>
            <ac:picMk id="2" creationId="{D1EE760A-D8A5-971B-4F35-99BE0E5F8C1D}"/>
          </ac:picMkLst>
        </pc:picChg>
        <pc:picChg chg="add del">
          <ac:chgData name="Livia Kelebercova" userId="19c610ed112c9a30" providerId="Windows Live" clId="Web-{E00843CA-D53D-609B-EFF2-8044ADA2F6E7}" dt="2024-09-11T14:28:40.295" v="1506"/>
          <ac:picMkLst>
            <pc:docMk/>
            <pc:sldMk cId="1315817539" sldId="399"/>
            <ac:picMk id="4" creationId="{2FD8299E-0424-7DED-5816-5A5848884D46}"/>
          </ac:picMkLst>
        </pc:picChg>
      </pc:sldChg>
      <pc:sldChg chg="addSp delSp modSp add replId">
        <pc:chgData name="Livia Kelebercova" userId="19c610ed112c9a30" providerId="Windows Live" clId="Web-{E00843CA-D53D-609B-EFF2-8044ADA2F6E7}" dt="2024-09-11T14:30:16.296" v="1534"/>
        <pc:sldMkLst>
          <pc:docMk/>
          <pc:sldMk cId="2016275766" sldId="400"/>
        </pc:sldMkLst>
        <pc:spChg chg="mod">
          <ac:chgData name="Livia Kelebercova" userId="19c610ed112c9a30" providerId="Windows Live" clId="Web-{E00843CA-D53D-609B-EFF2-8044ADA2F6E7}" dt="2024-09-11T14:29:37.139" v="1520" actId="20577"/>
          <ac:spMkLst>
            <pc:docMk/>
            <pc:sldMk cId="2016275766" sldId="400"/>
            <ac:spMk id="3" creationId="{64A3F9D5-7390-F151-BC3E-BB47241A8DA3}"/>
          </ac:spMkLst>
        </pc:spChg>
        <pc:spChg chg="add mod">
          <ac:chgData name="Livia Kelebercova" userId="19c610ed112c9a30" providerId="Windows Live" clId="Web-{E00843CA-D53D-609B-EFF2-8044ADA2F6E7}" dt="2024-09-11T14:30:12.952" v="1532"/>
          <ac:spMkLst>
            <pc:docMk/>
            <pc:sldMk cId="2016275766" sldId="400"/>
            <ac:spMk id="6" creationId="{29E4909C-2A90-2E57-26BB-8570489F9CD0}"/>
          </ac:spMkLst>
        </pc:spChg>
        <pc:spChg chg="add mod">
          <ac:chgData name="Livia Kelebercova" userId="19c610ed112c9a30" providerId="Windows Live" clId="Web-{E00843CA-D53D-609B-EFF2-8044ADA2F6E7}" dt="2024-09-11T14:30:16.296" v="1534"/>
          <ac:spMkLst>
            <pc:docMk/>
            <pc:sldMk cId="2016275766" sldId="400"/>
            <ac:spMk id="7" creationId="{E0D6232B-88FB-4092-4D03-FC7EF8D6AF03}"/>
          </ac:spMkLst>
        </pc:spChg>
        <pc:picChg chg="del">
          <ac:chgData name="Livia Kelebercova" userId="19c610ed112c9a30" providerId="Windows Live" clId="Web-{E00843CA-D53D-609B-EFF2-8044ADA2F6E7}" dt="2024-09-11T14:28:45.232" v="1508"/>
          <ac:picMkLst>
            <pc:docMk/>
            <pc:sldMk cId="2016275766" sldId="400"/>
            <ac:picMk id="2" creationId="{D1EE760A-D8A5-971B-4F35-99BE0E5F8C1D}"/>
          </ac:picMkLst>
        </pc:picChg>
        <pc:picChg chg="add mod">
          <ac:chgData name="Livia Kelebercova" userId="19c610ed112c9a30" providerId="Windows Live" clId="Web-{E00843CA-D53D-609B-EFF2-8044ADA2F6E7}" dt="2024-09-11T14:29:45.030" v="1524" actId="14100"/>
          <ac:picMkLst>
            <pc:docMk/>
            <pc:sldMk cId="2016275766" sldId="400"/>
            <ac:picMk id="4" creationId="{54444652-9FC9-7BEA-4A50-9528E27B2054}"/>
          </ac:picMkLst>
        </pc:picChg>
      </pc:sldChg>
      <pc:sldChg chg="addSp delSp modSp add replId">
        <pc:chgData name="Livia Kelebercova" userId="19c610ed112c9a30" providerId="Windows Live" clId="Web-{E00843CA-D53D-609B-EFF2-8044ADA2F6E7}" dt="2024-09-11T14:31:31.032" v="1642" actId="1076"/>
        <pc:sldMkLst>
          <pc:docMk/>
          <pc:sldMk cId="3383358844" sldId="401"/>
        </pc:sldMkLst>
        <pc:spChg chg="mod">
          <ac:chgData name="Livia Kelebercova" userId="19c610ed112c9a30" providerId="Windows Live" clId="Web-{E00843CA-D53D-609B-EFF2-8044ADA2F6E7}" dt="2024-09-11T14:31:15.313" v="1639" actId="20577"/>
          <ac:spMkLst>
            <pc:docMk/>
            <pc:sldMk cId="3383358844" sldId="401"/>
            <ac:spMk id="3" creationId="{64A3F9D5-7390-F151-BC3E-BB47241A8DA3}"/>
          </ac:spMkLst>
        </pc:spChg>
        <pc:spChg chg="del">
          <ac:chgData name="Livia Kelebercova" userId="19c610ed112c9a30" providerId="Windows Live" clId="Web-{E00843CA-D53D-609B-EFF2-8044ADA2F6E7}" dt="2024-09-11T14:30:18.312" v="1535"/>
          <ac:spMkLst>
            <pc:docMk/>
            <pc:sldMk cId="3383358844" sldId="401"/>
            <ac:spMk id="6" creationId="{29E4909C-2A90-2E57-26BB-8570489F9CD0}"/>
          </ac:spMkLst>
        </pc:spChg>
        <pc:spChg chg="del">
          <ac:chgData name="Livia Kelebercova" userId="19c610ed112c9a30" providerId="Windows Live" clId="Web-{E00843CA-D53D-609B-EFF2-8044ADA2F6E7}" dt="2024-09-11T14:30:20.265" v="1536"/>
          <ac:spMkLst>
            <pc:docMk/>
            <pc:sldMk cId="3383358844" sldId="401"/>
            <ac:spMk id="7" creationId="{E0D6232B-88FB-4092-4D03-FC7EF8D6AF03}"/>
          </ac:spMkLst>
        </pc:spChg>
        <pc:picChg chg="add mod">
          <ac:chgData name="Livia Kelebercova" userId="19c610ed112c9a30" providerId="Windows Live" clId="Web-{E00843CA-D53D-609B-EFF2-8044ADA2F6E7}" dt="2024-09-11T14:31:31.032" v="1642" actId="1076"/>
          <ac:picMkLst>
            <pc:docMk/>
            <pc:sldMk cId="3383358844" sldId="401"/>
            <ac:picMk id="2" creationId="{43BE21EF-893B-6100-AAFE-539BF5E9DA98}"/>
          </ac:picMkLst>
        </pc:picChg>
        <pc:picChg chg="del">
          <ac:chgData name="Livia Kelebercova" userId="19c610ed112c9a30" providerId="Windows Live" clId="Web-{E00843CA-D53D-609B-EFF2-8044ADA2F6E7}" dt="2024-09-11T14:30:22.578" v="1537"/>
          <ac:picMkLst>
            <pc:docMk/>
            <pc:sldMk cId="3383358844" sldId="401"/>
            <ac:picMk id="4" creationId="{54444652-9FC9-7BEA-4A50-9528E27B2054}"/>
          </ac:picMkLst>
        </pc:picChg>
      </pc:sldChg>
      <pc:sldChg chg="addSp delSp modSp add replId">
        <pc:chgData name="Livia Kelebercova" userId="19c610ed112c9a30" providerId="Windows Live" clId="Web-{E00843CA-D53D-609B-EFF2-8044ADA2F6E7}" dt="2024-09-11T14:42:27.964" v="1718" actId="1076"/>
        <pc:sldMkLst>
          <pc:docMk/>
          <pc:sldMk cId="2644099915" sldId="402"/>
        </pc:sldMkLst>
        <pc:spChg chg="mod">
          <ac:chgData name="Livia Kelebercova" userId="19c610ed112c9a30" providerId="Windows Live" clId="Web-{E00843CA-D53D-609B-EFF2-8044ADA2F6E7}" dt="2024-09-11T14:42:18.230" v="1715" actId="20577"/>
          <ac:spMkLst>
            <pc:docMk/>
            <pc:sldMk cId="2644099915" sldId="402"/>
            <ac:spMk id="3" creationId="{64A3F9D5-7390-F151-BC3E-BB47241A8DA3}"/>
          </ac:spMkLst>
        </pc:spChg>
        <pc:picChg chg="del">
          <ac:chgData name="Livia Kelebercova" userId="19c610ed112c9a30" providerId="Windows Live" clId="Web-{E00843CA-D53D-609B-EFF2-8044ADA2F6E7}" dt="2024-09-11T14:40:57.338" v="1644"/>
          <ac:picMkLst>
            <pc:docMk/>
            <pc:sldMk cId="2644099915" sldId="402"/>
            <ac:picMk id="2" creationId="{43BE21EF-893B-6100-AAFE-539BF5E9DA98}"/>
          </ac:picMkLst>
        </pc:picChg>
        <pc:picChg chg="add mod">
          <ac:chgData name="Livia Kelebercova" userId="19c610ed112c9a30" providerId="Windows Live" clId="Web-{E00843CA-D53D-609B-EFF2-8044ADA2F6E7}" dt="2024-09-11T14:42:27.964" v="1718" actId="1076"/>
          <ac:picMkLst>
            <pc:docMk/>
            <pc:sldMk cId="2644099915" sldId="402"/>
            <ac:picMk id="4" creationId="{3DF0E3F2-E823-505A-49D9-3F2DE3C09FB6}"/>
          </ac:picMkLst>
        </pc:picChg>
      </pc:sldChg>
      <pc:sldChg chg="addSp delSp modSp add replId">
        <pc:chgData name="Livia Kelebercova" userId="19c610ed112c9a30" providerId="Windows Live" clId="Web-{E00843CA-D53D-609B-EFF2-8044ADA2F6E7}" dt="2024-09-11T14:45:02.748" v="1887" actId="20577"/>
        <pc:sldMkLst>
          <pc:docMk/>
          <pc:sldMk cId="949134298" sldId="403"/>
        </pc:sldMkLst>
        <pc:spChg chg="mod">
          <ac:chgData name="Livia Kelebercova" userId="19c610ed112c9a30" providerId="Windows Live" clId="Web-{E00843CA-D53D-609B-EFF2-8044ADA2F6E7}" dt="2024-09-11T14:45:02.748" v="1887" actId="20577"/>
          <ac:spMkLst>
            <pc:docMk/>
            <pc:sldMk cId="949134298" sldId="403"/>
            <ac:spMk id="3" creationId="{64A3F9D5-7390-F151-BC3E-BB47241A8DA3}"/>
          </ac:spMkLst>
        </pc:spChg>
        <pc:spChg chg="add mod">
          <ac:chgData name="Livia Kelebercova" userId="19c610ed112c9a30" providerId="Windows Live" clId="Web-{E00843CA-D53D-609B-EFF2-8044ADA2F6E7}" dt="2024-09-11T14:43:30.731" v="1763" actId="1076"/>
          <ac:spMkLst>
            <pc:docMk/>
            <pc:sldMk cId="949134298" sldId="403"/>
            <ac:spMk id="6" creationId="{4FDC7E62-04F8-A1C1-2002-0A805F1C4F79}"/>
          </ac:spMkLst>
        </pc:spChg>
        <pc:spChg chg="add mod">
          <ac:chgData name="Livia Kelebercova" userId="19c610ed112c9a30" providerId="Windows Live" clId="Web-{E00843CA-D53D-609B-EFF2-8044ADA2F6E7}" dt="2024-09-11T14:43:38.700" v="1767" actId="1076"/>
          <ac:spMkLst>
            <pc:docMk/>
            <pc:sldMk cId="949134298" sldId="403"/>
            <ac:spMk id="7" creationId="{AE1E1BB2-BDC4-A821-C1C8-B2B3AE276DAC}"/>
          </ac:spMkLst>
        </pc:spChg>
        <pc:picChg chg="add mod">
          <ac:chgData name="Livia Kelebercova" userId="19c610ed112c9a30" providerId="Windows Live" clId="Web-{E00843CA-D53D-609B-EFF2-8044ADA2F6E7}" dt="2024-09-11T14:43:19.387" v="1761" actId="1076"/>
          <ac:picMkLst>
            <pc:docMk/>
            <pc:sldMk cId="949134298" sldId="403"/>
            <ac:picMk id="2" creationId="{CAD63FA3-DDB2-B3C8-8AAF-F53204C2653F}"/>
          </ac:picMkLst>
        </pc:picChg>
        <pc:picChg chg="del">
          <ac:chgData name="Livia Kelebercova" userId="19c610ed112c9a30" providerId="Windows Live" clId="Web-{E00843CA-D53D-609B-EFF2-8044ADA2F6E7}" dt="2024-09-11T14:42:37.668" v="1733"/>
          <ac:picMkLst>
            <pc:docMk/>
            <pc:sldMk cId="949134298" sldId="403"/>
            <ac:picMk id="4" creationId="{3DF0E3F2-E823-505A-49D9-3F2DE3C09FB6}"/>
          </ac:picMkLst>
        </pc:picChg>
      </pc:sldChg>
      <pc:sldChg chg="addSp delSp modSp add replId">
        <pc:chgData name="Livia Kelebercova" userId="19c610ed112c9a30" providerId="Windows Live" clId="Web-{E00843CA-D53D-609B-EFF2-8044ADA2F6E7}" dt="2024-09-11T14:52:16.818" v="2316" actId="14100"/>
        <pc:sldMkLst>
          <pc:docMk/>
          <pc:sldMk cId="2387272151" sldId="404"/>
        </pc:sldMkLst>
        <pc:spChg chg="mod">
          <ac:chgData name="Livia Kelebercova" userId="19c610ed112c9a30" providerId="Windows Live" clId="Web-{E00843CA-D53D-609B-EFF2-8044ADA2F6E7}" dt="2024-09-11T14:50:05.441" v="2311" actId="20577"/>
          <ac:spMkLst>
            <pc:docMk/>
            <pc:sldMk cId="2387272151" sldId="404"/>
            <ac:spMk id="3" creationId="{64A3F9D5-7390-F151-BC3E-BB47241A8DA3}"/>
          </ac:spMkLst>
        </pc:spChg>
        <pc:spChg chg="del">
          <ac:chgData name="Livia Kelebercova" userId="19c610ed112c9a30" providerId="Windows Live" clId="Web-{E00843CA-D53D-609B-EFF2-8044ADA2F6E7}" dt="2024-09-11T14:45:20.530" v="1891"/>
          <ac:spMkLst>
            <pc:docMk/>
            <pc:sldMk cId="2387272151" sldId="404"/>
            <ac:spMk id="6" creationId="{4FDC7E62-04F8-A1C1-2002-0A805F1C4F79}"/>
          </ac:spMkLst>
        </pc:spChg>
        <pc:spChg chg="del">
          <ac:chgData name="Livia Kelebercova" userId="19c610ed112c9a30" providerId="Windows Live" clId="Web-{E00843CA-D53D-609B-EFF2-8044ADA2F6E7}" dt="2024-09-11T14:45:20.530" v="1890"/>
          <ac:spMkLst>
            <pc:docMk/>
            <pc:sldMk cId="2387272151" sldId="404"/>
            <ac:spMk id="7" creationId="{AE1E1BB2-BDC4-A821-C1C8-B2B3AE276DAC}"/>
          </ac:spMkLst>
        </pc:spChg>
        <pc:picChg chg="del">
          <ac:chgData name="Livia Kelebercova" userId="19c610ed112c9a30" providerId="Windows Live" clId="Web-{E00843CA-D53D-609B-EFF2-8044ADA2F6E7}" dt="2024-09-11T14:45:17.170" v="1889"/>
          <ac:picMkLst>
            <pc:docMk/>
            <pc:sldMk cId="2387272151" sldId="404"/>
            <ac:picMk id="2" creationId="{CAD63FA3-DDB2-B3C8-8AAF-F53204C2653F}"/>
          </ac:picMkLst>
        </pc:picChg>
        <pc:picChg chg="add mod">
          <ac:chgData name="Livia Kelebercova" userId="19c610ed112c9a30" providerId="Windows Live" clId="Web-{E00843CA-D53D-609B-EFF2-8044ADA2F6E7}" dt="2024-09-11T14:52:16.818" v="2316" actId="14100"/>
          <ac:picMkLst>
            <pc:docMk/>
            <pc:sldMk cId="2387272151" sldId="404"/>
            <ac:picMk id="4" creationId="{95BA7F26-B911-EDD7-BC1A-18E103A58761}"/>
          </ac:picMkLst>
        </pc:picChg>
      </pc:sldChg>
      <pc:sldChg chg="addSp delSp modSp add replId">
        <pc:chgData name="Livia Kelebercova" userId="19c610ed112c9a30" providerId="Windows Live" clId="Web-{E00843CA-D53D-609B-EFF2-8044ADA2F6E7}" dt="2024-09-11T14:56:26.400" v="2596" actId="1076"/>
        <pc:sldMkLst>
          <pc:docMk/>
          <pc:sldMk cId="3944883748" sldId="405"/>
        </pc:sldMkLst>
        <pc:spChg chg="mod">
          <ac:chgData name="Livia Kelebercova" userId="19c610ed112c9a30" providerId="Windows Live" clId="Web-{E00843CA-D53D-609B-EFF2-8044ADA2F6E7}" dt="2024-09-11T14:56:25.181" v="2595" actId="20577"/>
          <ac:spMkLst>
            <pc:docMk/>
            <pc:sldMk cId="3944883748" sldId="405"/>
            <ac:spMk id="3" creationId="{64A3F9D5-7390-F151-BC3E-BB47241A8DA3}"/>
          </ac:spMkLst>
        </pc:spChg>
        <pc:picChg chg="add mod">
          <ac:chgData name="Livia Kelebercova" userId="19c610ed112c9a30" providerId="Windows Live" clId="Web-{E00843CA-D53D-609B-EFF2-8044ADA2F6E7}" dt="2024-09-11T14:56:26.400" v="2596" actId="1076"/>
          <ac:picMkLst>
            <pc:docMk/>
            <pc:sldMk cId="3944883748" sldId="405"/>
            <ac:picMk id="2" creationId="{BBA0987F-2F8C-82DF-5526-0AB59759D735}"/>
          </ac:picMkLst>
        </pc:picChg>
        <pc:picChg chg="del">
          <ac:chgData name="Livia Kelebercova" userId="19c610ed112c9a30" providerId="Windows Live" clId="Web-{E00843CA-D53D-609B-EFF2-8044ADA2F6E7}" dt="2024-09-11T14:54:14.210" v="2337"/>
          <ac:picMkLst>
            <pc:docMk/>
            <pc:sldMk cId="3944883748" sldId="405"/>
            <ac:picMk id="4" creationId="{95BA7F26-B911-EDD7-BC1A-18E103A58761}"/>
          </ac:picMkLst>
        </pc:picChg>
      </pc:sldChg>
      <pc:sldChg chg="addSp delSp modSp add replId">
        <pc:chgData name="Livia Kelebercova" userId="19c610ed112c9a30" providerId="Windows Live" clId="Web-{E00843CA-D53D-609B-EFF2-8044ADA2F6E7}" dt="2024-09-11T14:59:16.919" v="2662" actId="1076"/>
        <pc:sldMkLst>
          <pc:docMk/>
          <pc:sldMk cId="3774623791" sldId="406"/>
        </pc:sldMkLst>
        <pc:spChg chg="mod">
          <ac:chgData name="Livia Kelebercova" userId="19c610ed112c9a30" providerId="Windows Live" clId="Web-{E00843CA-D53D-609B-EFF2-8044ADA2F6E7}" dt="2024-09-11T14:58:40.309" v="2656" actId="20577"/>
          <ac:spMkLst>
            <pc:docMk/>
            <pc:sldMk cId="3774623791" sldId="406"/>
            <ac:spMk id="3" creationId="{64A3F9D5-7390-F151-BC3E-BB47241A8DA3}"/>
          </ac:spMkLst>
        </pc:spChg>
        <pc:picChg chg="del">
          <ac:chgData name="Livia Kelebercova" userId="19c610ed112c9a30" providerId="Windows Live" clId="Web-{E00843CA-D53D-609B-EFF2-8044ADA2F6E7}" dt="2024-09-11T14:57:33.995" v="2598"/>
          <ac:picMkLst>
            <pc:docMk/>
            <pc:sldMk cId="3774623791" sldId="406"/>
            <ac:picMk id="2" creationId="{BBA0987F-2F8C-82DF-5526-0AB59759D735}"/>
          </ac:picMkLst>
        </pc:picChg>
        <pc:picChg chg="add mod">
          <ac:chgData name="Livia Kelebercova" userId="19c610ed112c9a30" providerId="Windows Live" clId="Web-{E00843CA-D53D-609B-EFF2-8044ADA2F6E7}" dt="2024-09-11T14:58:43.902" v="2659" actId="1076"/>
          <ac:picMkLst>
            <pc:docMk/>
            <pc:sldMk cId="3774623791" sldId="406"/>
            <ac:picMk id="4" creationId="{6F328F51-20BD-A076-55DA-52777A2DBD77}"/>
          </ac:picMkLst>
        </pc:picChg>
        <pc:picChg chg="add mod">
          <ac:chgData name="Livia Kelebercova" userId="19c610ed112c9a30" providerId="Windows Live" clId="Web-{E00843CA-D53D-609B-EFF2-8044ADA2F6E7}" dt="2024-09-11T14:59:16.919" v="2662" actId="1076"/>
          <ac:picMkLst>
            <pc:docMk/>
            <pc:sldMk cId="3774623791" sldId="406"/>
            <ac:picMk id="6" creationId="{F58E5D4F-D249-45D5-4C09-8D21BC23489B}"/>
          </ac:picMkLst>
        </pc:picChg>
      </pc:sldChg>
      <pc:sldChg chg="addSp delSp modSp add replId">
        <pc:chgData name="Livia Kelebercova" userId="19c610ed112c9a30" providerId="Windows Live" clId="Web-{E00843CA-D53D-609B-EFF2-8044ADA2F6E7}" dt="2024-09-11T15:01:06.905" v="2769" actId="1076"/>
        <pc:sldMkLst>
          <pc:docMk/>
          <pc:sldMk cId="2896134416" sldId="407"/>
        </pc:sldMkLst>
        <pc:spChg chg="mod">
          <ac:chgData name="Livia Kelebercova" userId="19c610ed112c9a30" providerId="Windows Live" clId="Web-{E00843CA-D53D-609B-EFF2-8044ADA2F6E7}" dt="2024-09-11T15:01:02.202" v="2766" actId="20577"/>
          <ac:spMkLst>
            <pc:docMk/>
            <pc:sldMk cId="2896134416" sldId="407"/>
            <ac:spMk id="3" creationId="{64A3F9D5-7390-F151-BC3E-BB47241A8DA3}"/>
          </ac:spMkLst>
        </pc:spChg>
        <pc:picChg chg="add mod">
          <ac:chgData name="Livia Kelebercova" userId="19c610ed112c9a30" providerId="Windows Live" clId="Web-{E00843CA-D53D-609B-EFF2-8044ADA2F6E7}" dt="2024-09-11T15:01:06.905" v="2769" actId="1076"/>
          <ac:picMkLst>
            <pc:docMk/>
            <pc:sldMk cId="2896134416" sldId="407"/>
            <ac:picMk id="2" creationId="{D9058F9A-0CCE-103E-F200-85FF9E87BBFA}"/>
          </ac:picMkLst>
        </pc:picChg>
        <pc:picChg chg="del">
          <ac:chgData name="Livia Kelebercova" userId="19c610ed112c9a30" providerId="Windows Live" clId="Web-{E00843CA-D53D-609B-EFF2-8044ADA2F6E7}" dt="2024-09-11T14:59:32.450" v="2665"/>
          <ac:picMkLst>
            <pc:docMk/>
            <pc:sldMk cId="2896134416" sldId="407"/>
            <ac:picMk id="4" creationId="{6F328F51-20BD-A076-55DA-52777A2DBD77}"/>
          </ac:picMkLst>
        </pc:picChg>
        <pc:picChg chg="del">
          <ac:chgData name="Livia Kelebercova" userId="19c610ed112c9a30" providerId="Windows Live" clId="Web-{E00843CA-D53D-609B-EFF2-8044ADA2F6E7}" dt="2024-09-11T14:59:32.450" v="2664"/>
          <ac:picMkLst>
            <pc:docMk/>
            <pc:sldMk cId="2896134416" sldId="407"/>
            <ac:picMk id="6" creationId="{F58E5D4F-D249-45D5-4C09-8D21BC23489B}"/>
          </ac:picMkLst>
        </pc:picChg>
      </pc:sldChg>
    </pc:docChg>
  </pc:docChgLst>
  <pc:docChgLst>
    <pc:chgData name="Livia Kelebercova" userId="19c610ed112c9a30" providerId="Windows Live" clId="Web-{4155D3C9-EF27-5AB5-E3A9-2600C0004C4D}"/>
    <pc:docChg chg="addSld delSld modSld sldOrd">
      <pc:chgData name="Livia Kelebercova" userId="19c610ed112c9a30" providerId="Windows Live" clId="Web-{4155D3C9-EF27-5AB5-E3A9-2600C0004C4D}" dt="2024-09-04T09:40:25.875" v="291" actId="20577"/>
      <pc:docMkLst>
        <pc:docMk/>
      </pc:docMkLst>
      <pc:sldChg chg="addSp delSp modSp">
        <pc:chgData name="Livia Kelebercova" userId="19c610ed112c9a30" providerId="Windows Live" clId="Web-{4155D3C9-EF27-5AB5-E3A9-2600C0004C4D}" dt="2024-09-04T09:39:13.763" v="252" actId="20577"/>
        <pc:sldMkLst>
          <pc:docMk/>
          <pc:sldMk cId="245498660" sldId="256"/>
        </pc:sldMkLst>
        <pc:spChg chg="add del mod">
          <ac:chgData name="Livia Kelebercova" userId="19c610ed112c9a30" providerId="Windows Live" clId="Web-{4155D3C9-EF27-5AB5-E3A9-2600C0004C4D}" dt="2024-09-04T09:08:54.679" v="9"/>
          <ac:spMkLst>
            <pc:docMk/>
            <pc:sldMk cId="245498660" sldId="256"/>
            <ac:spMk id="3" creationId="{9D111166-F173-747C-9DF4-F4694AF66B11}"/>
          </ac:spMkLst>
        </pc:spChg>
        <pc:spChg chg="add del mod">
          <ac:chgData name="Livia Kelebercova" userId="19c610ed112c9a30" providerId="Windows Live" clId="Web-{4155D3C9-EF27-5AB5-E3A9-2600C0004C4D}" dt="2024-09-04T09:09:08.477" v="11"/>
          <ac:spMkLst>
            <pc:docMk/>
            <pc:sldMk cId="245498660" sldId="256"/>
            <ac:spMk id="6" creationId="{DBD8E0CB-B1C2-0FC1-C6A8-C114F03B2FDD}"/>
          </ac:spMkLst>
        </pc:spChg>
        <pc:spChg chg="mod">
          <ac:chgData name="Livia Kelebercova" userId="19c610ed112c9a30" providerId="Windows Live" clId="Web-{4155D3C9-EF27-5AB5-E3A9-2600C0004C4D}" dt="2024-09-04T09:08:36.398" v="7" actId="14100"/>
          <ac:spMkLst>
            <pc:docMk/>
            <pc:sldMk cId="245498660" sldId="256"/>
            <ac:spMk id="9" creationId="{F607C874-782B-4427-B581-0597FA74FF03}"/>
          </ac:spMkLst>
        </pc:spChg>
        <pc:spChg chg="mod">
          <ac:chgData name="Livia Kelebercova" userId="19c610ed112c9a30" providerId="Windows Live" clId="Web-{4155D3C9-EF27-5AB5-E3A9-2600C0004C4D}" dt="2024-09-04T09:39:13.763" v="252" actId="20577"/>
          <ac:spMkLst>
            <pc:docMk/>
            <pc:sldMk cId="245498660" sldId="256"/>
            <ac:spMk id="10" creationId="{9DDF89BC-6718-4D28-9005-F42DB4D8B4BD}"/>
          </ac:spMkLst>
        </pc:spChg>
        <pc:spChg chg="add del mod">
          <ac:chgData name="Livia Kelebercova" userId="19c610ed112c9a30" providerId="Windows Live" clId="Web-{4155D3C9-EF27-5AB5-E3A9-2600C0004C4D}" dt="2024-09-04T09:09:29.305" v="13"/>
          <ac:spMkLst>
            <pc:docMk/>
            <pc:sldMk cId="245498660" sldId="256"/>
            <ac:spMk id="12" creationId="{5D1B91D5-06E6-E6FE-912B-AE6149198317}"/>
          </ac:spMkLst>
        </pc:spChg>
        <pc:picChg chg="add del mod ord">
          <ac:chgData name="Livia Kelebercova" userId="19c610ed112c9a30" providerId="Windows Live" clId="Web-{4155D3C9-EF27-5AB5-E3A9-2600C0004C4D}" dt="2024-09-04T09:08:56.414" v="10"/>
          <ac:picMkLst>
            <pc:docMk/>
            <pc:sldMk cId="245498660" sldId="256"/>
            <ac:picMk id="4" creationId="{386DE7F7-9ABA-C284-50FC-C2803E158C6C}"/>
          </ac:picMkLst>
        </pc:picChg>
        <pc:picChg chg="add del mod ord">
          <ac:chgData name="Livia Kelebercova" userId="19c610ed112c9a30" providerId="Windows Live" clId="Web-{4155D3C9-EF27-5AB5-E3A9-2600C0004C4D}" dt="2024-09-04T09:09:10.117" v="12"/>
          <ac:picMkLst>
            <pc:docMk/>
            <pc:sldMk cId="245498660" sldId="256"/>
            <ac:picMk id="7" creationId="{0B271231-9D6D-9106-CC36-531B3EA885A4}"/>
          </ac:picMkLst>
        </pc:picChg>
        <pc:picChg chg="del">
          <ac:chgData name="Livia Kelebercova" userId="19c610ed112c9a30" providerId="Windows Live" clId="Web-{4155D3C9-EF27-5AB5-E3A9-2600C0004C4D}" dt="2024-09-04T09:08:44.992" v="8"/>
          <ac:picMkLst>
            <pc:docMk/>
            <pc:sldMk cId="245498660" sldId="256"/>
            <ac:picMk id="11" creationId="{46756E01-D57B-4D2C-AA8A-8AE49DC76C9D}"/>
          </ac:picMkLst>
        </pc:picChg>
        <pc:picChg chg="add mod ord">
          <ac:chgData name="Livia Kelebercova" userId="19c610ed112c9a30" providerId="Windows Live" clId="Web-{4155D3C9-EF27-5AB5-E3A9-2600C0004C4D}" dt="2024-09-04T09:09:39.540" v="18" actId="1076"/>
          <ac:picMkLst>
            <pc:docMk/>
            <pc:sldMk cId="245498660" sldId="256"/>
            <ac:picMk id="13" creationId="{08ED68E8-0151-C477-1553-6071EB540BB5}"/>
          </ac:picMkLst>
        </pc:picChg>
      </pc:sldChg>
      <pc:sldChg chg="addSp delSp modSp">
        <pc:chgData name="Livia Kelebercova" userId="19c610ed112c9a30" providerId="Windows Live" clId="Web-{4155D3C9-EF27-5AB5-E3A9-2600C0004C4D}" dt="2024-09-04T09:24:30.363" v="106"/>
        <pc:sldMkLst>
          <pc:docMk/>
          <pc:sldMk cId="1512919829" sldId="257"/>
        </pc:sldMkLst>
        <pc:spChg chg="add del mod">
          <ac:chgData name="Livia Kelebercova" userId="19c610ed112c9a30" providerId="Windows Live" clId="Web-{4155D3C9-EF27-5AB5-E3A9-2600C0004C4D}" dt="2024-09-04T09:24:23.378" v="105"/>
          <ac:spMkLst>
            <pc:docMk/>
            <pc:sldMk cId="1512919829" sldId="257"/>
            <ac:spMk id="3" creationId="{824E4811-D382-ABC5-0231-CD3D44E870C3}"/>
          </ac:spMkLst>
        </pc:spChg>
        <pc:spChg chg="del">
          <ac:chgData name="Livia Kelebercova" userId="19c610ed112c9a30" providerId="Windows Live" clId="Web-{4155D3C9-EF27-5AB5-E3A9-2600C0004C4D}" dt="2024-09-04T09:24:30.363" v="106"/>
          <ac:spMkLst>
            <pc:docMk/>
            <pc:sldMk cId="1512919829" sldId="257"/>
            <ac:spMk id="8" creationId="{801862DC-F6B7-4570-83DF-78DD0C80D3CF}"/>
          </ac:spMkLst>
        </pc:spChg>
        <pc:spChg chg="mod">
          <ac:chgData name="Livia Kelebercova" userId="19c610ed112c9a30" providerId="Windows Live" clId="Web-{4155D3C9-EF27-5AB5-E3A9-2600C0004C4D}" dt="2024-09-04T09:16:49.131" v="39" actId="20577"/>
          <ac:spMkLst>
            <pc:docMk/>
            <pc:sldMk cId="1512919829" sldId="257"/>
            <ac:spMk id="14" creationId="{456F5772-7564-4881-B837-657B30A093F1}"/>
          </ac:spMkLst>
        </pc:spChg>
        <pc:spChg chg="mod">
          <ac:chgData name="Livia Kelebercova" userId="19c610ed112c9a30" providerId="Windows Live" clId="Web-{4155D3C9-EF27-5AB5-E3A9-2600C0004C4D}" dt="2024-09-04T09:23:25.236" v="103" actId="20577"/>
          <ac:spMkLst>
            <pc:docMk/>
            <pc:sldMk cId="1512919829" sldId="257"/>
            <ac:spMk id="15" creationId="{877EFCB6-6556-43EB-AFF2-8E29AEAA0430}"/>
          </ac:spMkLst>
        </pc:spChg>
        <pc:picChg chg="add mod ord">
          <ac:chgData name="Livia Kelebercova" userId="19c610ed112c9a30" providerId="Windows Live" clId="Web-{4155D3C9-EF27-5AB5-E3A9-2600C0004C4D}" dt="2024-09-04T09:24:23.378" v="105"/>
          <ac:picMkLst>
            <pc:docMk/>
            <pc:sldMk cId="1512919829" sldId="257"/>
            <ac:picMk id="4" creationId="{98563118-B219-E625-4F16-86B2C12B521D}"/>
          </ac:picMkLst>
        </pc:picChg>
        <pc:picChg chg="del">
          <ac:chgData name="Livia Kelebercova" userId="19c610ed112c9a30" providerId="Windows Live" clId="Web-{4155D3C9-EF27-5AB5-E3A9-2600C0004C4D}" dt="2024-09-04T09:24:21.659" v="104"/>
          <ac:picMkLst>
            <pc:docMk/>
            <pc:sldMk cId="1512919829" sldId="257"/>
            <ac:picMk id="12" creationId="{FB517080-7F1E-4897-9287-A1BC57BD64B8}"/>
          </ac:picMkLst>
        </pc:picChg>
      </pc:sldChg>
      <pc:sldChg chg="addSp delSp modSp del">
        <pc:chgData name="Livia Kelebercova" userId="19c610ed112c9a30" providerId="Windows Live" clId="Web-{4155D3C9-EF27-5AB5-E3A9-2600C0004C4D}" dt="2024-09-04T09:26:04.850" v="124"/>
        <pc:sldMkLst>
          <pc:docMk/>
          <pc:sldMk cId="2144753802" sldId="320"/>
        </pc:sldMkLst>
        <pc:spChg chg="add del mod">
          <ac:chgData name="Livia Kelebercova" userId="19c610ed112c9a30" providerId="Windows Live" clId="Web-{4155D3C9-EF27-5AB5-E3A9-2600C0004C4D}" dt="2024-09-04T09:25:46.099" v="122"/>
          <ac:spMkLst>
            <pc:docMk/>
            <pc:sldMk cId="2144753802" sldId="320"/>
            <ac:spMk id="3" creationId="{7CEACBD7-E16D-8377-2AB2-C2C21E2E0AE8}"/>
          </ac:spMkLst>
        </pc:spChg>
        <pc:spChg chg="add mod">
          <ac:chgData name="Livia Kelebercova" userId="19c610ed112c9a30" providerId="Windows Live" clId="Web-{4155D3C9-EF27-5AB5-E3A9-2600C0004C4D}" dt="2024-09-04T09:25:42.740" v="121"/>
          <ac:spMkLst>
            <pc:docMk/>
            <pc:sldMk cId="2144753802" sldId="320"/>
            <ac:spMk id="5" creationId="{22BC78EF-45C7-9E1B-2A7E-065761CD9F63}"/>
          </ac:spMkLst>
        </pc:spChg>
        <pc:spChg chg="mod">
          <ac:chgData name="Livia Kelebercova" userId="19c610ed112c9a30" providerId="Windows Live" clId="Web-{4155D3C9-EF27-5AB5-E3A9-2600C0004C4D}" dt="2024-09-04T09:25:38.724" v="119" actId="20577"/>
          <ac:spMkLst>
            <pc:docMk/>
            <pc:sldMk cId="2144753802" sldId="320"/>
            <ac:spMk id="9" creationId="{FDC9CABF-AA63-4FF3-9E6F-A3F7638281B4}"/>
          </ac:spMkLst>
        </pc:spChg>
        <pc:spChg chg="del">
          <ac:chgData name="Livia Kelebercova" userId="19c610ed112c9a30" providerId="Windows Live" clId="Web-{4155D3C9-EF27-5AB5-E3A9-2600C0004C4D}" dt="2024-09-04T09:24:55.051" v="107"/>
          <ac:spMkLst>
            <pc:docMk/>
            <pc:sldMk cId="2144753802" sldId="320"/>
            <ac:spMk id="11" creationId="{F9800710-ED0A-4D9D-89D7-F2B6DD2005BF}"/>
          </ac:spMkLst>
        </pc:spChg>
        <pc:picChg chg="del">
          <ac:chgData name="Livia Kelebercova" userId="19c610ed112c9a30" providerId="Windows Live" clId="Web-{4155D3C9-EF27-5AB5-E3A9-2600C0004C4D}" dt="2024-09-04T09:25:42.740" v="121"/>
          <ac:picMkLst>
            <pc:docMk/>
            <pc:sldMk cId="2144753802" sldId="320"/>
            <ac:picMk id="12" creationId="{C5CFABA2-71A7-4EFD-B6E2-B07667931F4B}"/>
          </ac:picMkLst>
        </pc:picChg>
        <pc:picChg chg="del">
          <ac:chgData name="Livia Kelebercova" userId="19c610ed112c9a30" providerId="Windows Live" clId="Web-{4155D3C9-EF27-5AB5-E3A9-2600C0004C4D}" dt="2024-09-04T09:25:39.787" v="120"/>
          <ac:picMkLst>
            <pc:docMk/>
            <pc:sldMk cId="2144753802" sldId="320"/>
            <ac:picMk id="14" creationId="{ADBB8B20-4661-4FF9-A6AC-8744FFB07759}"/>
          </ac:picMkLst>
        </pc:picChg>
      </pc:sldChg>
      <pc:sldChg chg="addSp delSp modSp ord">
        <pc:chgData name="Livia Kelebercova" userId="19c610ed112c9a30" providerId="Windows Live" clId="Web-{4155D3C9-EF27-5AB5-E3A9-2600C0004C4D}" dt="2024-09-04T09:40:25.875" v="291" actId="20577"/>
        <pc:sldMkLst>
          <pc:docMk/>
          <pc:sldMk cId="634033847" sldId="333"/>
        </pc:sldMkLst>
        <pc:spChg chg="add del mod">
          <ac:chgData name="Livia Kelebercova" userId="19c610ed112c9a30" providerId="Windows Live" clId="Web-{4155D3C9-EF27-5AB5-E3A9-2600C0004C4D}" dt="2024-09-04T09:26:33.101" v="134"/>
          <ac:spMkLst>
            <pc:docMk/>
            <pc:sldMk cId="634033847" sldId="333"/>
            <ac:spMk id="3" creationId="{FAED02D2-06DF-410E-6840-3FB467819767}"/>
          </ac:spMkLst>
        </pc:spChg>
        <pc:spChg chg="mod">
          <ac:chgData name="Livia Kelebercova" userId="19c610ed112c9a30" providerId="Windows Live" clId="Web-{4155D3C9-EF27-5AB5-E3A9-2600C0004C4D}" dt="2024-09-04T09:39:31.248" v="263" actId="20577"/>
          <ac:spMkLst>
            <pc:docMk/>
            <pc:sldMk cId="634033847" sldId="333"/>
            <ac:spMk id="5" creationId="{FD83F038-B7F9-41D5-816E-B7D433B63377}"/>
          </ac:spMkLst>
        </pc:spChg>
        <pc:spChg chg="del mod">
          <ac:chgData name="Livia Kelebercova" userId="19c610ed112c9a30" providerId="Windows Live" clId="Web-{4155D3C9-EF27-5AB5-E3A9-2600C0004C4D}" dt="2024-09-04T09:30:58.062" v="139"/>
          <ac:spMkLst>
            <pc:docMk/>
            <pc:sldMk cId="634033847" sldId="333"/>
            <ac:spMk id="6" creationId="{3D59F576-258A-4A2A-BEDD-C829560C5F96}"/>
          </ac:spMkLst>
        </pc:spChg>
        <pc:spChg chg="mod">
          <ac:chgData name="Livia Kelebercova" userId="19c610ed112c9a30" providerId="Windows Live" clId="Web-{4155D3C9-EF27-5AB5-E3A9-2600C0004C4D}" dt="2024-09-04T09:40:25.875" v="291" actId="20577"/>
          <ac:spMkLst>
            <pc:docMk/>
            <pc:sldMk cId="634033847" sldId="333"/>
            <ac:spMk id="7" creationId="{3BDE0D8D-4274-4437-963B-342C5584A2BF}"/>
          </ac:spMkLst>
        </pc:spChg>
        <pc:spChg chg="del">
          <ac:chgData name="Livia Kelebercova" userId="19c610ed112c9a30" providerId="Windows Live" clId="Web-{4155D3C9-EF27-5AB5-E3A9-2600C0004C4D}" dt="2024-09-04T09:26:28.413" v="132"/>
          <ac:spMkLst>
            <pc:docMk/>
            <pc:sldMk cId="634033847" sldId="333"/>
            <ac:spMk id="8" creationId="{1805DDED-C8AB-4D77-9745-DD16208020BD}"/>
          </ac:spMkLst>
        </pc:spChg>
        <pc:spChg chg="del">
          <ac:chgData name="Livia Kelebercova" userId="19c610ed112c9a30" providerId="Windows Live" clId="Web-{4155D3C9-EF27-5AB5-E3A9-2600C0004C4D}" dt="2024-09-04T09:26:28.351" v="131"/>
          <ac:spMkLst>
            <pc:docMk/>
            <pc:sldMk cId="634033847" sldId="333"/>
            <ac:spMk id="9" creationId="{10C073FA-38BA-4D5A-84B5-2B0670E5339C}"/>
          </ac:spMkLst>
        </pc:spChg>
        <pc:spChg chg="add del mod">
          <ac:chgData name="Livia Kelebercova" userId="19c610ed112c9a30" providerId="Windows Live" clId="Web-{4155D3C9-EF27-5AB5-E3A9-2600C0004C4D}" dt="2024-09-04T09:26:33.101" v="133"/>
          <ac:spMkLst>
            <pc:docMk/>
            <pc:sldMk cId="634033847" sldId="333"/>
            <ac:spMk id="10" creationId="{29084517-EF82-F74F-E11C-A207260A28B2}"/>
          </ac:spMkLst>
        </pc:spChg>
        <pc:spChg chg="add del mod">
          <ac:chgData name="Livia Kelebercova" userId="19c610ed112c9a30" providerId="Windows Live" clId="Web-{4155D3C9-EF27-5AB5-E3A9-2600C0004C4D}" dt="2024-09-04T09:31:03.374" v="140"/>
          <ac:spMkLst>
            <pc:docMk/>
            <pc:sldMk cId="634033847" sldId="333"/>
            <ac:spMk id="12" creationId="{568F9D18-8CEF-256D-011B-26A7A880C28A}"/>
          </ac:spMkLst>
        </pc:spChg>
        <pc:spChg chg="del">
          <ac:chgData name="Livia Kelebercova" userId="19c610ed112c9a30" providerId="Windows Live" clId="Web-{4155D3C9-EF27-5AB5-E3A9-2600C0004C4D}" dt="2024-09-04T09:26:21.350" v="130"/>
          <ac:spMkLst>
            <pc:docMk/>
            <pc:sldMk cId="634033847" sldId="333"/>
            <ac:spMk id="18" creationId="{6AF91435-6F1B-4ED2-98E4-CD88427D6761}"/>
          </ac:spMkLst>
        </pc:spChg>
        <pc:picChg chg="add mod">
          <ac:chgData name="Livia Kelebercova" userId="19c610ed112c9a30" providerId="Windows Live" clId="Web-{4155D3C9-EF27-5AB5-E3A9-2600C0004C4D}" dt="2024-09-04T09:37:09.197" v="219" actId="1076"/>
          <ac:picMkLst>
            <pc:docMk/>
            <pc:sldMk cId="634033847" sldId="333"/>
            <ac:picMk id="13" creationId="{8C8856F4-3D40-7CE1-462D-7C0C0F79BD70}"/>
          </ac:picMkLst>
        </pc:picChg>
      </pc:sldChg>
      <pc:sldChg chg="addSp delSp modSp add ord replId">
        <pc:chgData name="Livia Kelebercova" userId="19c610ed112c9a30" providerId="Windows Live" clId="Web-{4155D3C9-EF27-5AB5-E3A9-2600C0004C4D}" dt="2024-09-04T09:38:46.684" v="244"/>
        <pc:sldMkLst>
          <pc:docMk/>
          <pc:sldMk cId="1725359674" sldId="335"/>
        </pc:sldMkLst>
        <pc:spChg chg="add del mod">
          <ac:chgData name="Livia Kelebercova" userId="19c610ed112c9a30" providerId="Windows Live" clId="Web-{4155D3C9-EF27-5AB5-E3A9-2600C0004C4D}" dt="2024-09-04T09:37:46.011" v="240"/>
          <ac:spMkLst>
            <pc:docMk/>
            <pc:sldMk cId="1725359674" sldId="335"/>
            <ac:spMk id="3" creationId="{87A30364-039E-B280-00B0-905D0DBF5A15}"/>
          </ac:spMkLst>
        </pc:spChg>
        <pc:spChg chg="add mod">
          <ac:chgData name="Livia Kelebercova" userId="19c610ed112c9a30" providerId="Windows Live" clId="Web-{4155D3C9-EF27-5AB5-E3A9-2600C0004C4D}" dt="2024-09-04T09:38:14.762" v="241"/>
          <ac:spMkLst>
            <pc:docMk/>
            <pc:sldMk cId="1725359674" sldId="335"/>
            <ac:spMk id="5" creationId="{B44C0375-86CB-59E2-E8D8-D385C1CF046A}"/>
          </ac:spMkLst>
        </pc:spChg>
        <pc:spChg chg="mod">
          <ac:chgData name="Livia Kelebercova" userId="19c610ed112c9a30" providerId="Windows Live" clId="Web-{4155D3C9-EF27-5AB5-E3A9-2600C0004C4D}" dt="2024-09-04T09:37:39.292" v="238" actId="14100"/>
          <ac:spMkLst>
            <pc:docMk/>
            <pc:sldMk cId="1725359674" sldId="335"/>
            <ac:spMk id="6" creationId="{219526B4-0363-4BAB-BC46-80456D5E41E0}"/>
          </ac:spMkLst>
        </pc:spChg>
        <pc:spChg chg="del">
          <ac:chgData name="Livia Kelebercova" userId="19c610ed112c9a30" providerId="Windows Live" clId="Web-{4155D3C9-EF27-5AB5-E3A9-2600C0004C4D}" dt="2024-09-04T09:37:42.104" v="239"/>
          <ac:spMkLst>
            <pc:docMk/>
            <pc:sldMk cId="1725359674" sldId="335"/>
            <ac:spMk id="7" creationId="{2CD668D4-FECC-44AC-8F6D-808E73AD22D2}"/>
          </ac:spMkLst>
        </pc:spChg>
        <pc:picChg chg="add del">
          <ac:chgData name="Livia Kelebercova" userId="19c610ed112c9a30" providerId="Windows Live" clId="Web-{4155D3C9-EF27-5AB5-E3A9-2600C0004C4D}" dt="2024-09-04T09:38:46.684" v="244"/>
          <ac:picMkLst>
            <pc:docMk/>
            <pc:sldMk cId="1725359674" sldId="335"/>
            <ac:picMk id="9" creationId="{5F0650C2-6C53-58B1-5065-E2BD76CDDC59}"/>
          </ac:picMkLst>
        </pc:picChg>
        <pc:picChg chg="del">
          <ac:chgData name="Livia Kelebercova" userId="19c610ed112c9a30" providerId="Windows Live" clId="Web-{4155D3C9-EF27-5AB5-E3A9-2600C0004C4D}" dt="2024-09-04T09:38:14.762" v="241"/>
          <ac:picMkLst>
            <pc:docMk/>
            <pc:sldMk cId="1725359674" sldId="335"/>
            <ac:picMk id="11" creationId="{7211D86F-DB68-4879-9A8B-01A00B6E638E}"/>
          </ac:picMkLst>
        </pc:picChg>
      </pc:sldChg>
    </pc:docChg>
  </pc:docChgLst>
  <pc:docChgLst>
    <pc:chgData name="Livia Kelebercova" userId="19c610ed112c9a30" providerId="Windows Live" clId="Web-{5F0D37C7-0610-1A0D-2758-E20065D77BC2}"/>
    <pc:docChg chg="addSld delSld modSld sldOrd">
      <pc:chgData name="Livia Kelebercova" userId="19c610ed112c9a30" providerId="Windows Live" clId="Web-{5F0D37C7-0610-1A0D-2758-E20065D77BC2}" dt="2024-09-05T10:04:07.941" v="1164" actId="20577"/>
      <pc:docMkLst>
        <pc:docMk/>
      </pc:docMkLst>
      <pc:sldChg chg="addSp delSp modSp">
        <pc:chgData name="Livia Kelebercova" userId="19c610ed112c9a30" providerId="Windows Live" clId="Web-{5F0D37C7-0610-1A0D-2758-E20065D77BC2}" dt="2024-09-05T09:42:07.501" v="643" actId="1076"/>
        <pc:sldMkLst>
          <pc:docMk/>
          <pc:sldMk cId="1696977931" sldId="363"/>
        </pc:sldMkLst>
        <pc:spChg chg="del">
          <ac:chgData name="Livia Kelebercova" userId="19c610ed112c9a30" providerId="Windows Live" clId="Web-{5F0D37C7-0610-1A0D-2758-E20065D77BC2}" dt="2024-09-05T08:20:01.956" v="12"/>
          <ac:spMkLst>
            <pc:docMk/>
            <pc:sldMk cId="1696977931" sldId="363"/>
            <ac:spMk id="2" creationId="{560B72D9-EDB4-C746-6BE5-246AB2D9C5AD}"/>
          </ac:spMkLst>
        </pc:spChg>
        <pc:spChg chg="del">
          <ac:chgData name="Livia Kelebercova" userId="19c610ed112c9a30" providerId="Windows Live" clId="Web-{5F0D37C7-0610-1A0D-2758-E20065D77BC2}" dt="2024-09-05T08:20:01.956" v="11"/>
          <ac:spMkLst>
            <pc:docMk/>
            <pc:sldMk cId="1696977931" sldId="363"/>
            <ac:spMk id="4" creationId="{182BE62C-7226-10C6-1698-3A3968A2AB4C}"/>
          </ac:spMkLst>
        </pc:spChg>
        <pc:spChg chg="add mod">
          <ac:chgData name="Livia Kelebercova" userId="19c610ed112c9a30" providerId="Windows Live" clId="Web-{5F0D37C7-0610-1A0D-2758-E20065D77BC2}" dt="2024-09-05T09:15:11.517" v="136" actId="1076"/>
          <ac:spMkLst>
            <pc:docMk/>
            <pc:sldMk cId="1696977931" sldId="363"/>
            <ac:spMk id="4" creationId="{950D728F-8AD0-8198-7874-7902A62803A0}"/>
          </ac:spMkLst>
        </pc:spChg>
        <pc:spChg chg="mod">
          <ac:chgData name="Livia Kelebercova" userId="19c610ed112c9a30" providerId="Windows Live" clId="Web-{5F0D37C7-0610-1A0D-2758-E20065D77BC2}" dt="2024-09-05T09:41:51.250" v="631" actId="20577"/>
          <ac:spMkLst>
            <pc:docMk/>
            <pc:sldMk cId="1696977931" sldId="363"/>
            <ac:spMk id="5" creationId="{FD83F038-B7F9-41D5-816E-B7D433B63377}"/>
          </ac:spMkLst>
        </pc:spChg>
        <pc:spChg chg="del">
          <ac:chgData name="Livia Kelebercova" userId="19c610ed112c9a30" providerId="Windows Live" clId="Web-{5F0D37C7-0610-1A0D-2758-E20065D77BC2}" dt="2024-09-05T08:20:01.956" v="10"/>
          <ac:spMkLst>
            <pc:docMk/>
            <pc:sldMk cId="1696977931" sldId="363"/>
            <ac:spMk id="6" creationId="{12F2C032-4C8E-A39A-B73B-8EA3420FF9F8}"/>
          </ac:spMkLst>
        </pc:spChg>
        <pc:spChg chg="mod">
          <ac:chgData name="Livia Kelebercova" userId="19c610ed112c9a30" providerId="Windows Live" clId="Web-{5F0D37C7-0610-1A0D-2758-E20065D77BC2}" dt="2024-09-05T09:42:02.672" v="642" actId="20577"/>
          <ac:spMkLst>
            <pc:docMk/>
            <pc:sldMk cId="1696977931" sldId="363"/>
            <ac:spMk id="7" creationId="{3BDE0D8D-4274-4437-963B-342C5584A2BF}"/>
          </ac:spMkLst>
        </pc:spChg>
        <pc:spChg chg="del">
          <ac:chgData name="Livia Kelebercova" userId="19c610ed112c9a30" providerId="Windows Live" clId="Web-{5F0D37C7-0610-1A0D-2758-E20065D77BC2}" dt="2024-09-05T08:20:01.956" v="13"/>
          <ac:spMkLst>
            <pc:docMk/>
            <pc:sldMk cId="1696977931" sldId="363"/>
            <ac:spMk id="11" creationId="{D32943F8-E270-AFB0-28F2-C137E7BB93A1}"/>
          </ac:spMkLst>
        </pc:spChg>
        <pc:picChg chg="add mod">
          <ac:chgData name="Livia Kelebercova" userId="19c610ed112c9a30" providerId="Windows Live" clId="Web-{5F0D37C7-0610-1A0D-2758-E20065D77BC2}" dt="2024-09-05T09:42:07.501" v="643" actId="1076"/>
          <ac:picMkLst>
            <pc:docMk/>
            <pc:sldMk cId="1696977931" sldId="363"/>
            <ac:picMk id="2" creationId="{4C78A128-BC84-84FA-C8B0-80D4E24F1D05}"/>
          </ac:picMkLst>
        </pc:picChg>
        <pc:picChg chg="add mod">
          <ac:chgData name="Livia Kelebercova" userId="19c610ed112c9a30" providerId="Windows Live" clId="Web-{5F0D37C7-0610-1A0D-2758-E20065D77BC2}" dt="2024-09-05T09:15:08.751" v="135" actId="1076"/>
          <ac:picMkLst>
            <pc:docMk/>
            <pc:sldMk cId="1696977931" sldId="363"/>
            <ac:picMk id="3" creationId="{D949BB97-DD61-82FE-46A1-957A27283FDE}"/>
          </ac:picMkLst>
        </pc:picChg>
        <pc:picChg chg="del">
          <ac:chgData name="Livia Kelebercova" userId="19c610ed112c9a30" providerId="Windows Live" clId="Web-{5F0D37C7-0610-1A0D-2758-E20065D77BC2}" dt="2024-09-05T08:20:07.300" v="14"/>
          <ac:picMkLst>
            <pc:docMk/>
            <pc:sldMk cId="1696977931" sldId="363"/>
            <ac:picMk id="3" creationId="{F6F38422-A5D7-4D11-A81E-603E0CA9AF1B}"/>
          </ac:picMkLst>
        </pc:picChg>
      </pc:sldChg>
      <pc:sldChg chg="addSp delSp modSp add replId">
        <pc:chgData name="Livia Kelebercova" userId="19c610ed112c9a30" providerId="Windows Live" clId="Web-{5F0D37C7-0610-1A0D-2758-E20065D77BC2}" dt="2024-09-05T09:17:55.023" v="193" actId="1076"/>
        <pc:sldMkLst>
          <pc:docMk/>
          <pc:sldMk cId="609303581" sldId="372"/>
        </pc:sldMkLst>
        <pc:spChg chg="del">
          <ac:chgData name="Livia Kelebercova" userId="19c610ed112c9a30" providerId="Windows Live" clId="Web-{5F0D37C7-0610-1A0D-2758-E20065D77BC2}" dt="2024-09-05T09:15:18.439" v="138"/>
          <ac:spMkLst>
            <pc:docMk/>
            <pc:sldMk cId="609303581" sldId="372"/>
            <ac:spMk id="4" creationId="{950D728F-8AD0-8198-7874-7902A62803A0}"/>
          </ac:spMkLst>
        </pc:spChg>
        <pc:spChg chg="mod">
          <ac:chgData name="Livia Kelebercova" userId="19c610ed112c9a30" providerId="Windows Live" clId="Web-{5F0D37C7-0610-1A0D-2758-E20065D77BC2}" dt="2024-09-05T09:17:19.772" v="184" actId="20577"/>
          <ac:spMkLst>
            <pc:docMk/>
            <pc:sldMk cId="609303581" sldId="372"/>
            <ac:spMk id="7" creationId="{3BDE0D8D-4274-4437-963B-342C5584A2BF}"/>
          </ac:spMkLst>
        </pc:spChg>
        <pc:spChg chg="add mod">
          <ac:chgData name="Livia Kelebercova" userId="19c610ed112c9a30" providerId="Windows Live" clId="Web-{5F0D37C7-0610-1A0D-2758-E20065D77BC2}" dt="2024-09-05T09:17:45.085" v="189" actId="1076"/>
          <ac:spMkLst>
            <pc:docMk/>
            <pc:sldMk cId="609303581" sldId="372"/>
            <ac:spMk id="9" creationId="{E89DB21E-D16C-294C-96ED-0A79195A0090}"/>
          </ac:spMkLst>
        </pc:spChg>
        <pc:spChg chg="add mod">
          <ac:chgData name="Livia Kelebercova" userId="19c610ed112c9a30" providerId="Windows Live" clId="Web-{5F0D37C7-0610-1A0D-2758-E20065D77BC2}" dt="2024-09-05T09:17:50.679" v="191" actId="1076"/>
          <ac:spMkLst>
            <pc:docMk/>
            <pc:sldMk cId="609303581" sldId="372"/>
            <ac:spMk id="11" creationId="{87FA8BD2-1B9E-6CD7-E467-821E7B615124}"/>
          </ac:spMkLst>
        </pc:spChg>
        <pc:spChg chg="add mod">
          <ac:chgData name="Livia Kelebercova" userId="19c610ed112c9a30" providerId="Windows Live" clId="Web-{5F0D37C7-0610-1A0D-2758-E20065D77BC2}" dt="2024-09-05T09:17:55.023" v="193" actId="1076"/>
          <ac:spMkLst>
            <pc:docMk/>
            <pc:sldMk cId="609303581" sldId="372"/>
            <ac:spMk id="13" creationId="{6D37AD6D-228A-BC10-8E30-4E32A315D500}"/>
          </ac:spMkLst>
        </pc:spChg>
        <pc:picChg chg="del">
          <ac:chgData name="Livia Kelebercova" userId="19c610ed112c9a30" providerId="Windows Live" clId="Web-{5F0D37C7-0610-1A0D-2758-E20065D77BC2}" dt="2024-09-05T09:15:22.127" v="139"/>
          <ac:picMkLst>
            <pc:docMk/>
            <pc:sldMk cId="609303581" sldId="372"/>
            <ac:picMk id="2" creationId="{4C78A128-BC84-84FA-C8B0-80D4E24F1D05}"/>
          </ac:picMkLst>
        </pc:picChg>
        <pc:picChg chg="del">
          <ac:chgData name="Livia Kelebercova" userId="19c610ed112c9a30" providerId="Windows Live" clId="Web-{5F0D37C7-0610-1A0D-2758-E20065D77BC2}" dt="2024-09-05T09:15:41.815" v="140"/>
          <ac:picMkLst>
            <pc:docMk/>
            <pc:sldMk cId="609303581" sldId="372"/>
            <ac:picMk id="3" creationId="{D949BB97-DD61-82FE-46A1-957A27283FDE}"/>
          </ac:picMkLst>
        </pc:picChg>
        <pc:picChg chg="add mod">
          <ac:chgData name="Livia Kelebercova" userId="19c610ed112c9a30" providerId="Windows Live" clId="Web-{5F0D37C7-0610-1A0D-2758-E20065D77BC2}" dt="2024-09-05T09:17:29.725" v="187" actId="1076"/>
          <ac:picMkLst>
            <pc:docMk/>
            <pc:sldMk cId="609303581" sldId="372"/>
            <ac:picMk id="6" creationId="{67C1280D-812B-D613-77BD-D7CF35C2C70E}"/>
          </ac:picMkLst>
        </pc:picChg>
      </pc:sldChg>
      <pc:sldChg chg="delSp modSp add replId">
        <pc:chgData name="Livia Kelebercova" userId="19c610ed112c9a30" providerId="Windows Live" clId="Web-{5F0D37C7-0610-1A0D-2758-E20065D77BC2}" dt="2024-09-05T09:42:20.407" v="644" actId="20577"/>
        <pc:sldMkLst>
          <pc:docMk/>
          <pc:sldMk cId="1152583500" sldId="373"/>
        </pc:sldMkLst>
        <pc:spChg chg="mod">
          <ac:chgData name="Livia Kelebercova" userId="19c610ed112c9a30" providerId="Windows Live" clId="Web-{5F0D37C7-0610-1A0D-2758-E20065D77BC2}" dt="2024-09-05T09:42:20.407" v="644" actId="20577"/>
          <ac:spMkLst>
            <pc:docMk/>
            <pc:sldMk cId="1152583500" sldId="373"/>
            <ac:spMk id="5" creationId="{FD83F038-B7F9-41D5-816E-B7D433B63377}"/>
          </ac:spMkLst>
        </pc:spChg>
        <pc:spChg chg="del">
          <ac:chgData name="Livia Kelebercova" userId="19c610ed112c9a30" providerId="Windows Live" clId="Web-{5F0D37C7-0610-1A0D-2758-E20065D77BC2}" dt="2024-09-05T09:18:27.134" v="198"/>
          <ac:spMkLst>
            <pc:docMk/>
            <pc:sldMk cId="1152583500" sldId="373"/>
            <ac:spMk id="9" creationId="{E89DB21E-D16C-294C-96ED-0A79195A0090}"/>
          </ac:spMkLst>
        </pc:spChg>
        <pc:spChg chg="del">
          <ac:chgData name="Livia Kelebercova" userId="19c610ed112c9a30" providerId="Windows Live" clId="Web-{5F0D37C7-0610-1A0D-2758-E20065D77BC2}" dt="2024-09-05T09:18:27.134" v="197"/>
          <ac:spMkLst>
            <pc:docMk/>
            <pc:sldMk cId="1152583500" sldId="373"/>
            <ac:spMk id="11" creationId="{87FA8BD2-1B9E-6CD7-E467-821E7B615124}"/>
          </ac:spMkLst>
        </pc:spChg>
        <pc:spChg chg="del">
          <ac:chgData name="Livia Kelebercova" userId="19c610ed112c9a30" providerId="Windows Live" clId="Web-{5F0D37C7-0610-1A0D-2758-E20065D77BC2}" dt="2024-09-05T09:18:27.134" v="196"/>
          <ac:spMkLst>
            <pc:docMk/>
            <pc:sldMk cId="1152583500" sldId="373"/>
            <ac:spMk id="13" creationId="{6D37AD6D-228A-BC10-8E30-4E32A315D500}"/>
          </ac:spMkLst>
        </pc:spChg>
        <pc:picChg chg="mod">
          <ac:chgData name="Livia Kelebercova" userId="19c610ed112c9a30" providerId="Windows Live" clId="Web-{5F0D37C7-0610-1A0D-2758-E20065D77BC2}" dt="2024-09-05T09:18:35.572" v="199" actId="1076"/>
          <ac:picMkLst>
            <pc:docMk/>
            <pc:sldMk cId="1152583500" sldId="373"/>
            <ac:picMk id="6" creationId="{67C1280D-812B-D613-77BD-D7CF35C2C70E}"/>
          </ac:picMkLst>
        </pc:picChg>
      </pc:sldChg>
      <pc:sldChg chg="addSp delSp modSp add replId">
        <pc:chgData name="Livia Kelebercova" userId="19c610ed112c9a30" providerId="Windows Live" clId="Web-{5F0D37C7-0610-1A0D-2758-E20065D77BC2}" dt="2024-09-05T09:42:33.392" v="648" actId="14100"/>
        <pc:sldMkLst>
          <pc:docMk/>
          <pc:sldMk cId="1384487924" sldId="374"/>
        </pc:sldMkLst>
        <pc:spChg chg="mod">
          <ac:chgData name="Livia Kelebercova" userId="19c610ed112c9a30" providerId="Windows Live" clId="Web-{5F0D37C7-0610-1A0D-2758-E20065D77BC2}" dt="2024-09-05T09:42:33.392" v="648" actId="14100"/>
          <ac:spMkLst>
            <pc:docMk/>
            <pc:sldMk cId="1384487924" sldId="374"/>
            <ac:spMk id="5" creationId="{FD83F038-B7F9-41D5-816E-B7D433B63377}"/>
          </ac:spMkLst>
        </pc:spChg>
        <pc:spChg chg="mod">
          <ac:chgData name="Livia Kelebercova" userId="19c610ed112c9a30" providerId="Windows Live" clId="Web-{5F0D37C7-0610-1A0D-2758-E20065D77BC2}" dt="2024-09-05T09:26:53.716" v="323" actId="20577"/>
          <ac:spMkLst>
            <pc:docMk/>
            <pc:sldMk cId="1384487924" sldId="374"/>
            <ac:spMk id="7" creationId="{3BDE0D8D-4274-4437-963B-342C5584A2BF}"/>
          </ac:spMkLst>
        </pc:spChg>
        <pc:picChg chg="add del mod">
          <ac:chgData name="Livia Kelebercova" userId="19c610ed112c9a30" providerId="Windows Live" clId="Web-{5F0D37C7-0610-1A0D-2758-E20065D77BC2}" dt="2024-09-05T09:23:42.958" v="257"/>
          <ac:picMkLst>
            <pc:docMk/>
            <pc:sldMk cId="1384487924" sldId="374"/>
            <ac:picMk id="2" creationId="{E650757A-6D4C-9074-7454-61559F5E9868}"/>
          </ac:picMkLst>
        </pc:picChg>
        <pc:picChg chg="add mod">
          <ac:chgData name="Livia Kelebercova" userId="19c610ed112c9a30" providerId="Windows Live" clId="Web-{5F0D37C7-0610-1A0D-2758-E20065D77BC2}" dt="2024-09-05T09:23:56.803" v="261" actId="1076"/>
          <ac:picMkLst>
            <pc:docMk/>
            <pc:sldMk cId="1384487924" sldId="374"/>
            <ac:picMk id="3" creationId="{C97637DB-E99D-B80C-B0BF-B36BB1E0DA40}"/>
          </ac:picMkLst>
        </pc:picChg>
        <pc:picChg chg="add mod">
          <ac:chgData name="Livia Kelebercova" userId="19c610ed112c9a30" providerId="Windows Live" clId="Web-{5F0D37C7-0610-1A0D-2758-E20065D77BC2}" dt="2024-09-05T09:26:58.700" v="324" actId="1076"/>
          <ac:picMkLst>
            <pc:docMk/>
            <pc:sldMk cId="1384487924" sldId="374"/>
            <ac:picMk id="4" creationId="{C602F8A8-FCB8-90E1-6AAC-229798270243}"/>
          </ac:picMkLst>
        </pc:picChg>
        <pc:picChg chg="del">
          <ac:chgData name="Livia Kelebercova" userId="19c610ed112c9a30" providerId="Windows Live" clId="Web-{5F0D37C7-0610-1A0D-2758-E20065D77BC2}" dt="2024-09-05T09:22:50.175" v="208"/>
          <ac:picMkLst>
            <pc:docMk/>
            <pc:sldMk cId="1384487924" sldId="374"/>
            <ac:picMk id="6" creationId="{67C1280D-812B-D613-77BD-D7CF35C2C70E}"/>
          </ac:picMkLst>
        </pc:picChg>
      </pc:sldChg>
      <pc:sldChg chg="addSp delSp modSp add replId">
        <pc:chgData name="Livia Kelebercova" userId="19c610ed112c9a30" providerId="Windows Live" clId="Web-{5F0D37C7-0610-1A0D-2758-E20065D77BC2}" dt="2024-09-05T09:42:41.689" v="651" actId="14100"/>
        <pc:sldMkLst>
          <pc:docMk/>
          <pc:sldMk cId="2943198196" sldId="375"/>
        </pc:sldMkLst>
        <pc:spChg chg="mod">
          <ac:chgData name="Livia Kelebercova" userId="19c610ed112c9a30" providerId="Windows Live" clId="Web-{5F0D37C7-0610-1A0D-2758-E20065D77BC2}" dt="2024-09-05T09:42:41.689" v="651" actId="14100"/>
          <ac:spMkLst>
            <pc:docMk/>
            <pc:sldMk cId="2943198196" sldId="375"/>
            <ac:spMk id="5" creationId="{FD83F038-B7F9-41D5-816E-B7D433B63377}"/>
          </ac:spMkLst>
        </pc:spChg>
        <pc:spChg chg="mod">
          <ac:chgData name="Livia Kelebercova" userId="19c610ed112c9a30" providerId="Windows Live" clId="Web-{5F0D37C7-0610-1A0D-2758-E20065D77BC2}" dt="2024-09-05T09:28:11.359" v="374" actId="20577"/>
          <ac:spMkLst>
            <pc:docMk/>
            <pc:sldMk cId="2943198196" sldId="375"/>
            <ac:spMk id="7" creationId="{3BDE0D8D-4274-4437-963B-342C5584A2BF}"/>
          </ac:spMkLst>
        </pc:spChg>
        <pc:picChg chg="add mod">
          <ac:chgData name="Livia Kelebercova" userId="19c610ed112c9a30" providerId="Windows Live" clId="Web-{5F0D37C7-0610-1A0D-2758-E20065D77BC2}" dt="2024-09-05T09:28:22.391" v="377" actId="1076"/>
          <ac:picMkLst>
            <pc:docMk/>
            <pc:sldMk cId="2943198196" sldId="375"/>
            <ac:picMk id="2" creationId="{E2EB1629-BC1E-E1C2-4459-A08AB1AEFAC2}"/>
          </ac:picMkLst>
        </pc:picChg>
        <pc:picChg chg="del">
          <ac:chgData name="Livia Kelebercova" userId="19c610ed112c9a30" providerId="Windows Live" clId="Web-{5F0D37C7-0610-1A0D-2758-E20065D77BC2}" dt="2024-09-05T09:28:08.265" v="373"/>
          <ac:picMkLst>
            <pc:docMk/>
            <pc:sldMk cId="2943198196" sldId="375"/>
            <ac:picMk id="3" creationId="{C97637DB-E99D-B80C-B0BF-B36BB1E0DA40}"/>
          </ac:picMkLst>
        </pc:picChg>
        <pc:picChg chg="del">
          <ac:chgData name="Livia Kelebercova" userId="19c610ed112c9a30" providerId="Windows Live" clId="Web-{5F0D37C7-0610-1A0D-2758-E20065D77BC2}" dt="2024-09-05T09:28:12.906" v="375"/>
          <ac:picMkLst>
            <pc:docMk/>
            <pc:sldMk cId="2943198196" sldId="375"/>
            <ac:picMk id="4" creationId="{C602F8A8-FCB8-90E1-6AAC-229798270243}"/>
          </ac:picMkLst>
        </pc:picChg>
        <pc:picChg chg="add mod">
          <ac:chgData name="Livia Kelebercova" userId="19c610ed112c9a30" providerId="Windows Live" clId="Web-{5F0D37C7-0610-1A0D-2758-E20065D77BC2}" dt="2024-09-05T09:28:45.704" v="380" actId="1076"/>
          <ac:picMkLst>
            <pc:docMk/>
            <pc:sldMk cId="2943198196" sldId="375"/>
            <ac:picMk id="6" creationId="{0412120C-68E9-1119-387A-BF770B7D81C3}"/>
          </ac:picMkLst>
        </pc:picChg>
      </pc:sldChg>
      <pc:sldChg chg="addSp delSp modSp add replId">
        <pc:chgData name="Livia Kelebercova" userId="19c610ed112c9a30" providerId="Windows Live" clId="Web-{5F0D37C7-0610-1A0D-2758-E20065D77BC2}" dt="2024-09-05T09:43:07.972" v="661" actId="20577"/>
        <pc:sldMkLst>
          <pc:docMk/>
          <pc:sldMk cId="2812077037" sldId="376"/>
        </pc:sldMkLst>
        <pc:spChg chg="mod">
          <ac:chgData name="Livia Kelebercova" userId="19c610ed112c9a30" providerId="Windows Live" clId="Web-{5F0D37C7-0610-1A0D-2758-E20065D77BC2}" dt="2024-09-05T09:43:07.972" v="661" actId="20577"/>
          <ac:spMkLst>
            <pc:docMk/>
            <pc:sldMk cId="2812077037" sldId="376"/>
            <ac:spMk id="5" creationId="{FD83F038-B7F9-41D5-816E-B7D433B63377}"/>
          </ac:spMkLst>
        </pc:spChg>
        <pc:spChg chg="mod">
          <ac:chgData name="Livia Kelebercova" userId="19c610ed112c9a30" providerId="Windows Live" clId="Web-{5F0D37C7-0610-1A0D-2758-E20065D77BC2}" dt="2024-09-05T09:33:17.668" v="433" actId="20577"/>
          <ac:spMkLst>
            <pc:docMk/>
            <pc:sldMk cId="2812077037" sldId="376"/>
            <ac:spMk id="7" creationId="{3BDE0D8D-4274-4437-963B-342C5584A2BF}"/>
          </ac:spMkLst>
        </pc:spChg>
        <pc:picChg chg="del">
          <ac:chgData name="Livia Kelebercova" userId="19c610ed112c9a30" providerId="Windows Live" clId="Web-{5F0D37C7-0610-1A0D-2758-E20065D77BC2}" dt="2024-09-05T09:29:24.112" v="394"/>
          <ac:picMkLst>
            <pc:docMk/>
            <pc:sldMk cId="2812077037" sldId="376"/>
            <ac:picMk id="2" creationId="{E2EB1629-BC1E-E1C2-4459-A08AB1AEFAC2}"/>
          </ac:picMkLst>
        </pc:picChg>
        <pc:picChg chg="add mod">
          <ac:chgData name="Livia Kelebercova" userId="19c610ed112c9a30" providerId="Windows Live" clId="Web-{5F0D37C7-0610-1A0D-2758-E20065D77BC2}" dt="2024-09-05T09:30:10.770" v="418" actId="1076"/>
          <ac:picMkLst>
            <pc:docMk/>
            <pc:sldMk cId="2812077037" sldId="376"/>
            <ac:picMk id="3" creationId="{FBE7347D-00C8-F2DA-2622-94F421BEF09B}"/>
          </ac:picMkLst>
        </pc:picChg>
        <pc:picChg chg="add mod">
          <ac:chgData name="Livia Kelebercova" userId="19c610ed112c9a30" providerId="Windows Live" clId="Web-{5F0D37C7-0610-1A0D-2758-E20065D77BC2}" dt="2024-09-05T09:33:38.950" v="436" actId="1076"/>
          <ac:picMkLst>
            <pc:docMk/>
            <pc:sldMk cId="2812077037" sldId="376"/>
            <ac:picMk id="4" creationId="{426B6A8B-7D82-24C5-9EDA-B5E75B84B450}"/>
          </ac:picMkLst>
        </pc:picChg>
        <pc:picChg chg="del">
          <ac:chgData name="Livia Kelebercova" userId="19c610ed112c9a30" providerId="Windows Live" clId="Web-{5F0D37C7-0610-1A0D-2758-E20065D77BC2}" dt="2024-09-05T09:29:42.441" v="414"/>
          <ac:picMkLst>
            <pc:docMk/>
            <pc:sldMk cId="2812077037" sldId="376"/>
            <ac:picMk id="6" creationId="{0412120C-68E9-1119-387A-BF770B7D81C3}"/>
          </ac:picMkLst>
        </pc:picChg>
      </pc:sldChg>
      <pc:sldChg chg="modSp add replId">
        <pc:chgData name="Livia Kelebercova" userId="19c610ed112c9a30" providerId="Windows Live" clId="Web-{5F0D37C7-0610-1A0D-2758-E20065D77BC2}" dt="2024-09-05T09:43:31.254" v="665" actId="14100"/>
        <pc:sldMkLst>
          <pc:docMk/>
          <pc:sldMk cId="2714304158" sldId="377"/>
        </pc:sldMkLst>
        <pc:spChg chg="mod">
          <ac:chgData name="Livia Kelebercova" userId="19c610ed112c9a30" providerId="Windows Live" clId="Web-{5F0D37C7-0610-1A0D-2758-E20065D77BC2}" dt="2024-09-05T09:43:31.254" v="665" actId="14100"/>
          <ac:spMkLst>
            <pc:docMk/>
            <pc:sldMk cId="2714304158" sldId="377"/>
            <ac:spMk id="5" creationId="{FD83F038-B7F9-41D5-816E-B7D433B63377}"/>
          </ac:spMkLst>
        </pc:spChg>
      </pc:sldChg>
      <pc:sldChg chg="add del replId">
        <pc:chgData name="Livia Kelebercova" userId="19c610ed112c9a30" providerId="Windows Live" clId="Web-{5F0D37C7-0610-1A0D-2758-E20065D77BC2}" dt="2024-09-05T09:29:56.691" v="416"/>
        <pc:sldMkLst>
          <pc:docMk/>
          <pc:sldMk cId="3797743651" sldId="377"/>
        </pc:sldMkLst>
      </pc:sldChg>
      <pc:sldChg chg="addSp delSp modSp add replId">
        <pc:chgData name="Livia Kelebercova" userId="19c610ed112c9a30" providerId="Windows Live" clId="Web-{5F0D37C7-0610-1A0D-2758-E20065D77BC2}" dt="2024-09-05T09:44:05.161" v="685" actId="20577"/>
        <pc:sldMkLst>
          <pc:docMk/>
          <pc:sldMk cId="3488279384" sldId="378"/>
        </pc:sldMkLst>
        <pc:spChg chg="mod">
          <ac:chgData name="Livia Kelebercova" userId="19c610ed112c9a30" providerId="Windows Live" clId="Web-{5F0D37C7-0610-1A0D-2758-E20065D77BC2}" dt="2024-09-05T09:44:05.161" v="685" actId="20577"/>
          <ac:spMkLst>
            <pc:docMk/>
            <pc:sldMk cId="3488279384" sldId="378"/>
            <ac:spMk id="5" creationId="{FD83F038-B7F9-41D5-816E-B7D433B63377}"/>
          </ac:spMkLst>
        </pc:spChg>
        <pc:spChg chg="mod">
          <ac:chgData name="Livia Kelebercova" userId="19c610ed112c9a30" providerId="Windows Live" clId="Web-{5F0D37C7-0610-1A0D-2758-E20065D77BC2}" dt="2024-09-05T09:35:34.236" v="475" actId="14100"/>
          <ac:spMkLst>
            <pc:docMk/>
            <pc:sldMk cId="3488279384" sldId="378"/>
            <ac:spMk id="7" creationId="{3BDE0D8D-4274-4437-963B-342C5584A2BF}"/>
          </ac:spMkLst>
        </pc:spChg>
        <pc:picChg chg="add mod">
          <ac:chgData name="Livia Kelebercova" userId="19c610ed112c9a30" providerId="Windows Live" clId="Web-{5F0D37C7-0610-1A0D-2758-E20065D77BC2}" dt="2024-09-05T09:35:39.220" v="476" actId="1076"/>
          <ac:picMkLst>
            <pc:docMk/>
            <pc:sldMk cId="3488279384" sldId="378"/>
            <ac:picMk id="2" creationId="{C1689E43-6821-9D66-12F7-26401CD3FC7F}"/>
          </ac:picMkLst>
        </pc:picChg>
        <pc:picChg chg="del">
          <ac:chgData name="Livia Kelebercova" userId="19c610ed112c9a30" providerId="Windows Live" clId="Web-{5F0D37C7-0610-1A0D-2758-E20065D77BC2}" dt="2024-09-05T09:34:01.529" v="440"/>
          <ac:picMkLst>
            <pc:docMk/>
            <pc:sldMk cId="3488279384" sldId="378"/>
            <ac:picMk id="3" creationId="{FBE7347D-00C8-F2DA-2622-94F421BEF09B}"/>
          </ac:picMkLst>
        </pc:picChg>
        <pc:picChg chg="del">
          <ac:chgData name="Livia Kelebercova" userId="19c610ed112c9a30" providerId="Windows Live" clId="Web-{5F0D37C7-0610-1A0D-2758-E20065D77BC2}" dt="2024-09-05T09:33:57.685" v="439"/>
          <ac:picMkLst>
            <pc:docMk/>
            <pc:sldMk cId="3488279384" sldId="378"/>
            <ac:picMk id="4" creationId="{426B6A8B-7D82-24C5-9EDA-B5E75B84B450}"/>
          </ac:picMkLst>
        </pc:picChg>
      </pc:sldChg>
      <pc:sldChg chg="addSp delSp modSp add replId">
        <pc:chgData name="Livia Kelebercova" userId="19c610ed112c9a30" providerId="Windows Live" clId="Web-{5F0D37C7-0610-1A0D-2758-E20065D77BC2}" dt="2024-09-05T09:43:41.082" v="669" actId="14100"/>
        <pc:sldMkLst>
          <pc:docMk/>
          <pc:sldMk cId="666700248" sldId="379"/>
        </pc:sldMkLst>
        <pc:spChg chg="mod">
          <ac:chgData name="Livia Kelebercova" userId="19c610ed112c9a30" providerId="Windows Live" clId="Web-{5F0D37C7-0610-1A0D-2758-E20065D77BC2}" dt="2024-09-05T09:43:41.082" v="669" actId="14100"/>
          <ac:spMkLst>
            <pc:docMk/>
            <pc:sldMk cId="666700248" sldId="379"/>
            <ac:spMk id="5" creationId="{FD83F038-B7F9-41D5-816E-B7D433B63377}"/>
          </ac:spMkLst>
        </pc:spChg>
        <pc:spChg chg="mod">
          <ac:chgData name="Livia Kelebercova" userId="19c610ed112c9a30" providerId="Windows Live" clId="Web-{5F0D37C7-0610-1A0D-2758-E20065D77BC2}" dt="2024-09-05T09:38:56.446" v="605" actId="14100"/>
          <ac:spMkLst>
            <pc:docMk/>
            <pc:sldMk cId="666700248" sldId="379"/>
            <ac:spMk id="7" creationId="{3BDE0D8D-4274-4437-963B-342C5584A2BF}"/>
          </ac:spMkLst>
        </pc:spChg>
        <pc:picChg chg="del">
          <ac:chgData name="Livia Kelebercova" userId="19c610ed112c9a30" providerId="Windows Live" clId="Web-{5F0D37C7-0610-1A0D-2758-E20065D77BC2}" dt="2024-09-05T09:35:44.314" v="478"/>
          <ac:picMkLst>
            <pc:docMk/>
            <pc:sldMk cId="666700248" sldId="379"/>
            <ac:picMk id="2" creationId="{C1689E43-6821-9D66-12F7-26401CD3FC7F}"/>
          </ac:picMkLst>
        </pc:picChg>
        <pc:picChg chg="add mod">
          <ac:chgData name="Livia Kelebercova" userId="19c610ed112c9a30" providerId="Windows Live" clId="Web-{5F0D37C7-0610-1A0D-2758-E20065D77BC2}" dt="2024-09-05T09:40:31.653" v="609" actId="14100"/>
          <ac:picMkLst>
            <pc:docMk/>
            <pc:sldMk cId="666700248" sldId="379"/>
            <ac:picMk id="3" creationId="{6428AE19-2011-DA1B-4680-7D572EFBCA22}"/>
          </ac:picMkLst>
        </pc:picChg>
      </pc:sldChg>
      <pc:sldChg chg="addSp delSp modSp add replId">
        <pc:chgData name="Livia Kelebercova" userId="19c610ed112c9a30" providerId="Windows Live" clId="Web-{5F0D37C7-0610-1A0D-2758-E20065D77BC2}" dt="2024-09-05T09:45:50.462" v="780" actId="1076"/>
        <pc:sldMkLst>
          <pc:docMk/>
          <pc:sldMk cId="1654860399" sldId="380"/>
        </pc:sldMkLst>
        <pc:spChg chg="mod">
          <ac:chgData name="Livia Kelebercova" userId="19c610ed112c9a30" providerId="Windows Live" clId="Web-{5F0D37C7-0610-1A0D-2758-E20065D77BC2}" dt="2024-09-05T09:44:23.506" v="713" actId="20577"/>
          <ac:spMkLst>
            <pc:docMk/>
            <pc:sldMk cId="1654860399" sldId="380"/>
            <ac:spMk id="5" creationId="{FD83F038-B7F9-41D5-816E-B7D433B63377}"/>
          </ac:spMkLst>
        </pc:spChg>
        <pc:spChg chg="mod">
          <ac:chgData name="Livia Kelebercova" userId="19c610ed112c9a30" providerId="Windows Live" clId="Web-{5F0D37C7-0610-1A0D-2758-E20065D77BC2}" dt="2024-09-05T09:45:28.914" v="777" actId="20577"/>
          <ac:spMkLst>
            <pc:docMk/>
            <pc:sldMk cId="1654860399" sldId="380"/>
            <ac:spMk id="7" creationId="{3BDE0D8D-4274-4437-963B-342C5584A2BF}"/>
          </ac:spMkLst>
        </pc:spChg>
        <pc:picChg chg="add mod">
          <ac:chgData name="Livia Kelebercova" userId="19c610ed112c9a30" providerId="Windows Live" clId="Web-{5F0D37C7-0610-1A0D-2758-E20065D77BC2}" dt="2024-09-05T09:45:26.258" v="776" actId="1076"/>
          <ac:picMkLst>
            <pc:docMk/>
            <pc:sldMk cId="1654860399" sldId="380"/>
            <ac:picMk id="2" creationId="{01C5E731-41BD-3A1D-8225-0C20303157D6}"/>
          </ac:picMkLst>
        </pc:picChg>
        <pc:picChg chg="del">
          <ac:chgData name="Livia Kelebercova" userId="19c610ed112c9a30" providerId="Windows Live" clId="Web-{5F0D37C7-0610-1A0D-2758-E20065D77BC2}" dt="2024-09-05T09:45:15.742" v="772"/>
          <ac:picMkLst>
            <pc:docMk/>
            <pc:sldMk cId="1654860399" sldId="380"/>
            <ac:picMk id="3" creationId="{6428AE19-2011-DA1B-4680-7D572EFBCA22}"/>
          </ac:picMkLst>
        </pc:picChg>
        <pc:picChg chg="add mod">
          <ac:chgData name="Livia Kelebercova" userId="19c610ed112c9a30" providerId="Windows Live" clId="Web-{5F0D37C7-0610-1A0D-2758-E20065D77BC2}" dt="2024-09-05T09:45:50.462" v="780" actId="1076"/>
          <ac:picMkLst>
            <pc:docMk/>
            <pc:sldMk cId="1654860399" sldId="380"/>
            <ac:picMk id="4" creationId="{8DB18ABA-47CA-D864-899E-8D11BA793BA8}"/>
          </ac:picMkLst>
        </pc:picChg>
      </pc:sldChg>
      <pc:sldChg chg="addSp delSp modSp add replId">
        <pc:chgData name="Livia Kelebercova" userId="19c610ed112c9a30" providerId="Windows Live" clId="Web-{5F0D37C7-0610-1A0D-2758-E20065D77BC2}" dt="2024-09-05T09:54:48.076" v="932" actId="1076"/>
        <pc:sldMkLst>
          <pc:docMk/>
          <pc:sldMk cId="550725796" sldId="381"/>
        </pc:sldMkLst>
        <pc:spChg chg="mod">
          <ac:chgData name="Livia Kelebercova" userId="19c610ed112c9a30" providerId="Windows Live" clId="Web-{5F0D37C7-0610-1A0D-2758-E20065D77BC2}" dt="2024-09-05T09:52:19.368" v="802" actId="20577"/>
          <ac:spMkLst>
            <pc:docMk/>
            <pc:sldMk cId="550725796" sldId="381"/>
            <ac:spMk id="5" creationId="{FD83F038-B7F9-41D5-816E-B7D433B63377}"/>
          </ac:spMkLst>
        </pc:spChg>
        <pc:spChg chg="mod">
          <ac:chgData name="Livia Kelebercova" userId="19c610ed112c9a30" providerId="Windows Live" clId="Web-{5F0D37C7-0610-1A0D-2758-E20065D77BC2}" dt="2024-09-05T09:54:31.966" v="928" actId="20577"/>
          <ac:spMkLst>
            <pc:docMk/>
            <pc:sldMk cId="550725796" sldId="381"/>
            <ac:spMk id="7" creationId="{3BDE0D8D-4274-4437-963B-342C5584A2BF}"/>
          </ac:spMkLst>
        </pc:spChg>
        <pc:picChg chg="del">
          <ac:chgData name="Livia Kelebercova" userId="19c610ed112c9a30" providerId="Windows Live" clId="Web-{5F0D37C7-0610-1A0D-2758-E20065D77BC2}" dt="2024-09-05T09:52:22.227" v="803"/>
          <ac:picMkLst>
            <pc:docMk/>
            <pc:sldMk cId="550725796" sldId="381"/>
            <ac:picMk id="2" creationId="{01C5E731-41BD-3A1D-8225-0C20303157D6}"/>
          </ac:picMkLst>
        </pc:picChg>
        <pc:picChg chg="add del mod">
          <ac:chgData name="Livia Kelebercova" userId="19c610ed112c9a30" providerId="Windows Live" clId="Web-{5F0D37C7-0610-1A0D-2758-E20065D77BC2}" dt="2024-09-05T09:54:06.434" v="919"/>
          <ac:picMkLst>
            <pc:docMk/>
            <pc:sldMk cId="550725796" sldId="381"/>
            <ac:picMk id="3" creationId="{617F97BB-FE12-FCD0-323C-E98449D85524}"/>
          </ac:picMkLst>
        </pc:picChg>
        <pc:picChg chg="del">
          <ac:chgData name="Livia Kelebercova" userId="19c610ed112c9a30" providerId="Windows Live" clId="Web-{5F0D37C7-0610-1A0D-2758-E20065D77BC2}" dt="2024-09-05T09:52:04.555" v="792"/>
          <ac:picMkLst>
            <pc:docMk/>
            <pc:sldMk cId="550725796" sldId="381"/>
            <ac:picMk id="4" creationId="{8DB18ABA-47CA-D864-899E-8D11BA793BA8}"/>
          </ac:picMkLst>
        </pc:picChg>
        <pc:picChg chg="add mod">
          <ac:chgData name="Livia Kelebercova" userId="19c610ed112c9a30" providerId="Windows Live" clId="Web-{5F0D37C7-0610-1A0D-2758-E20065D77BC2}" dt="2024-09-05T09:54:48.076" v="932" actId="1076"/>
          <ac:picMkLst>
            <pc:docMk/>
            <pc:sldMk cId="550725796" sldId="381"/>
            <ac:picMk id="6" creationId="{28D928AF-82A1-4674-9315-C374DA9B0B24}"/>
          </ac:picMkLst>
        </pc:picChg>
      </pc:sldChg>
      <pc:sldChg chg="delSp modSp add replId">
        <pc:chgData name="Livia Kelebercova" userId="19c610ed112c9a30" providerId="Windows Live" clId="Web-{5F0D37C7-0610-1A0D-2758-E20065D77BC2}" dt="2024-09-05T10:04:07.941" v="1164" actId="20577"/>
        <pc:sldMkLst>
          <pc:docMk/>
          <pc:sldMk cId="2490620376" sldId="382"/>
        </pc:sldMkLst>
        <pc:spChg chg="mod">
          <ac:chgData name="Livia Kelebercova" userId="19c610ed112c9a30" providerId="Windows Live" clId="Web-{5F0D37C7-0610-1A0D-2758-E20065D77BC2}" dt="2024-09-05T09:55:32.219" v="951" actId="14100"/>
          <ac:spMkLst>
            <pc:docMk/>
            <pc:sldMk cId="2490620376" sldId="382"/>
            <ac:spMk id="5" creationId="{FD83F038-B7F9-41D5-816E-B7D433B63377}"/>
          </ac:spMkLst>
        </pc:spChg>
        <pc:spChg chg="mod">
          <ac:chgData name="Livia Kelebercova" userId="19c610ed112c9a30" providerId="Windows Live" clId="Web-{5F0D37C7-0610-1A0D-2758-E20065D77BC2}" dt="2024-09-05T10:04:07.941" v="1164" actId="20577"/>
          <ac:spMkLst>
            <pc:docMk/>
            <pc:sldMk cId="2490620376" sldId="382"/>
            <ac:spMk id="7" creationId="{3BDE0D8D-4274-4437-963B-342C5584A2BF}"/>
          </ac:spMkLst>
        </pc:spChg>
        <pc:picChg chg="del">
          <ac:chgData name="Livia Kelebercova" userId="19c610ed112c9a30" providerId="Windows Live" clId="Web-{5F0D37C7-0610-1A0D-2758-E20065D77BC2}" dt="2024-09-05T09:55:27.875" v="950"/>
          <ac:picMkLst>
            <pc:docMk/>
            <pc:sldMk cId="2490620376" sldId="382"/>
            <ac:picMk id="6" creationId="{28D928AF-82A1-4674-9315-C374DA9B0B24}"/>
          </ac:picMkLst>
        </pc:picChg>
      </pc:sldChg>
      <pc:sldChg chg="addSp delSp modSp add ord replId">
        <pc:chgData name="Livia Kelebercova" userId="19c610ed112c9a30" providerId="Windows Live" clId="Web-{5F0D37C7-0610-1A0D-2758-E20065D77BC2}" dt="2024-09-05T10:03:15.799" v="1123" actId="20577"/>
        <pc:sldMkLst>
          <pc:docMk/>
          <pc:sldMk cId="1704033150" sldId="383"/>
        </pc:sldMkLst>
        <pc:spChg chg="add">
          <ac:chgData name="Livia Kelebercova" userId="19c610ed112c9a30" providerId="Windows Live" clId="Web-{5F0D37C7-0610-1A0D-2758-E20065D77BC2}" dt="2024-09-05T10:02:15.593" v="1110"/>
          <ac:spMkLst>
            <pc:docMk/>
            <pc:sldMk cId="1704033150" sldId="383"/>
            <ac:spMk id="3" creationId="{118C09AE-8634-D49A-D5E6-A69D9E1ECC8B}"/>
          </ac:spMkLst>
        </pc:spChg>
        <pc:spChg chg="mod">
          <ac:chgData name="Livia Kelebercova" userId="19c610ed112c9a30" providerId="Windows Live" clId="Web-{5F0D37C7-0610-1A0D-2758-E20065D77BC2}" dt="2024-09-05T09:59:26.650" v="998" actId="20577"/>
          <ac:spMkLst>
            <pc:docMk/>
            <pc:sldMk cId="1704033150" sldId="383"/>
            <ac:spMk id="5" creationId="{FD83F038-B7F9-41D5-816E-B7D433B63377}"/>
          </ac:spMkLst>
        </pc:spChg>
        <pc:spChg chg="mod">
          <ac:chgData name="Livia Kelebercova" userId="19c610ed112c9a30" providerId="Windows Live" clId="Web-{5F0D37C7-0610-1A0D-2758-E20065D77BC2}" dt="2024-09-05T10:03:15.799" v="1123" actId="20577"/>
          <ac:spMkLst>
            <pc:docMk/>
            <pc:sldMk cId="1704033150" sldId="383"/>
            <ac:spMk id="7" creationId="{3BDE0D8D-4274-4437-963B-342C5584A2BF}"/>
          </ac:spMkLst>
        </pc:spChg>
        <pc:picChg chg="add mod">
          <ac:chgData name="Livia Kelebercova" userId="19c610ed112c9a30" providerId="Windows Live" clId="Web-{5F0D37C7-0610-1A0D-2758-E20065D77BC2}" dt="2024-09-05T10:01:41.514" v="1068" actId="14100"/>
          <ac:picMkLst>
            <pc:docMk/>
            <pc:sldMk cId="1704033150" sldId="383"/>
            <ac:picMk id="2" creationId="{B4AFD55A-CA29-2157-3D41-022E33C1E649}"/>
          </ac:picMkLst>
        </pc:picChg>
        <pc:picChg chg="del">
          <ac:chgData name="Livia Kelebercova" userId="19c610ed112c9a30" providerId="Windows Live" clId="Web-{5F0D37C7-0610-1A0D-2758-E20065D77BC2}" dt="2024-09-05T10:01:33.139" v="1064"/>
          <ac:picMkLst>
            <pc:docMk/>
            <pc:sldMk cId="1704033150" sldId="383"/>
            <ac:picMk id="13" creationId="{8C8856F4-3D40-7CE1-462D-7C0C0F79BD7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3DD35D-9765-4E5F-95CE-DA45F3637BF5}" type="doc">
      <dgm:prSet loTypeId="urn:microsoft.com/office/officeart/2016/7/layout/RoundedRectangleTimeline#2" loCatId="other" qsTypeId="urn:microsoft.com/office/officeart/2005/8/quickstyle/simple1" qsCatId="simple" csTypeId="urn:microsoft.com/office/officeart/2005/8/colors/colorful5" csCatId="colorful" phldr="1"/>
      <dgm:spPr/>
      <dgm:t>
        <a:bodyPr/>
        <a:lstStyle/>
        <a:p>
          <a:endParaRPr lang="en-US"/>
        </a:p>
      </dgm:t>
    </dgm:pt>
    <dgm:pt modelId="{DEF8C440-2936-4811-BC12-E56EC38AC67F}">
      <dgm:prSet phldr="0" custT="1"/>
      <dgm:spPr/>
      <dgm:t>
        <a:bodyPr/>
        <a:lstStyle/>
        <a:p>
          <a:r>
            <a:rPr lang="sk-SK" sz="1500" dirty="0" err="1">
              <a:latin typeface="Source Sans Pro"/>
            </a:rPr>
            <a:t>Extrude</a:t>
          </a:r>
          <a:endParaRPr lang="en-US" sz="1500" dirty="0">
            <a:latin typeface="Source Sans Pro"/>
          </a:endParaRPr>
        </a:p>
      </dgm:t>
    </dgm:pt>
    <dgm:pt modelId="{70E79D49-0D0B-4714-B7D7-72E340720648}" type="parTrans" cxnId="{FE3428E6-E5D1-46F2-AFCD-D3A21B324909}">
      <dgm:prSet/>
      <dgm:spPr/>
      <dgm:t>
        <a:bodyPr/>
        <a:lstStyle/>
        <a:p>
          <a:endParaRPr lang="en-US"/>
        </a:p>
      </dgm:t>
    </dgm:pt>
    <dgm:pt modelId="{FE35554A-3C16-4A1C-AF85-B91DCC46AB8A}" type="sibTrans" cxnId="{FE3428E6-E5D1-46F2-AFCD-D3A21B324909}">
      <dgm:prSet/>
      <dgm:spPr/>
      <dgm:t>
        <a:bodyPr/>
        <a:lstStyle/>
        <a:p>
          <a:endParaRPr lang="en-US"/>
        </a:p>
      </dgm:t>
    </dgm:pt>
    <dgm:pt modelId="{4812ABE5-3041-47BB-A7B1-DDEEB8337D40}">
      <dgm:prSet phldr="0" custT="1"/>
      <dgm:spPr/>
      <dgm:t>
        <a:bodyPr/>
        <a:lstStyle/>
        <a:p>
          <a:r>
            <a:rPr lang="sk-SK" sz="1500" dirty="0" err="1">
              <a:latin typeface="Source Sans Pro"/>
            </a:rPr>
            <a:t>Bevel</a:t>
          </a:r>
          <a:endParaRPr lang="en-US" sz="1500" dirty="0">
            <a:latin typeface="Source Sans Pro"/>
          </a:endParaRPr>
        </a:p>
      </dgm:t>
    </dgm:pt>
    <dgm:pt modelId="{86804181-6BC9-4F38-9A12-B29DC88C6A0F}" type="parTrans" cxnId="{5C259FF1-85BA-46D6-8BFD-27C76B23F456}">
      <dgm:prSet/>
      <dgm:spPr/>
      <dgm:t>
        <a:bodyPr/>
        <a:lstStyle/>
        <a:p>
          <a:endParaRPr lang="en-US"/>
        </a:p>
      </dgm:t>
    </dgm:pt>
    <dgm:pt modelId="{227780BC-2B69-45A5-A5E4-4DDD4F630B3B}" type="sibTrans" cxnId="{5C259FF1-85BA-46D6-8BFD-27C76B23F456}">
      <dgm:prSet/>
      <dgm:spPr/>
      <dgm:t>
        <a:bodyPr/>
        <a:lstStyle/>
        <a:p>
          <a:endParaRPr lang="en-US"/>
        </a:p>
      </dgm:t>
    </dgm:pt>
    <dgm:pt modelId="{EE2C6A93-1D1F-499C-8835-216508A1DF11}">
      <dgm:prSet phldr="0" custT="1"/>
      <dgm:spPr/>
      <dgm:t>
        <a:bodyPr/>
        <a:lstStyle/>
        <a:p>
          <a:r>
            <a:rPr lang="sk-SK" sz="1500" dirty="0" err="1">
              <a:latin typeface="Source Sans Pro"/>
            </a:rPr>
            <a:t>Loop</a:t>
          </a:r>
          <a:r>
            <a:rPr lang="sk-SK" sz="1500" dirty="0">
              <a:latin typeface="Source Sans Pro"/>
            </a:rPr>
            <a:t> </a:t>
          </a:r>
          <a:r>
            <a:rPr lang="sk-SK" sz="1500" dirty="0" err="1">
              <a:latin typeface="Source Sans Pro"/>
            </a:rPr>
            <a:t>Cut</a:t>
          </a:r>
          <a:endParaRPr lang="en-US" sz="1500" dirty="0">
            <a:latin typeface="Source Sans Pro"/>
          </a:endParaRPr>
        </a:p>
      </dgm:t>
    </dgm:pt>
    <dgm:pt modelId="{4FD64521-53EF-4B76-98FB-FC08EDA3FD1C}" type="parTrans" cxnId="{AA779CBB-6018-4F22-8C71-674500693932}">
      <dgm:prSet/>
      <dgm:spPr/>
      <dgm:t>
        <a:bodyPr/>
        <a:lstStyle/>
        <a:p>
          <a:endParaRPr lang="en-US"/>
        </a:p>
      </dgm:t>
    </dgm:pt>
    <dgm:pt modelId="{A597D125-2AA9-42AE-B644-66752EECF44E}" type="sibTrans" cxnId="{AA779CBB-6018-4F22-8C71-674500693932}">
      <dgm:prSet/>
      <dgm:spPr/>
      <dgm:t>
        <a:bodyPr/>
        <a:lstStyle/>
        <a:p>
          <a:endParaRPr lang="en-US"/>
        </a:p>
      </dgm:t>
    </dgm:pt>
    <dgm:pt modelId="{992B55AA-0ED9-433E-AB81-6D5A3DFAA517}">
      <dgm:prSet phldr="0" custT="1"/>
      <dgm:spPr/>
      <dgm:t>
        <a:bodyPr/>
        <a:lstStyle/>
        <a:p>
          <a:r>
            <a:rPr lang="sk-SK" sz="1500" dirty="0" err="1">
              <a:latin typeface="Source Sans Pro"/>
            </a:rPr>
            <a:t>Knife</a:t>
          </a:r>
          <a:r>
            <a:rPr lang="sk-SK" sz="1500" dirty="0">
              <a:latin typeface="Source Sans Pro"/>
            </a:rPr>
            <a:t> </a:t>
          </a:r>
          <a:r>
            <a:rPr lang="sk-SK" sz="1500" dirty="0" err="1">
              <a:latin typeface="Source Sans Pro"/>
            </a:rPr>
            <a:t>Tool</a:t>
          </a:r>
          <a:endParaRPr lang="en-US" sz="1500" dirty="0">
            <a:latin typeface="Source Sans Pro"/>
          </a:endParaRPr>
        </a:p>
      </dgm:t>
    </dgm:pt>
    <dgm:pt modelId="{A09D3E9A-45B7-450C-80D2-73D1E7D1EE2F}" type="parTrans" cxnId="{6251145F-783F-43CE-B81A-1A72FFF7CD00}">
      <dgm:prSet/>
      <dgm:spPr/>
      <dgm:t>
        <a:bodyPr/>
        <a:lstStyle/>
        <a:p>
          <a:endParaRPr lang="en-US"/>
        </a:p>
      </dgm:t>
    </dgm:pt>
    <dgm:pt modelId="{74094909-2347-4D9C-AEB6-7B7D24DBD9DA}" type="sibTrans" cxnId="{6251145F-783F-43CE-B81A-1A72FFF7CD00}">
      <dgm:prSet/>
      <dgm:spPr/>
      <dgm:t>
        <a:bodyPr/>
        <a:lstStyle/>
        <a:p>
          <a:endParaRPr lang="en-US"/>
        </a:p>
      </dgm:t>
    </dgm:pt>
    <dgm:pt modelId="{DD804A6D-C471-4B93-93E1-C184C40198F1}">
      <dgm:prSet phldr="0" custT="1"/>
      <dgm:spPr/>
      <dgm:t>
        <a:bodyPr/>
        <a:lstStyle/>
        <a:p>
          <a:r>
            <a:rPr lang="sk-SK" sz="1500" dirty="0">
              <a:latin typeface="Source Sans Pro"/>
            </a:rPr>
            <a:t>Pridávanie a spájanie </a:t>
          </a:r>
          <a:r>
            <a:rPr lang="sk-SK" sz="1500" dirty="0" err="1">
              <a:latin typeface="Source Sans Pro"/>
            </a:rPr>
            <a:t>Faces</a:t>
          </a:r>
          <a:endParaRPr lang="en-US" sz="1500" dirty="0">
            <a:latin typeface="Source Sans Pro"/>
          </a:endParaRPr>
        </a:p>
      </dgm:t>
    </dgm:pt>
    <dgm:pt modelId="{0C9EA969-25F4-4194-BC6B-5A9D00020929}" type="parTrans" cxnId="{0BEE1DBB-9850-49AD-AA55-438B73D1CB1A}">
      <dgm:prSet/>
      <dgm:spPr/>
      <dgm:t>
        <a:bodyPr/>
        <a:lstStyle/>
        <a:p>
          <a:endParaRPr lang="en-US"/>
        </a:p>
      </dgm:t>
    </dgm:pt>
    <dgm:pt modelId="{D44CFA50-81B2-46EC-975B-18731B246FE5}" type="sibTrans" cxnId="{0BEE1DBB-9850-49AD-AA55-438B73D1CB1A}">
      <dgm:prSet/>
      <dgm:spPr/>
      <dgm:t>
        <a:bodyPr/>
        <a:lstStyle/>
        <a:p>
          <a:endParaRPr lang="en-US"/>
        </a:p>
      </dgm:t>
    </dgm:pt>
    <dgm:pt modelId="{751750F9-3386-488F-932D-6C100571C0EB}">
      <dgm:prSet custT="1"/>
      <dgm:spPr/>
      <dgm:t>
        <a:bodyPr/>
        <a:lstStyle/>
        <a:p>
          <a:pPr>
            <a:buFont typeface="Arial" panose="020B0604020202020204" pitchFamily="34" charset="0"/>
            <a:buChar char="•"/>
          </a:pPr>
          <a:r>
            <a:rPr lang="sk-SK" sz="1500" dirty="0"/>
            <a:t>Topológia</a:t>
          </a:r>
          <a:endParaRPr lang="en-US" sz="1500" dirty="0"/>
        </a:p>
      </dgm:t>
    </dgm:pt>
    <dgm:pt modelId="{99C248F0-660A-4130-B9EE-645370FED1E5}" type="parTrans" cxnId="{017274BE-06AF-4ACE-A92B-4CE861A07C88}">
      <dgm:prSet/>
      <dgm:spPr/>
      <dgm:t>
        <a:bodyPr/>
        <a:lstStyle/>
        <a:p>
          <a:endParaRPr lang="en-US"/>
        </a:p>
      </dgm:t>
    </dgm:pt>
    <dgm:pt modelId="{4EEC7C94-775D-47DE-AD43-BC8658D48FED}" type="sibTrans" cxnId="{017274BE-06AF-4ACE-A92B-4CE861A07C88}">
      <dgm:prSet/>
      <dgm:spPr/>
      <dgm:t>
        <a:bodyPr/>
        <a:lstStyle/>
        <a:p>
          <a:endParaRPr lang="en-US"/>
        </a:p>
      </dgm:t>
    </dgm:pt>
    <dgm:pt modelId="{E4D73996-26CD-4710-B2CF-8B056491BFFA}">
      <dgm:prSet phldr="0" custT="1"/>
      <dgm:spPr/>
      <dgm:t>
        <a:bodyPr/>
        <a:lstStyle/>
        <a:p>
          <a:r>
            <a:rPr lang="sk-SK" sz="1500" dirty="0" err="1">
              <a:latin typeface="Source Sans Pro"/>
            </a:rPr>
            <a:t>Subdivide</a:t>
          </a:r>
          <a:endParaRPr lang="en-US" sz="1500" dirty="0">
            <a:latin typeface="Source Sans Pro"/>
          </a:endParaRPr>
        </a:p>
      </dgm:t>
    </dgm:pt>
    <dgm:pt modelId="{570C919D-BD55-4C9E-85BA-9457BEDC5F96}" type="parTrans" cxnId="{3FE00CED-6BC5-4EAD-92F3-906F341CAE6C}">
      <dgm:prSet/>
      <dgm:spPr/>
      <dgm:t>
        <a:bodyPr/>
        <a:lstStyle/>
        <a:p>
          <a:endParaRPr lang="en-US"/>
        </a:p>
      </dgm:t>
    </dgm:pt>
    <dgm:pt modelId="{0FE5C921-EDE6-4A5F-A7DA-E387634107AB}" type="sibTrans" cxnId="{3FE00CED-6BC5-4EAD-92F3-906F341CAE6C}">
      <dgm:prSet/>
      <dgm:spPr/>
      <dgm:t>
        <a:bodyPr/>
        <a:lstStyle/>
        <a:p>
          <a:endParaRPr lang="en-US"/>
        </a:p>
      </dgm:t>
    </dgm:pt>
    <dgm:pt modelId="{595B7F16-B711-495B-826F-165DDF485A5A}">
      <dgm:prSet phldr="0" custT="1"/>
      <dgm:spPr/>
      <dgm:t>
        <a:bodyPr/>
        <a:lstStyle/>
        <a:p>
          <a:r>
            <a:rPr lang="sk-SK" sz="1500" dirty="0" err="1">
              <a:latin typeface="Source Sans Pro"/>
            </a:rPr>
            <a:t>Merge</a:t>
          </a:r>
          <a:endParaRPr lang="en-US" sz="1500" dirty="0">
            <a:latin typeface="Source Sans Pro"/>
          </a:endParaRPr>
        </a:p>
      </dgm:t>
    </dgm:pt>
    <dgm:pt modelId="{0B691D73-D503-465D-B5E9-E8684F3FE48F}" type="parTrans" cxnId="{2BC91A8A-5A4F-4394-84BE-F2A2EE6457C9}">
      <dgm:prSet/>
      <dgm:spPr/>
    </dgm:pt>
    <dgm:pt modelId="{4D533CAF-CAC2-46D8-B1F0-1AF4D9B858E2}" type="sibTrans" cxnId="{2BC91A8A-5A4F-4394-84BE-F2A2EE6457C9}">
      <dgm:prSet/>
      <dgm:spPr/>
    </dgm:pt>
    <dgm:pt modelId="{FE888CE1-9F15-40DF-9718-C8B432B3BB83}" type="pres">
      <dgm:prSet presAssocID="{013DD35D-9765-4E5F-95CE-DA45F3637BF5}" presName="Name0" presStyleCnt="0">
        <dgm:presLayoutVars>
          <dgm:chMax/>
          <dgm:chPref/>
          <dgm:dir/>
          <dgm:animLvl val="lvl"/>
        </dgm:presLayoutVars>
      </dgm:prSet>
      <dgm:spPr/>
    </dgm:pt>
    <dgm:pt modelId="{5911EDFC-B735-4BCB-A3D6-736D1F222778}" type="pres">
      <dgm:prSet presAssocID="{751750F9-3386-488F-932D-6C100571C0EB}" presName="composite" presStyleCnt="0"/>
      <dgm:spPr/>
    </dgm:pt>
    <dgm:pt modelId="{72AA8FE3-6832-411C-A023-2DA0BF48EC0F}" type="pres">
      <dgm:prSet presAssocID="{751750F9-3386-488F-932D-6C100571C0EB}" presName="Parent1" presStyleLbl="alignNode1" presStyleIdx="0" presStyleCnt="8">
        <dgm:presLayoutVars>
          <dgm:chMax val="1"/>
          <dgm:chPref val="1"/>
          <dgm:bulletEnabled val="1"/>
        </dgm:presLayoutVars>
      </dgm:prSet>
      <dgm:spPr/>
    </dgm:pt>
    <dgm:pt modelId="{5B5F7B9C-D623-4F45-8A99-7031C1E556A3}" type="pres">
      <dgm:prSet presAssocID="{751750F9-3386-488F-932D-6C100571C0EB}" presName="Childtext1" presStyleLbl="revTx" presStyleIdx="0" presStyleCnt="8">
        <dgm:presLayoutVars>
          <dgm:bulletEnabled val="1"/>
        </dgm:presLayoutVars>
      </dgm:prSet>
      <dgm:spPr/>
    </dgm:pt>
    <dgm:pt modelId="{6EEB0089-792C-4268-8404-D922E10174EB}" type="pres">
      <dgm:prSet presAssocID="{751750F9-3386-488F-932D-6C100571C0EB}" presName="ConnectLine" presStyleLbl="callout" presStyleIdx="0" presStyleCnt="8"/>
      <dgm:spPr>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gm:spPr>
    </dgm:pt>
    <dgm:pt modelId="{C007E792-826C-4FB5-9978-C9464E8FCA2B}" type="pres">
      <dgm:prSet presAssocID="{751750F9-3386-488F-932D-6C100571C0EB}" presName="ConnectLineEnd" presStyleLbl="lnNode1" presStyleIdx="0" presStyleCnt="8"/>
      <dgm:spPr/>
    </dgm:pt>
    <dgm:pt modelId="{D8C6A1FC-BEAC-4A2C-8472-5AED48180209}" type="pres">
      <dgm:prSet presAssocID="{751750F9-3386-488F-932D-6C100571C0EB}" presName="EmptyPane" presStyleCnt="0"/>
      <dgm:spPr/>
    </dgm:pt>
    <dgm:pt modelId="{82F55FD8-4AE7-49CB-82E5-EF667236D697}" type="pres">
      <dgm:prSet presAssocID="{4EEC7C94-775D-47DE-AD43-BC8658D48FED}" presName="spaceBetweenRectangles" presStyleCnt="0"/>
      <dgm:spPr/>
    </dgm:pt>
    <dgm:pt modelId="{BF018D8E-ECBE-4ED2-B283-AC657C3ACF6C}" type="pres">
      <dgm:prSet presAssocID="{E4D73996-26CD-4710-B2CF-8B056491BFFA}" presName="composite" presStyleCnt="0"/>
      <dgm:spPr/>
    </dgm:pt>
    <dgm:pt modelId="{12B30D1C-F1EE-4814-BDDB-A767EEEA7869}" type="pres">
      <dgm:prSet presAssocID="{E4D73996-26CD-4710-B2CF-8B056491BFFA}" presName="Parent1" presStyleLbl="alignNode1" presStyleIdx="1" presStyleCnt="8">
        <dgm:presLayoutVars>
          <dgm:chMax val="1"/>
          <dgm:chPref val="1"/>
          <dgm:bulletEnabled val="1"/>
        </dgm:presLayoutVars>
      </dgm:prSet>
      <dgm:spPr/>
    </dgm:pt>
    <dgm:pt modelId="{73FF9C75-0904-400A-BEC4-A80BF8AD6DD0}" type="pres">
      <dgm:prSet presAssocID="{E4D73996-26CD-4710-B2CF-8B056491BFFA}" presName="Childtext1" presStyleLbl="revTx" presStyleIdx="1" presStyleCnt="8">
        <dgm:presLayoutVars>
          <dgm:bulletEnabled val="1"/>
        </dgm:presLayoutVars>
      </dgm:prSet>
      <dgm:spPr/>
    </dgm:pt>
    <dgm:pt modelId="{7AEBA713-994C-4079-8721-E6850746D846}" type="pres">
      <dgm:prSet presAssocID="{E4D73996-26CD-4710-B2CF-8B056491BFFA}" presName="ConnectLine" presStyleLbl="callout" presStyleIdx="1" presStyleCnt="8"/>
      <dgm:spPr>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gm:spPr>
    </dgm:pt>
    <dgm:pt modelId="{D8C2153C-94D4-447C-9585-5F68B306DA89}" type="pres">
      <dgm:prSet presAssocID="{E4D73996-26CD-4710-B2CF-8B056491BFFA}" presName="ConnectLineEnd" presStyleLbl="lnNode1" presStyleIdx="1" presStyleCnt="8"/>
      <dgm:spPr/>
    </dgm:pt>
    <dgm:pt modelId="{EAB40F17-0325-44A1-9097-B616A60AE6A8}" type="pres">
      <dgm:prSet presAssocID="{E4D73996-26CD-4710-B2CF-8B056491BFFA}" presName="EmptyPane" presStyleCnt="0"/>
      <dgm:spPr/>
    </dgm:pt>
    <dgm:pt modelId="{0890ABEE-7ED6-4626-837F-19C2DEC941FE}" type="pres">
      <dgm:prSet presAssocID="{0FE5C921-EDE6-4A5F-A7DA-E387634107AB}" presName="spaceBetweenRectangles" presStyleCnt="0"/>
      <dgm:spPr/>
    </dgm:pt>
    <dgm:pt modelId="{428DFBF0-42D7-4249-8415-D19F3705ABC3}" type="pres">
      <dgm:prSet presAssocID="{DEF8C440-2936-4811-BC12-E56EC38AC67F}" presName="composite" presStyleCnt="0"/>
      <dgm:spPr/>
    </dgm:pt>
    <dgm:pt modelId="{609A0189-8DF6-432A-98D7-D6B510502921}" type="pres">
      <dgm:prSet presAssocID="{DEF8C440-2936-4811-BC12-E56EC38AC67F}" presName="Parent1" presStyleLbl="alignNode1" presStyleIdx="2" presStyleCnt="8">
        <dgm:presLayoutVars>
          <dgm:chMax val="1"/>
          <dgm:chPref val="1"/>
          <dgm:bulletEnabled val="1"/>
        </dgm:presLayoutVars>
      </dgm:prSet>
      <dgm:spPr/>
    </dgm:pt>
    <dgm:pt modelId="{D944F16C-2BED-4B6C-98A5-C4A635CCE208}" type="pres">
      <dgm:prSet presAssocID="{DEF8C440-2936-4811-BC12-E56EC38AC67F}" presName="Childtext1" presStyleLbl="revTx" presStyleIdx="2" presStyleCnt="8">
        <dgm:presLayoutVars>
          <dgm:bulletEnabled val="1"/>
        </dgm:presLayoutVars>
      </dgm:prSet>
      <dgm:spPr/>
    </dgm:pt>
    <dgm:pt modelId="{A33AC445-B1C6-46C4-A8D0-45BE620BF44D}" type="pres">
      <dgm:prSet presAssocID="{DEF8C440-2936-4811-BC12-E56EC38AC67F}" presName="ConnectLine" presStyleLbl="callout" presStyleIdx="2" presStyleCnt="8"/>
      <dgm:spPr>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gm:spPr>
    </dgm:pt>
    <dgm:pt modelId="{3F3D5D7C-FDD6-41A8-A0B9-FCCD4F376E37}" type="pres">
      <dgm:prSet presAssocID="{DEF8C440-2936-4811-BC12-E56EC38AC67F}" presName="ConnectLineEnd" presStyleLbl="lnNode1" presStyleIdx="2" presStyleCnt="8"/>
      <dgm:spPr/>
    </dgm:pt>
    <dgm:pt modelId="{580299DC-4ACE-4657-B572-2E90314EEE04}" type="pres">
      <dgm:prSet presAssocID="{DEF8C440-2936-4811-BC12-E56EC38AC67F}" presName="EmptyPane" presStyleCnt="0"/>
      <dgm:spPr/>
    </dgm:pt>
    <dgm:pt modelId="{0153FA68-7A0F-4BA0-B2B2-C22F7E1D473A}" type="pres">
      <dgm:prSet presAssocID="{FE35554A-3C16-4A1C-AF85-B91DCC46AB8A}" presName="spaceBetweenRectangles" presStyleCnt="0"/>
      <dgm:spPr/>
    </dgm:pt>
    <dgm:pt modelId="{6A062634-BAB7-41F9-B927-96C6CB644B98}" type="pres">
      <dgm:prSet presAssocID="{DD804A6D-C471-4B93-93E1-C184C40198F1}" presName="composite" presStyleCnt="0"/>
      <dgm:spPr/>
    </dgm:pt>
    <dgm:pt modelId="{B3BA965C-D02C-4408-9D25-C34FFB824581}" type="pres">
      <dgm:prSet presAssocID="{DD804A6D-C471-4B93-93E1-C184C40198F1}" presName="Parent1" presStyleLbl="alignNode1" presStyleIdx="3" presStyleCnt="8">
        <dgm:presLayoutVars>
          <dgm:chMax val="1"/>
          <dgm:chPref val="1"/>
          <dgm:bulletEnabled val="1"/>
        </dgm:presLayoutVars>
      </dgm:prSet>
      <dgm:spPr/>
    </dgm:pt>
    <dgm:pt modelId="{7E7A5A78-08D5-493A-971D-F54D2ECD6009}" type="pres">
      <dgm:prSet presAssocID="{DD804A6D-C471-4B93-93E1-C184C40198F1}" presName="Childtext1" presStyleLbl="revTx" presStyleIdx="3" presStyleCnt="8">
        <dgm:presLayoutVars>
          <dgm:bulletEnabled val="1"/>
        </dgm:presLayoutVars>
      </dgm:prSet>
      <dgm:spPr/>
    </dgm:pt>
    <dgm:pt modelId="{167CE6AE-80FE-41D4-83F7-1729C1422B8A}" type="pres">
      <dgm:prSet presAssocID="{DD804A6D-C471-4B93-93E1-C184C40198F1}" presName="ConnectLine" presStyleLbl="callout" presStyleIdx="3" presStyleCnt="8"/>
      <dgm:spPr>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gm:spPr>
    </dgm:pt>
    <dgm:pt modelId="{F0978CC5-7C94-41FB-8C7B-A1706CF55D88}" type="pres">
      <dgm:prSet presAssocID="{DD804A6D-C471-4B93-93E1-C184C40198F1}" presName="ConnectLineEnd" presStyleLbl="lnNode1" presStyleIdx="3" presStyleCnt="8"/>
      <dgm:spPr/>
    </dgm:pt>
    <dgm:pt modelId="{450A5DDE-3FC2-4CC3-912C-77EFDF4C2AD5}" type="pres">
      <dgm:prSet presAssocID="{DD804A6D-C471-4B93-93E1-C184C40198F1}" presName="EmptyPane" presStyleCnt="0"/>
      <dgm:spPr/>
    </dgm:pt>
    <dgm:pt modelId="{37B02F69-C2E0-4671-AF97-16D66B908658}" type="pres">
      <dgm:prSet presAssocID="{D44CFA50-81B2-46EC-975B-18731B246FE5}" presName="spaceBetweenRectangles" presStyleCnt="0"/>
      <dgm:spPr/>
    </dgm:pt>
    <dgm:pt modelId="{80275A25-DC61-4EC1-9EF2-E0F5E05ABF47}" type="pres">
      <dgm:prSet presAssocID="{EE2C6A93-1D1F-499C-8835-216508A1DF11}" presName="composite" presStyleCnt="0"/>
      <dgm:spPr/>
    </dgm:pt>
    <dgm:pt modelId="{0028C037-4F4F-420B-AD7E-1DF255DF834B}" type="pres">
      <dgm:prSet presAssocID="{EE2C6A93-1D1F-499C-8835-216508A1DF11}" presName="Parent1" presStyleLbl="alignNode1" presStyleIdx="4" presStyleCnt="8">
        <dgm:presLayoutVars>
          <dgm:chMax val="1"/>
          <dgm:chPref val="1"/>
          <dgm:bulletEnabled val="1"/>
        </dgm:presLayoutVars>
      </dgm:prSet>
      <dgm:spPr/>
    </dgm:pt>
    <dgm:pt modelId="{42726F0B-749A-4C3A-B4DD-B62F9E27EEE9}" type="pres">
      <dgm:prSet presAssocID="{EE2C6A93-1D1F-499C-8835-216508A1DF11}" presName="Childtext1" presStyleLbl="revTx" presStyleIdx="4" presStyleCnt="8">
        <dgm:presLayoutVars>
          <dgm:bulletEnabled val="1"/>
        </dgm:presLayoutVars>
      </dgm:prSet>
      <dgm:spPr/>
    </dgm:pt>
    <dgm:pt modelId="{673E8152-A3F4-46AA-AD93-DE66E80A0B83}" type="pres">
      <dgm:prSet presAssocID="{EE2C6A93-1D1F-499C-8835-216508A1DF11}" presName="ConnectLine" presStyleLbl="callout" presStyleIdx="4" presStyleCnt="8"/>
      <dgm:spPr>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gm:spPr>
    </dgm:pt>
    <dgm:pt modelId="{A2ECFCF8-B827-442E-9C44-C61B046072F8}" type="pres">
      <dgm:prSet presAssocID="{EE2C6A93-1D1F-499C-8835-216508A1DF11}" presName="ConnectLineEnd" presStyleLbl="lnNode1" presStyleIdx="4" presStyleCnt="8"/>
      <dgm:spPr/>
    </dgm:pt>
    <dgm:pt modelId="{1413C3A9-60A8-4D04-84B1-18EFE8EA83E8}" type="pres">
      <dgm:prSet presAssocID="{EE2C6A93-1D1F-499C-8835-216508A1DF11}" presName="EmptyPane" presStyleCnt="0"/>
      <dgm:spPr/>
    </dgm:pt>
    <dgm:pt modelId="{2BAB2A5A-9A8A-40C8-BBB7-96D2B262DB33}" type="pres">
      <dgm:prSet presAssocID="{A597D125-2AA9-42AE-B644-66752EECF44E}" presName="spaceBetweenRectangles" presStyleCnt="0"/>
      <dgm:spPr/>
    </dgm:pt>
    <dgm:pt modelId="{C0FD2C06-2786-4CDF-833A-B06C88546322}" type="pres">
      <dgm:prSet presAssocID="{4812ABE5-3041-47BB-A7B1-DDEEB8337D40}" presName="composite" presStyleCnt="0"/>
      <dgm:spPr/>
    </dgm:pt>
    <dgm:pt modelId="{5D4C79C0-B0A1-4F54-911E-4279DD087551}" type="pres">
      <dgm:prSet presAssocID="{4812ABE5-3041-47BB-A7B1-DDEEB8337D40}" presName="Parent1" presStyleLbl="alignNode1" presStyleIdx="5" presStyleCnt="8">
        <dgm:presLayoutVars>
          <dgm:chMax val="1"/>
          <dgm:chPref val="1"/>
          <dgm:bulletEnabled val="1"/>
        </dgm:presLayoutVars>
      </dgm:prSet>
      <dgm:spPr/>
    </dgm:pt>
    <dgm:pt modelId="{470BF6F3-7BCF-4D33-9D32-066188AE2FF7}" type="pres">
      <dgm:prSet presAssocID="{4812ABE5-3041-47BB-A7B1-DDEEB8337D40}" presName="Childtext1" presStyleLbl="revTx" presStyleIdx="5" presStyleCnt="8">
        <dgm:presLayoutVars>
          <dgm:bulletEnabled val="1"/>
        </dgm:presLayoutVars>
      </dgm:prSet>
      <dgm:spPr/>
    </dgm:pt>
    <dgm:pt modelId="{2CA02F7D-599B-4152-8673-AD2D7C87352F}" type="pres">
      <dgm:prSet presAssocID="{4812ABE5-3041-47BB-A7B1-DDEEB8337D40}" presName="ConnectLine" presStyleLbl="callout" presStyleIdx="5" presStyleCnt="8"/>
      <dgm:spPr>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gm:spPr>
    </dgm:pt>
    <dgm:pt modelId="{8BF53965-5F15-43F5-AF34-4D2E93DA4130}" type="pres">
      <dgm:prSet presAssocID="{4812ABE5-3041-47BB-A7B1-DDEEB8337D40}" presName="ConnectLineEnd" presStyleLbl="lnNode1" presStyleIdx="5" presStyleCnt="8"/>
      <dgm:spPr/>
    </dgm:pt>
    <dgm:pt modelId="{192B33F7-5621-41B6-B0BB-15873810F99E}" type="pres">
      <dgm:prSet presAssocID="{4812ABE5-3041-47BB-A7B1-DDEEB8337D40}" presName="EmptyPane" presStyleCnt="0"/>
      <dgm:spPr/>
    </dgm:pt>
    <dgm:pt modelId="{EB079949-F040-407F-AA92-5AFA9A3D0896}" type="pres">
      <dgm:prSet presAssocID="{227780BC-2B69-45A5-A5E4-4DDD4F630B3B}" presName="spaceBetweenRectangles" presStyleCnt="0"/>
      <dgm:spPr/>
    </dgm:pt>
    <dgm:pt modelId="{9DD50274-3EF6-450D-AD2D-455479B310D6}" type="pres">
      <dgm:prSet presAssocID="{992B55AA-0ED9-433E-AB81-6D5A3DFAA517}" presName="composite" presStyleCnt="0"/>
      <dgm:spPr/>
    </dgm:pt>
    <dgm:pt modelId="{E846B34D-DD71-44D6-BA2A-118672CD9939}" type="pres">
      <dgm:prSet presAssocID="{992B55AA-0ED9-433E-AB81-6D5A3DFAA517}" presName="Parent1" presStyleLbl="alignNode1" presStyleIdx="6" presStyleCnt="8">
        <dgm:presLayoutVars>
          <dgm:chMax val="1"/>
          <dgm:chPref val="1"/>
          <dgm:bulletEnabled val="1"/>
        </dgm:presLayoutVars>
      </dgm:prSet>
      <dgm:spPr/>
    </dgm:pt>
    <dgm:pt modelId="{96AB48DA-8607-48F8-9214-762896D7F622}" type="pres">
      <dgm:prSet presAssocID="{992B55AA-0ED9-433E-AB81-6D5A3DFAA517}" presName="Childtext1" presStyleLbl="revTx" presStyleIdx="6" presStyleCnt="8">
        <dgm:presLayoutVars>
          <dgm:bulletEnabled val="1"/>
        </dgm:presLayoutVars>
      </dgm:prSet>
      <dgm:spPr/>
    </dgm:pt>
    <dgm:pt modelId="{56E4877C-1007-4363-9271-59F83688E60A}" type="pres">
      <dgm:prSet presAssocID="{992B55AA-0ED9-433E-AB81-6D5A3DFAA517}" presName="ConnectLine" presStyleLbl="callout" presStyleIdx="6" presStyleCnt="8"/>
      <dgm:spPr>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gm:spPr>
    </dgm:pt>
    <dgm:pt modelId="{E9AC83C8-5456-4E66-9D72-5B19ACAA492B}" type="pres">
      <dgm:prSet presAssocID="{992B55AA-0ED9-433E-AB81-6D5A3DFAA517}" presName="ConnectLineEnd" presStyleLbl="lnNode1" presStyleIdx="6" presStyleCnt="8"/>
      <dgm:spPr/>
    </dgm:pt>
    <dgm:pt modelId="{9424F4D9-A995-47D0-955F-55BE6C81DBDC}" type="pres">
      <dgm:prSet presAssocID="{992B55AA-0ED9-433E-AB81-6D5A3DFAA517}" presName="EmptyPane" presStyleCnt="0"/>
      <dgm:spPr/>
    </dgm:pt>
    <dgm:pt modelId="{71A36E67-30B8-4E87-BEB5-C3B58A918380}" type="pres">
      <dgm:prSet presAssocID="{74094909-2347-4D9C-AEB6-7B7D24DBD9DA}" presName="spaceBetweenRectangles" presStyleCnt="0"/>
      <dgm:spPr/>
    </dgm:pt>
    <dgm:pt modelId="{50986AFF-E083-4D53-B341-1EC6817E484C}" type="pres">
      <dgm:prSet presAssocID="{595B7F16-B711-495B-826F-165DDF485A5A}" presName="composite" presStyleCnt="0"/>
      <dgm:spPr/>
    </dgm:pt>
    <dgm:pt modelId="{C2A89045-645C-4C9D-AC47-BEF83AFB3E95}" type="pres">
      <dgm:prSet presAssocID="{595B7F16-B711-495B-826F-165DDF485A5A}" presName="Parent1" presStyleLbl="alignNode1" presStyleIdx="7" presStyleCnt="8">
        <dgm:presLayoutVars>
          <dgm:chMax val="1"/>
          <dgm:chPref val="1"/>
          <dgm:bulletEnabled val="1"/>
        </dgm:presLayoutVars>
      </dgm:prSet>
      <dgm:spPr/>
    </dgm:pt>
    <dgm:pt modelId="{347D8007-6B09-48A5-864D-599DDACAD666}" type="pres">
      <dgm:prSet presAssocID="{595B7F16-B711-495B-826F-165DDF485A5A}" presName="Childtext1" presStyleLbl="revTx" presStyleIdx="7" presStyleCnt="8">
        <dgm:presLayoutVars>
          <dgm:bulletEnabled val="1"/>
        </dgm:presLayoutVars>
      </dgm:prSet>
      <dgm:spPr/>
    </dgm:pt>
    <dgm:pt modelId="{8F87AEFB-F5AF-41AB-845B-5FC5B31B46E0}" type="pres">
      <dgm:prSet presAssocID="{595B7F16-B711-495B-826F-165DDF485A5A}" presName="ConnectLine" presStyleLbl="callout" presStyleIdx="7" presStyleCnt="8"/>
      <dgm:spPr>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gm:spPr>
    </dgm:pt>
    <dgm:pt modelId="{A735880C-BA7C-4B13-AB46-E2FCF949F891}" type="pres">
      <dgm:prSet presAssocID="{595B7F16-B711-495B-826F-165DDF485A5A}" presName="ConnectLineEnd" presStyleLbl="lnNode1" presStyleIdx="7" presStyleCnt="8"/>
      <dgm:spPr/>
    </dgm:pt>
    <dgm:pt modelId="{B5535BBD-1033-4623-A152-1941C4E60730}" type="pres">
      <dgm:prSet presAssocID="{595B7F16-B711-495B-826F-165DDF485A5A}" presName="EmptyPane" presStyleCnt="0"/>
      <dgm:spPr/>
    </dgm:pt>
  </dgm:ptLst>
  <dgm:cxnLst>
    <dgm:cxn modelId="{12AA0F02-1850-48FF-B7E3-C61237894AD0}" type="presOf" srcId="{DEF8C440-2936-4811-BC12-E56EC38AC67F}" destId="{609A0189-8DF6-432A-98D7-D6B510502921}" srcOrd="0" destOrd="0" presId="urn:microsoft.com/office/officeart/2016/7/layout/RoundedRectangleTimeline#2"/>
    <dgm:cxn modelId="{120A5A04-A4E7-4FE3-B588-F316E78477CC}" type="presOf" srcId="{992B55AA-0ED9-433E-AB81-6D5A3DFAA517}" destId="{E846B34D-DD71-44D6-BA2A-118672CD9939}" srcOrd="0" destOrd="0" presId="urn:microsoft.com/office/officeart/2016/7/layout/RoundedRectangleTimeline#2"/>
    <dgm:cxn modelId="{6251145F-783F-43CE-B81A-1A72FFF7CD00}" srcId="{013DD35D-9765-4E5F-95CE-DA45F3637BF5}" destId="{992B55AA-0ED9-433E-AB81-6D5A3DFAA517}" srcOrd="6" destOrd="0" parTransId="{A09D3E9A-45B7-450C-80D2-73D1E7D1EE2F}" sibTransId="{74094909-2347-4D9C-AEB6-7B7D24DBD9DA}"/>
    <dgm:cxn modelId="{21261374-9143-4E6D-8DCE-83DDD5AC4B67}" type="presOf" srcId="{013DD35D-9765-4E5F-95CE-DA45F3637BF5}" destId="{FE888CE1-9F15-40DF-9718-C8B432B3BB83}" srcOrd="0" destOrd="0" presId="urn:microsoft.com/office/officeart/2016/7/layout/RoundedRectangleTimeline#2"/>
    <dgm:cxn modelId="{15E3AE56-208C-49F4-BB8A-6E01EF422E25}" type="presOf" srcId="{DD804A6D-C471-4B93-93E1-C184C40198F1}" destId="{B3BA965C-D02C-4408-9D25-C34FFB824581}" srcOrd="0" destOrd="0" presId="urn:microsoft.com/office/officeart/2016/7/layout/RoundedRectangleTimeline#2"/>
    <dgm:cxn modelId="{3EED5088-A4E2-41EF-9457-95F298E219AD}" type="presOf" srcId="{E4D73996-26CD-4710-B2CF-8B056491BFFA}" destId="{12B30D1C-F1EE-4814-BDDB-A767EEEA7869}" srcOrd="0" destOrd="0" presId="urn:microsoft.com/office/officeart/2016/7/layout/RoundedRectangleTimeline#2"/>
    <dgm:cxn modelId="{2BC91A8A-5A4F-4394-84BE-F2A2EE6457C9}" srcId="{013DD35D-9765-4E5F-95CE-DA45F3637BF5}" destId="{595B7F16-B711-495B-826F-165DDF485A5A}" srcOrd="7" destOrd="0" parTransId="{0B691D73-D503-465D-B5E9-E8684F3FE48F}" sibTransId="{4D533CAF-CAC2-46D8-B1F0-1AF4D9B858E2}"/>
    <dgm:cxn modelId="{2D03DD9C-8B63-4083-B66E-6ED8EF6286BA}" type="presOf" srcId="{751750F9-3386-488F-932D-6C100571C0EB}" destId="{72AA8FE3-6832-411C-A023-2DA0BF48EC0F}" srcOrd="0" destOrd="0" presId="urn:microsoft.com/office/officeart/2016/7/layout/RoundedRectangleTimeline#2"/>
    <dgm:cxn modelId="{0BEE1DBB-9850-49AD-AA55-438B73D1CB1A}" srcId="{013DD35D-9765-4E5F-95CE-DA45F3637BF5}" destId="{DD804A6D-C471-4B93-93E1-C184C40198F1}" srcOrd="3" destOrd="0" parTransId="{0C9EA969-25F4-4194-BC6B-5A9D00020929}" sibTransId="{D44CFA50-81B2-46EC-975B-18731B246FE5}"/>
    <dgm:cxn modelId="{AA779CBB-6018-4F22-8C71-674500693932}" srcId="{013DD35D-9765-4E5F-95CE-DA45F3637BF5}" destId="{EE2C6A93-1D1F-499C-8835-216508A1DF11}" srcOrd="4" destOrd="0" parTransId="{4FD64521-53EF-4B76-98FB-FC08EDA3FD1C}" sibTransId="{A597D125-2AA9-42AE-B644-66752EECF44E}"/>
    <dgm:cxn modelId="{017274BE-06AF-4ACE-A92B-4CE861A07C88}" srcId="{013DD35D-9765-4E5F-95CE-DA45F3637BF5}" destId="{751750F9-3386-488F-932D-6C100571C0EB}" srcOrd="0" destOrd="0" parTransId="{99C248F0-660A-4130-B9EE-645370FED1E5}" sibTransId="{4EEC7C94-775D-47DE-AD43-BC8658D48FED}"/>
    <dgm:cxn modelId="{A08EE9BE-2161-46F9-B086-A740163883EF}" type="presOf" srcId="{4812ABE5-3041-47BB-A7B1-DDEEB8337D40}" destId="{5D4C79C0-B0A1-4F54-911E-4279DD087551}" srcOrd="0" destOrd="0" presId="urn:microsoft.com/office/officeart/2016/7/layout/RoundedRectangleTimeline#2"/>
    <dgm:cxn modelId="{BD996BCC-EF87-4505-A168-0D31E52BE01D}" type="presOf" srcId="{595B7F16-B711-495B-826F-165DDF485A5A}" destId="{C2A89045-645C-4C9D-AC47-BEF83AFB3E95}" srcOrd="0" destOrd="0" presId="urn:microsoft.com/office/officeart/2016/7/layout/RoundedRectangleTimeline#2"/>
    <dgm:cxn modelId="{098C47E2-4AC5-4A5F-8EDE-33A8173638EF}" type="presOf" srcId="{EE2C6A93-1D1F-499C-8835-216508A1DF11}" destId="{0028C037-4F4F-420B-AD7E-1DF255DF834B}" srcOrd="0" destOrd="0" presId="urn:microsoft.com/office/officeart/2016/7/layout/RoundedRectangleTimeline#2"/>
    <dgm:cxn modelId="{FE3428E6-E5D1-46F2-AFCD-D3A21B324909}" srcId="{013DD35D-9765-4E5F-95CE-DA45F3637BF5}" destId="{DEF8C440-2936-4811-BC12-E56EC38AC67F}" srcOrd="2" destOrd="0" parTransId="{70E79D49-0D0B-4714-B7D7-72E340720648}" sibTransId="{FE35554A-3C16-4A1C-AF85-B91DCC46AB8A}"/>
    <dgm:cxn modelId="{3FE00CED-6BC5-4EAD-92F3-906F341CAE6C}" srcId="{013DD35D-9765-4E5F-95CE-DA45F3637BF5}" destId="{E4D73996-26CD-4710-B2CF-8B056491BFFA}" srcOrd="1" destOrd="0" parTransId="{570C919D-BD55-4C9E-85BA-9457BEDC5F96}" sibTransId="{0FE5C921-EDE6-4A5F-A7DA-E387634107AB}"/>
    <dgm:cxn modelId="{5C259FF1-85BA-46D6-8BFD-27C76B23F456}" srcId="{013DD35D-9765-4E5F-95CE-DA45F3637BF5}" destId="{4812ABE5-3041-47BB-A7B1-DDEEB8337D40}" srcOrd="5" destOrd="0" parTransId="{86804181-6BC9-4F38-9A12-B29DC88C6A0F}" sibTransId="{227780BC-2B69-45A5-A5E4-4DDD4F630B3B}"/>
    <dgm:cxn modelId="{2FA8BF00-3F37-4090-980E-E88DEBD0E9B8}" type="presParOf" srcId="{FE888CE1-9F15-40DF-9718-C8B432B3BB83}" destId="{5911EDFC-B735-4BCB-A3D6-736D1F222778}" srcOrd="0" destOrd="0" presId="urn:microsoft.com/office/officeart/2016/7/layout/RoundedRectangleTimeline#2"/>
    <dgm:cxn modelId="{E5BD345E-268E-40D5-AC52-E72A5AAB8352}" type="presParOf" srcId="{5911EDFC-B735-4BCB-A3D6-736D1F222778}" destId="{72AA8FE3-6832-411C-A023-2DA0BF48EC0F}" srcOrd="0" destOrd="0" presId="urn:microsoft.com/office/officeart/2016/7/layout/RoundedRectangleTimeline#2"/>
    <dgm:cxn modelId="{26352FF9-8861-4B06-B235-4F77E55589C6}" type="presParOf" srcId="{5911EDFC-B735-4BCB-A3D6-736D1F222778}" destId="{5B5F7B9C-D623-4F45-8A99-7031C1E556A3}" srcOrd="1" destOrd="0" presId="urn:microsoft.com/office/officeart/2016/7/layout/RoundedRectangleTimeline#2"/>
    <dgm:cxn modelId="{97E3A269-9E48-433D-AA0C-735A19611906}" type="presParOf" srcId="{5911EDFC-B735-4BCB-A3D6-736D1F222778}" destId="{6EEB0089-792C-4268-8404-D922E10174EB}" srcOrd="2" destOrd="0" presId="urn:microsoft.com/office/officeart/2016/7/layout/RoundedRectangleTimeline#2"/>
    <dgm:cxn modelId="{B376DB40-FFD5-4858-A4FA-D2C8AB0788DD}" type="presParOf" srcId="{5911EDFC-B735-4BCB-A3D6-736D1F222778}" destId="{C007E792-826C-4FB5-9978-C9464E8FCA2B}" srcOrd="3" destOrd="0" presId="urn:microsoft.com/office/officeart/2016/7/layout/RoundedRectangleTimeline#2"/>
    <dgm:cxn modelId="{8E96C756-F9A0-4C7D-95E3-237B4F33196A}" type="presParOf" srcId="{5911EDFC-B735-4BCB-A3D6-736D1F222778}" destId="{D8C6A1FC-BEAC-4A2C-8472-5AED48180209}" srcOrd="4" destOrd="0" presId="urn:microsoft.com/office/officeart/2016/7/layout/RoundedRectangleTimeline#2"/>
    <dgm:cxn modelId="{80F688EB-F953-46C3-9EB5-ED16A50133F9}" type="presParOf" srcId="{FE888CE1-9F15-40DF-9718-C8B432B3BB83}" destId="{82F55FD8-4AE7-49CB-82E5-EF667236D697}" srcOrd="1" destOrd="0" presId="urn:microsoft.com/office/officeart/2016/7/layout/RoundedRectangleTimeline#2"/>
    <dgm:cxn modelId="{A2CAF385-962B-47CA-8C59-FC0AB4FF52AE}" type="presParOf" srcId="{FE888CE1-9F15-40DF-9718-C8B432B3BB83}" destId="{BF018D8E-ECBE-4ED2-B283-AC657C3ACF6C}" srcOrd="2" destOrd="0" presId="urn:microsoft.com/office/officeart/2016/7/layout/RoundedRectangleTimeline#2"/>
    <dgm:cxn modelId="{E3875B28-BFB3-4350-943D-A42E5D6A588D}" type="presParOf" srcId="{BF018D8E-ECBE-4ED2-B283-AC657C3ACF6C}" destId="{12B30D1C-F1EE-4814-BDDB-A767EEEA7869}" srcOrd="0" destOrd="0" presId="urn:microsoft.com/office/officeart/2016/7/layout/RoundedRectangleTimeline#2"/>
    <dgm:cxn modelId="{094CE6DB-FE72-44F5-A31C-E3862719DDD7}" type="presParOf" srcId="{BF018D8E-ECBE-4ED2-B283-AC657C3ACF6C}" destId="{73FF9C75-0904-400A-BEC4-A80BF8AD6DD0}" srcOrd="1" destOrd="0" presId="urn:microsoft.com/office/officeart/2016/7/layout/RoundedRectangleTimeline#2"/>
    <dgm:cxn modelId="{B4DBF48B-8C2D-432F-A71C-223DAF562EF6}" type="presParOf" srcId="{BF018D8E-ECBE-4ED2-B283-AC657C3ACF6C}" destId="{7AEBA713-994C-4079-8721-E6850746D846}" srcOrd="2" destOrd="0" presId="urn:microsoft.com/office/officeart/2016/7/layout/RoundedRectangleTimeline#2"/>
    <dgm:cxn modelId="{71AC26CE-67AB-412A-B179-0119E2653D71}" type="presParOf" srcId="{BF018D8E-ECBE-4ED2-B283-AC657C3ACF6C}" destId="{D8C2153C-94D4-447C-9585-5F68B306DA89}" srcOrd="3" destOrd="0" presId="urn:microsoft.com/office/officeart/2016/7/layout/RoundedRectangleTimeline#2"/>
    <dgm:cxn modelId="{E3DACFBD-48D3-465C-82D7-2EAEE44DBC4C}" type="presParOf" srcId="{BF018D8E-ECBE-4ED2-B283-AC657C3ACF6C}" destId="{EAB40F17-0325-44A1-9097-B616A60AE6A8}" srcOrd="4" destOrd="0" presId="urn:microsoft.com/office/officeart/2016/7/layout/RoundedRectangleTimeline#2"/>
    <dgm:cxn modelId="{956E24E2-9346-4CA9-8310-588C832485D7}" type="presParOf" srcId="{FE888CE1-9F15-40DF-9718-C8B432B3BB83}" destId="{0890ABEE-7ED6-4626-837F-19C2DEC941FE}" srcOrd="3" destOrd="0" presId="urn:microsoft.com/office/officeart/2016/7/layout/RoundedRectangleTimeline#2"/>
    <dgm:cxn modelId="{D01ED794-1CFC-4E09-B7AE-C64C00E69309}" type="presParOf" srcId="{FE888CE1-9F15-40DF-9718-C8B432B3BB83}" destId="{428DFBF0-42D7-4249-8415-D19F3705ABC3}" srcOrd="4" destOrd="0" presId="urn:microsoft.com/office/officeart/2016/7/layout/RoundedRectangleTimeline#2"/>
    <dgm:cxn modelId="{C1DF8F4A-7A5C-4E70-AAEF-F838EE1381C7}" type="presParOf" srcId="{428DFBF0-42D7-4249-8415-D19F3705ABC3}" destId="{609A0189-8DF6-432A-98D7-D6B510502921}" srcOrd="0" destOrd="0" presId="urn:microsoft.com/office/officeart/2016/7/layout/RoundedRectangleTimeline#2"/>
    <dgm:cxn modelId="{750E1795-8BE7-4960-8AA1-5CB3559DE01C}" type="presParOf" srcId="{428DFBF0-42D7-4249-8415-D19F3705ABC3}" destId="{D944F16C-2BED-4B6C-98A5-C4A635CCE208}" srcOrd="1" destOrd="0" presId="urn:microsoft.com/office/officeart/2016/7/layout/RoundedRectangleTimeline#2"/>
    <dgm:cxn modelId="{CBDBBE56-4B3E-45C3-8D7F-1D5176651CB0}" type="presParOf" srcId="{428DFBF0-42D7-4249-8415-D19F3705ABC3}" destId="{A33AC445-B1C6-46C4-A8D0-45BE620BF44D}" srcOrd="2" destOrd="0" presId="urn:microsoft.com/office/officeart/2016/7/layout/RoundedRectangleTimeline#2"/>
    <dgm:cxn modelId="{DF4A378F-F501-46BC-87B2-7F186926D7F4}" type="presParOf" srcId="{428DFBF0-42D7-4249-8415-D19F3705ABC3}" destId="{3F3D5D7C-FDD6-41A8-A0B9-FCCD4F376E37}" srcOrd="3" destOrd="0" presId="urn:microsoft.com/office/officeart/2016/7/layout/RoundedRectangleTimeline#2"/>
    <dgm:cxn modelId="{8390C6E2-F8A9-49AF-AB89-68180A446575}" type="presParOf" srcId="{428DFBF0-42D7-4249-8415-D19F3705ABC3}" destId="{580299DC-4ACE-4657-B572-2E90314EEE04}" srcOrd="4" destOrd="0" presId="urn:microsoft.com/office/officeart/2016/7/layout/RoundedRectangleTimeline#2"/>
    <dgm:cxn modelId="{314928E4-A122-4B15-8AE1-CB861A48BE66}" type="presParOf" srcId="{FE888CE1-9F15-40DF-9718-C8B432B3BB83}" destId="{0153FA68-7A0F-4BA0-B2B2-C22F7E1D473A}" srcOrd="5" destOrd="0" presId="urn:microsoft.com/office/officeart/2016/7/layout/RoundedRectangleTimeline#2"/>
    <dgm:cxn modelId="{3F510683-5D3E-413B-926C-5E335748425A}" type="presParOf" srcId="{FE888CE1-9F15-40DF-9718-C8B432B3BB83}" destId="{6A062634-BAB7-41F9-B927-96C6CB644B98}" srcOrd="6" destOrd="0" presId="urn:microsoft.com/office/officeart/2016/7/layout/RoundedRectangleTimeline#2"/>
    <dgm:cxn modelId="{B346683A-B127-4A46-A2C3-7803D747726E}" type="presParOf" srcId="{6A062634-BAB7-41F9-B927-96C6CB644B98}" destId="{B3BA965C-D02C-4408-9D25-C34FFB824581}" srcOrd="0" destOrd="0" presId="urn:microsoft.com/office/officeart/2016/7/layout/RoundedRectangleTimeline#2"/>
    <dgm:cxn modelId="{44E6B23C-E40E-4FEA-BE5A-54328B5D54FE}" type="presParOf" srcId="{6A062634-BAB7-41F9-B927-96C6CB644B98}" destId="{7E7A5A78-08D5-493A-971D-F54D2ECD6009}" srcOrd="1" destOrd="0" presId="urn:microsoft.com/office/officeart/2016/7/layout/RoundedRectangleTimeline#2"/>
    <dgm:cxn modelId="{3ADD3A89-54E9-432A-8A35-DB475D3A5BAC}" type="presParOf" srcId="{6A062634-BAB7-41F9-B927-96C6CB644B98}" destId="{167CE6AE-80FE-41D4-83F7-1729C1422B8A}" srcOrd="2" destOrd="0" presId="urn:microsoft.com/office/officeart/2016/7/layout/RoundedRectangleTimeline#2"/>
    <dgm:cxn modelId="{2639E8BB-5E0C-4A8F-9CC3-F227AA0266B4}" type="presParOf" srcId="{6A062634-BAB7-41F9-B927-96C6CB644B98}" destId="{F0978CC5-7C94-41FB-8C7B-A1706CF55D88}" srcOrd="3" destOrd="0" presId="urn:microsoft.com/office/officeart/2016/7/layout/RoundedRectangleTimeline#2"/>
    <dgm:cxn modelId="{74251547-63AE-4FBD-8F09-B153E21D4499}" type="presParOf" srcId="{6A062634-BAB7-41F9-B927-96C6CB644B98}" destId="{450A5DDE-3FC2-4CC3-912C-77EFDF4C2AD5}" srcOrd="4" destOrd="0" presId="urn:microsoft.com/office/officeart/2016/7/layout/RoundedRectangleTimeline#2"/>
    <dgm:cxn modelId="{C653FF00-57E4-4227-AE3F-8AA13B0A72CE}" type="presParOf" srcId="{FE888CE1-9F15-40DF-9718-C8B432B3BB83}" destId="{37B02F69-C2E0-4671-AF97-16D66B908658}" srcOrd="7" destOrd="0" presId="urn:microsoft.com/office/officeart/2016/7/layout/RoundedRectangleTimeline#2"/>
    <dgm:cxn modelId="{68217A65-5E32-4CE8-AE24-DC767C97DC93}" type="presParOf" srcId="{FE888CE1-9F15-40DF-9718-C8B432B3BB83}" destId="{80275A25-DC61-4EC1-9EF2-E0F5E05ABF47}" srcOrd="8" destOrd="0" presId="urn:microsoft.com/office/officeart/2016/7/layout/RoundedRectangleTimeline#2"/>
    <dgm:cxn modelId="{CDBF745D-68E3-4D28-A157-4847753FEC54}" type="presParOf" srcId="{80275A25-DC61-4EC1-9EF2-E0F5E05ABF47}" destId="{0028C037-4F4F-420B-AD7E-1DF255DF834B}" srcOrd="0" destOrd="0" presId="urn:microsoft.com/office/officeart/2016/7/layout/RoundedRectangleTimeline#2"/>
    <dgm:cxn modelId="{1E40FD87-1E0A-4D29-8316-48F3101B967D}" type="presParOf" srcId="{80275A25-DC61-4EC1-9EF2-E0F5E05ABF47}" destId="{42726F0B-749A-4C3A-B4DD-B62F9E27EEE9}" srcOrd="1" destOrd="0" presId="urn:microsoft.com/office/officeart/2016/7/layout/RoundedRectangleTimeline#2"/>
    <dgm:cxn modelId="{11168FDF-2505-483D-9DC9-F6B4C008A3AA}" type="presParOf" srcId="{80275A25-DC61-4EC1-9EF2-E0F5E05ABF47}" destId="{673E8152-A3F4-46AA-AD93-DE66E80A0B83}" srcOrd="2" destOrd="0" presId="urn:microsoft.com/office/officeart/2016/7/layout/RoundedRectangleTimeline#2"/>
    <dgm:cxn modelId="{2D5DAF32-7EA9-4B1F-BE5E-47F514AEAA32}" type="presParOf" srcId="{80275A25-DC61-4EC1-9EF2-E0F5E05ABF47}" destId="{A2ECFCF8-B827-442E-9C44-C61B046072F8}" srcOrd="3" destOrd="0" presId="urn:microsoft.com/office/officeart/2016/7/layout/RoundedRectangleTimeline#2"/>
    <dgm:cxn modelId="{19698BBA-ED4F-4FD6-A4A6-AE5B0006AC91}" type="presParOf" srcId="{80275A25-DC61-4EC1-9EF2-E0F5E05ABF47}" destId="{1413C3A9-60A8-4D04-84B1-18EFE8EA83E8}" srcOrd="4" destOrd="0" presId="urn:microsoft.com/office/officeart/2016/7/layout/RoundedRectangleTimeline#2"/>
    <dgm:cxn modelId="{E1D56243-DF6B-4DE8-B323-A7CC769A914E}" type="presParOf" srcId="{FE888CE1-9F15-40DF-9718-C8B432B3BB83}" destId="{2BAB2A5A-9A8A-40C8-BBB7-96D2B262DB33}" srcOrd="9" destOrd="0" presId="urn:microsoft.com/office/officeart/2016/7/layout/RoundedRectangleTimeline#2"/>
    <dgm:cxn modelId="{713074BE-2EBE-4231-AC5A-D24F52DF6D32}" type="presParOf" srcId="{FE888CE1-9F15-40DF-9718-C8B432B3BB83}" destId="{C0FD2C06-2786-4CDF-833A-B06C88546322}" srcOrd="10" destOrd="0" presId="urn:microsoft.com/office/officeart/2016/7/layout/RoundedRectangleTimeline#2"/>
    <dgm:cxn modelId="{5CBB6EE7-D762-4BFC-A823-F5DBCEF5AD43}" type="presParOf" srcId="{C0FD2C06-2786-4CDF-833A-B06C88546322}" destId="{5D4C79C0-B0A1-4F54-911E-4279DD087551}" srcOrd="0" destOrd="0" presId="urn:microsoft.com/office/officeart/2016/7/layout/RoundedRectangleTimeline#2"/>
    <dgm:cxn modelId="{47272E04-2040-48B5-B1FF-188C55581837}" type="presParOf" srcId="{C0FD2C06-2786-4CDF-833A-B06C88546322}" destId="{470BF6F3-7BCF-4D33-9D32-066188AE2FF7}" srcOrd="1" destOrd="0" presId="urn:microsoft.com/office/officeart/2016/7/layout/RoundedRectangleTimeline#2"/>
    <dgm:cxn modelId="{5F06EF10-1E76-4A76-9381-954AD395E8D6}" type="presParOf" srcId="{C0FD2C06-2786-4CDF-833A-B06C88546322}" destId="{2CA02F7D-599B-4152-8673-AD2D7C87352F}" srcOrd="2" destOrd="0" presId="urn:microsoft.com/office/officeart/2016/7/layout/RoundedRectangleTimeline#2"/>
    <dgm:cxn modelId="{FA297F83-B285-460C-BF24-91DB25F1F06B}" type="presParOf" srcId="{C0FD2C06-2786-4CDF-833A-B06C88546322}" destId="{8BF53965-5F15-43F5-AF34-4D2E93DA4130}" srcOrd="3" destOrd="0" presId="urn:microsoft.com/office/officeart/2016/7/layout/RoundedRectangleTimeline#2"/>
    <dgm:cxn modelId="{1A2F5C00-FBB5-4FDB-BA51-DE8AADB129E7}" type="presParOf" srcId="{C0FD2C06-2786-4CDF-833A-B06C88546322}" destId="{192B33F7-5621-41B6-B0BB-15873810F99E}" srcOrd="4" destOrd="0" presId="urn:microsoft.com/office/officeart/2016/7/layout/RoundedRectangleTimeline#2"/>
    <dgm:cxn modelId="{3B2952CE-71ED-4A48-B1C9-E87B6C9E9FF1}" type="presParOf" srcId="{FE888CE1-9F15-40DF-9718-C8B432B3BB83}" destId="{EB079949-F040-407F-AA92-5AFA9A3D0896}" srcOrd="11" destOrd="0" presId="urn:microsoft.com/office/officeart/2016/7/layout/RoundedRectangleTimeline#2"/>
    <dgm:cxn modelId="{9C0F5612-7F49-40C7-81DC-0FD44CB77D56}" type="presParOf" srcId="{FE888CE1-9F15-40DF-9718-C8B432B3BB83}" destId="{9DD50274-3EF6-450D-AD2D-455479B310D6}" srcOrd="12" destOrd="0" presId="urn:microsoft.com/office/officeart/2016/7/layout/RoundedRectangleTimeline#2"/>
    <dgm:cxn modelId="{391BD604-AF13-4A81-8CBF-1338314185C8}" type="presParOf" srcId="{9DD50274-3EF6-450D-AD2D-455479B310D6}" destId="{E846B34D-DD71-44D6-BA2A-118672CD9939}" srcOrd="0" destOrd="0" presId="urn:microsoft.com/office/officeart/2016/7/layout/RoundedRectangleTimeline#2"/>
    <dgm:cxn modelId="{619265B0-2BBE-4AAE-AFAF-FE0B763223DF}" type="presParOf" srcId="{9DD50274-3EF6-450D-AD2D-455479B310D6}" destId="{96AB48DA-8607-48F8-9214-762896D7F622}" srcOrd="1" destOrd="0" presId="urn:microsoft.com/office/officeart/2016/7/layout/RoundedRectangleTimeline#2"/>
    <dgm:cxn modelId="{B1D3B03B-9B39-40B2-90FB-F38F1C2C5A94}" type="presParOf" srcId="{9DD50274-3EF6-450D-AD2D-455479B310D6}" destId="{56E4877C-1007-4363-9271-59F83688E60A}" srcOrd="2" destOrd="0" presId="urn:microsoft.com/office/officeart/2016/7/layout/RoundedRectangleTimeline#2"/>
    <dgm:cxn modelId="{BC663ED2-065E-4FAC-A3F2-5EEC7333D4AC}" type="presParOf" srcId="{9DD50274-3EF6-450D-AD2D-455479B310D6}" destId="{E9AC83C8-5456-4E66-9D72-5B19ACAA492B}" srcOrd="3" destOrd="0" presId="urn:microsoft.com/office/officeart/2016/7/layout/RoundedRectangleTimeline#2"/>
    <dgm:cxn modelId="{74FFDDC0-8556-4F77-B545-BA985CA03CFE}" type="presParOf" srcId="{9DD50274-3EF6-450D-AD2D-455479B310D6}" destId="{9424F4D9-A995-47D0-955F-55BE6C81DBDC}" srcOrd="4" destOrd="0" presId="urn:microsoft.com/office/officeart/2016/7/layout/RoundedRectangleTimeline#2"/>
    <dgm:cxn modelId="{028D37AA-1BCB-41FB-9FB5-83CB45A64B91}" type="presParOf" srcId="{FE888CE1-9F15-40DF-9718-C8B432B3BB83}" destId="{71A36E67-30B8-4E87-BEB5-C3B58A918380}" srcOrd="13" destOrd="0" presId="urn:microsoft.com/office/officeart/2016/7/layout/RoundedRectangleTimeline#2"/>
    <dgm:cxn modelId="{C68400EF-0E11-477E-A4EC-13D5F12609ED}" type="presParOf" srcId="{FE888CE1-9F15-40DF-9718-C8B432B3BB83}" destId="{50986AFF-E083-4D53-B341-1EC6817E484C}" srcOrd="14" destOrd="0" presId="urn:microsoft.com/office/officeart/2016/7/layout/RoundedRectangleTimeline#2"/>
    <dgm:cxn modelId="{92FE88FE-AF05-4D8D-9485-572C190C3DCF}" type="presParOf" srcId="{50986AFF-E083-4D53-B341-1EC6817E484C}" destId="{C2A89045-645C-4C9D-AC47-BEF83AFB3E95}" srcOrd="0" destOrd="0" presId="urn:microsoft.com/office/officeart/2016/7/layout/RoundedRectangleTimeline#2"/>
    <dgm:cxn modelId="{6976717B-1A4D-4251-8E05-6F97E161B55C}" type="presParOf" srcId="{50986AFF-E083-4D53-B341-1EC6817E484C}" destId="{347D8007-6B09-48A5-864D-599DDACAD666}" srcOrd="1" destOrd="0" presId="urn:microsoft.com/office/officeart/2016/7/layout/RoundedRectangleTimeline#2"/>
    <dgm:cxn modelId="{CEA9BC47-839A-4064-8676-2047DD90833C}" type="presParOf" srcId="{50986AFF-E083-4D53-B341-1EC6817E484C}" destId="{8F87AEFB-F5AF-41AB-845B-5FC5B31B46E0}" srcOrd="2" destOrd="0" presId="urn:microsoft.com/office/officeart/2016/7/layout/RoundedRectangleTimeline#2"/>
    <dgm:cxn modelId="{9B6ADFC6-AFA0-4D3C-97FA-C035051F04E6}" type="presParOf" srcId="{50986AFF-E083-4D53-B341-1EC6817E484C}" destId="{A735880C-BA7C-4B13-AB46-E2FCF949F891}" srcOrd="3" destOrd="0" presId="urn:microsoft.com/office/officeart/2016/7/layout/RoundedRectangleTimeline#2"/>
    <dgm:cxn modelId="{A43F3122-6C79-4C9D-9068-9BA1F7CA371A}" type="presParOf" srcId="{50986AFF-E083-4D53-B341-1EC6817E484C}" destId="{B5535BBD-1033-4623-A152-1941C4E60730}" srcOrd="4" destOrd="0" presId="urn:microsoft.com/office/officeart/2016/7/layout/RoundedRectangleTimelin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AA8FE3-6832-411C-A023-2DA0BF48EC0F}">
      <dsp:nvSpPr>
        <dsp:cNvPr id="0" name=""/>
        <dsp:cNvSpPr/>
      </dsp:nvSpPr>
      <dsp:spPr>
        <a:xfrm rot="16200000">
          <a:off x="858213" y="1533139"/>
          <a:ext cx="435133" cy="1285058"/>
        </a:xfrm>
        <a:prstGeom prst="round2Same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667" tIns="0" rIns="22667" bIns="0" numCol="1" spcCol="1270" anchor="ctr" anchorCtr="1">
          <a:noAutofit/>
        </a:bodyPr>
        <a:lstStyle/>
        <a:p>
          <a:pPr marL="0" lvl="0" indent="0" algn="ctr" defTabSz="666750">
            <a:lnSpc>
              <a:spcPct val="90000"/>
            </a:lnSpc>
            <a:spcBef>
              <a:spcPct val="0"/>
            </a:spcBef>
            <a:spcAft>
              <a:spcPct val="35000"/>
            </a:spcAft>
            <a:buFont typeface="Arial" panose="020B0604020202020204" pitchFamily="34" charset="0"/>
            <a:buNone/>
          </a:pPr>
          <a:r>
            <a:rPr lang="sk-SK" sz="1500" kern="1200" dirty="0"/>
            <a:t>Topológia</a:t>
          </a:r>
          <a:endParaRPr lang="en-US" sz="1500" kern="1200" dirty="0"/>
        </a:p>
      </dsp:txBody>
      <dsp:txXfrm rot="5400000">
        <a:off x="454492" y="1979343"/>
        <a:ext cx="1263817" cy="392651"/>
      </dsp:txXfrm>
    </dsp:sp>
    <dsp:sp modelId="{5B5F7B9C-D623-4F45-8A99-7031C1E556A3}">
      <dsp:nvSpPr>
        <dsp:cNvPr id="0" name=""/>
        <dsp:cNvSpPr/>
      </dsp:nvSpPr>
      <dsp:spPr>
        <a:xfrm>
          <a:off x="4898" y="0"/>
          <a:ext cx="2141764" cy="1522968"/>
        </a:xfrm>
        <a:prstGeom prst="rect">
          <a:avLst/>
        </a:prstGeom>
        <a:noFill/>
        <a:ln>
          <a:noFill/>
        </a:ln>
        <a:effectLst/>
      </dsp:spPr>
      <dsp:style>
        <a:lnRef idx="0">
          <a:scrgbClr r="0" g="0" b="0"/>
        </a:lnRef>
        <a:fillRef idx="0">
          <a:scrgbClr r="0" g="0" b="0"/>
        </a:fillRef>
        <a:effectRef idx="0">
          <a:scrgbClr r="0" g="0" b="0"/>
        </a:effectRef>
        <a:fontRef idx="minor"/>
      </dsp:style>
    </dsp:sp>
    <dsp:sp modelId="{6EEB0089-792C-4268-8404-D922E10174EB}">
      <dsp:nvSpPr>
        <dsp:cNvPr id="0" name=""/>
        <dsp:cNvSpPr/>
      </dsp:nvSpPr>
      <dsp:spPr>
        <a:xfrm>
          <a:off x="1075780" y="1609995"/>
          <a:ext cx="0" cy="348107"/>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dsp:style>
    </dsp:sp>
    <dsp:sp modelId="{C007E792-826C-4FB5-9978-C9464E8FCA2B}">
      <dsp:nvSpPr>
        <dsp:cNvPr id="0" name=""/>
        <dsp:cNvSpPr/>
      </dsp:nvSpPr>
      <dsp:spPr>
        <a:xfrm>
          <a:off x="1032267" y="1522968"/>
          <a:ext cx="87026" cy="87026"/>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30D1C-F1EE-4814-BDDB-A767EEEA7869}">
      <dsp:nvSpPr>
        <dsp:cNvPr id="0" name=""/>
        <dsp:cNvSpPr/>
      </dsp:nvSpPr>
      <dsp:spPr>
        <a:xfrm>
          <a:off x="1718309" y="1958102"/>
          <a:ext cx="1285058" cy="435133"/>
        </a:xfrm>
        <a:prstGeom prst="rect">
          <a:avLst/>
        </a:prstGeom>
        <a:solidFill>
          <a:schemeClr val="accent5">
            <a:hueOff val="-989555"/>
            <a:satOff val="-1719"/>
            <a:lumOff val="112"/>
            <a:alphaOff val="0"/>
          </a:schemeClr>
        </a:solidFill>
        <a:ln w="12700" cap="flat" cmpd="sng" algn="ctr">
          <a:solidFill>
            <a:schemeClr val="accent5">
              <a:hueOff val="-989555"/>
              <a:satOff val="-1719"/>
              <a:lumOff val="1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667" tIns="0" rIns="22667" bIns="0" numCol="1" spcCol="1270" anchor="ctr" anchorCtr="1">
          <a:noAutofit/>
        </a:bodyPr>
        <a:lstStyle/>
        <a:p>
          <a:pPr marL="0" lvl="0" indent="0" algn="ctr" defTabSz="666750">
            <a:lnSpc>
              <a:spcPct val="90000"/>
            </a:lnSpc>
            <a:spcBef>
              <a:spcPct val="0"/>
            </a:spcBef>
            <a:spcAft>
              <a:spcPct val="35000"/>
            </a:spcAft>
            <a:buNone/>
          </a:pPr>
          <a:r>
            <a:rPr lang="sk-SK" sz="1500" kern="1200" dirty="0" err="1">
              <a:latin typeface="Source Sans Pro"/>
            </a:rPr>
            <a:t>Subdivide</a:t>
          </a:r>
          <a:endParaRPr lang="en-US" sz="1500" kern="1200" dirty="0">
            <a:latin typeface="Source Sans Pro"/>
          </a:endParaRPr>
        </a:p>
      </dsp:txBody>
      <dsp:txXfrm>
        <a:off x="1718309" y="1958102"/>
        <a:ext cx="1285058" cy="435133"/>
      </dsp:txXfrm>
    </dsp:sp>
    <dsp:sp modelId="{73FF9C75-0904-400A-BEC4-A80BF8AD6DD0}">
      <dsp:nvSpPr>
        <dsp:cNvPr id="0" name=""/>
        <dsp:cNvSpPr/>
      </dsp:nvSpPr>
      <dsp:spPr>
        <a:xfrm>
          <a:off x="1289957" y="2828369"/>
          <a:ext cx="2141764" cy="1522968"/>
        </a:xfrm>
        <a:prstGeom prst="rect">
          <a:avLst/>
        </a:prstGeom>
        <a:noFill/>
        <a:ln>
          <a:noFill/>
        </a:ln>
        <a:effectLst/>
      </dsp:spPr>
      <dsp:style>
        <a:lnRef idx="0">
          <a:scrgbClr r="0" g="0" b="0"/>
        </a:lnRef>
        <a:fillRef idx="0">
          <a:scrgbClr r="0" g="0" b="0"/>
        </a:fillRef>
        <a:effectRef idx="0">
          <a:scrgbClr r="0" g="0" b="0"/>
        </a:effectRef>
        <a:fontRef idx="minor"/>
      </dsp:style>
    </dsp:sp>
    <dsp:sp modelId="{7AEBA713-994C-4079-8721-E6850746D846}">
      <dsp:nvSpPr>
        <dsp:cNvPr id="0" name=""/>
        <dsp:cNvSpPr/>
      </dsp:nvSpPr>
      <dsp:spPr>
        <a:xfrm>
          <a:off x="2360839" y="2393235"/>
          <a:ext cx="0" cy="348107"/>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dsp:style>
    </dsp:sp>
    <dsp:sp modelId="{D8C2153C-94D4-447C-9585-5F68B306DA89}">
      <dsp:nvSpPr>
        <dsp:cNvPr id="0" name=""/>
        <dsp:cNvSpPr/>
      </dsp:nvSpPr>
      <dsp:spPr>
        <a:xfrm>
          <a:off x="2317325" y="2741342"/>
          <a:ext cx="87026" cy="87026"/>
        </a:xfrm>
        <a:prstGeom prst="ellipse">
          <a:avLst/>
        </a:prstGeom>
        <a:solidFill>
          <a:schemeClr val="accent5">
            <a:hueOff val="-989555"/>
            <a:satOff val="-1719"/>
            <a:lumOff val="1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9A0189-8DF6-432A-98D7-D6B510502921}">
      <dsp:nvSpPr>
        <dsp:cNvPr id="0" name=""/>
        <dsp:cNvSpPr/>
      </dsp:nvSpPr>
      <dsp:spPr>
        <a:xfrm>
          <a:off x="3003368" y="1958102"/>
          <a:ext cx="1285058" cy="435133"/>
        </a:xfrm>
        <a:prstGeom prst="rect">
          <a:avLst/>
        </a:prstGeom>
        <a:solidFill>
          <a:schemeClr val="accent5">
            <a:hueOff val="-1979110"/>
            <a:satOff val="-3438"/>
            <a:lumOff val="224"/>
            <a:alphaOff val="0"/>
          </a:schemeClr>
        </a:solidFill>
        <a:ln w="12700" cap="flat" cmpd="sng" algn="ctr">
          <a:solidFill>
            <a:schemeClr val="accent5">
              <a:hueOff val="-1979110"/>
              <a:satOff val="-3438"/>
              <a:lumOff val="22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667" tIns="0" rIns="22667" bIns="0" numCol="1" spcCol="1270" anchor="ctr" anchorCtr="1">
          <a:noAutofit/>
        </a:bodyPr>
        <a:lstStyle/>
        <a:p>
          <a:pPr marL="0" lvl="0" indent="0" algn="ctr" defTabSz="666750">
            <a:lnSpc>
              <a:spcPct val="90000"/>
            </a:lnSpc>
            <a:spcBef>
              <a:spcPct val="0"/>
            </a:spcBef>
            <a:spcAft>
              <a:spcPct val="35000"/>
            </a:spcAft>
            <a:buNone/>
          </a:pPr>
          <a:r>
            <a:rPr lang="sk-SK" sz="1500" kern="1200" dirty="0" err="1">
              <a:latin typeface="Source Sans Pro"/>
            </a:rPr>
            <a:t>Extrude</a:t>
          </a:r>
          <a:endParaRPr lang="en-US" sz="1500" kern="1200" dirty="0">
            <a:latin typeface="Source Sans Pro"/>
          </a:endParaRPr>
        </a:p>
      </dsp:txBody>
      <dsp:txXfrm>
        <a:off x="3003368" y="1958102"/>
        <a:ext cx="1285058" cy="435133"/>
      </dsp:txXfrm>
    </dsp:sp>
    <dsp:sp modelId="{D944F16C-2BED-4B6C-98A5-C4A635CCE208}">
      <dsp:nvSpPr>
        <dsp:cNvPr id="0" name=""/>
        <dsp:cNvSpPr/>
      </dsp:nvSpPr>
      <dsp:spPr>
        <a:xfrm>
          <a:off x="2575015" y="0"/>
          <a:ext cx="2141764" cy="1522968"/>
        </a:xfrm>
        <a:prstGeom prst="rect">
          <a:avLst/>
        </a:prstGeom>
        <a:noFill/>
        <a:ln>
          <a:noFill/>
        </a:ln>
        <a:effectLst/>
      </dsp:spPr>
      <dsp:style>
        <a:lnRef idx="0">
          <a:scrgbClr r="0" g="0" b="0"/>
        </a:lnRef>
        <a:fillRef idx="0">
          <a:scrgbClr r="0" g="0" b="0"/>
        </a:fillRef>
        <a:effectRef idx="0">
          <a:scrgbClr r="0" g="0" b="0"/>
        </a:effectRef>
        <a:fontRef idx="minor"/>
      </dsp:style>
    </dsp:sp>
    <dsp:sp modelId="{A33AC445-B1C6-46C4-A8D0-45BE620BF44D}">
      <dsp:nvSpPr>
        <dsp:cNvPr id="0" name=""/>
        <dsp:cNvSpPr/>
      </dsp:nvSpPr>
      <dsp:spPr>
        <a:xfrm>
          <a:off x="3645897" y="1609995"/>
          <a:ext cx="0" cy="348107"/>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dsp:style>
    </dsp:sp>
    <dsp:sp modelId="{3F3D5D7C-FDD6-41A8-A0B9-FCCD4F376E37}">
      <dsp:nvSpPr>
        <dsp:cNvPr id="0" name=""/>
        <dsp:cNvSpPr/>
      </dsp:nvSpPr>
      <dsp:spPr>
        <a:xfrm>
          <a:off x="3602384" y="1522968"/>
          <a:ext cx="87026" cy="87026"/>
        </a:xfrm>
        <a:prstGeom prst="ellipse">
          <a:avLst/>
        </a:prstGeom>
        <a:solidFill>
          <a:schemeClr val="accent5">
            <a:hueOff val="-1979110"/>
            <a:satOff val="-3438"/>
            <a:lumOff val="2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BA965C-D02C-4408-9D25-C34FFB824581}">
      <dsp:nvSpPr>
        <dsp:cNvPr id="0" name=""/>
        <dsp:cNvSpPr/>
      </dsp:nvSpPr>
      <dsp:spPr>
        <a:xfrm>
          <a:off x="4288426" y="1958102"/>
          <a:ext cx="1285058" cy="435133"/>
        </a:xfrm>
        <a:prstGeom prst="rect">
          <a:avLst/>
        </a:prstGeom>
        <a:solidFill>
          <a:schemeClr val="accent5">
            <a:hueOff val="-2968665"/>
            <a:satOff val="-5157"/>
            <a:lumOff val="336"/>
            <a:alphaOff val="0"/>
          </a:schemeClr>
        </a:solidFill>
        <a:ln w="12700" cap="flat" cmpd="sng" algn="ctr">
          <a:solidFill>
            <a:schemeClr val="accent5">
              <a:hueOff val="-2968665"/>
              <a:satOff val="-5157"/>
              <a:lumOff val="33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667" tIns="0" rIns="22667" bIns="0" numCol="1" spcCol="1270" anchor="ctr" anchorCtr="1">
          <a:noAutofit/>
        </a:bodyPr>
        <a:lstStyle/>
        <a:p>
          <a:pPr marL="0" lvl="0" indent="0" algn="ctr" defTabSz="666750">
            <a:lnSpc>
              <a:spcPct val="90000"/>
            </a:lnSpc>
            <a:spcBef>
              <a:spcPct val="0"/>
            </a:spcBef>
            <a:spcAft>
              <a:spcPct val="35000"/>
            </a:spcAft>
            <a:buNone/>
          </a:pPr>
          <a:r>
            <a:rPr lang="sk-SK" sz="1500" kern="1200" dirty="0">
              <a:latin typeface="Source Sans Pro"/>
            </a:rPr>
            <a:t>Pridávanie a spájanie </a:t>
          </a:r>
          <a:r>
            <a:rPr lang="sk-SK" sz="1500" kern="1200" dirty="0" err="1">
              <a:latin typeface="Source Sans Pro"/>
            </a:rPr>
            <a:t>Faces</a:t>
          </a:r>
          <a:endParaRPr lang="en-US" sz="1500" kern="1200" dirty="0">
            <a:latin typeface="Source Sans Pro"/>
          </a:endParaRPr>
        </a:p>
      </dsp:txBody>
      <dsp:txXfrm>
        <a:off x="4288426" y="1958102"/>
        <a:ext cx="1285058" cy="435133"/>
      </dsp:txXfrm>
    </dsp:sp>
    <dsp:sp modelId="{7E7A5A78-08D5-493A-971D-F54D2ECD6009}">
      <dsp:nvSpPr>
        <dsp:cNvPr id="0" name=""/>
        <dsp:cNvSpPr/>
      </dsp:nvSpPr>
      <dsp:spPr>
        <a:xfrm>
          <a:off x="3860074" y="2828369"/>
          <a:ext cx="2141764" cy="1522968"/>
        </a:xfrm>
        <a:prstGeom prst="rect">
          <a:avLst/>
        </a:prstGeom>
        <a:noFill/>
        <a:ln>
          <a:noFill/>
        </a:ln>
        <a:effectLst/>
      </dsp:spPr>
      <dsp:style>
        <a:lnRef idx="0">
          <a:scrgbClr r="0" g="0" b="0"/>
        </a:lnRef>
        <a:fillRef idx="0">
          <a:scrgbClr r="0" g="0" b="0"/>
        </a:fillRef>
        <a:effectRef idx="0">
          <a:scrgbClr r="0" g="0" b="0"/>
        </a:effectRef>
        <a:fontRef idx="minor"/>
      </dsp:style>
    </dsp:sp>
    <dsp:sp modelId="{167CE6AE-80FE-41D4-83F7-1729C1422B8A}">
      <dsp:nvSpPr>
        <dsp:cNvPr id="0" name=""/>
        <dsp:cNvSpPr/>
      </dsp:nvSpPr>
      <dsp:spPr>
        <a:xfrm>
          <a:off x="4930956" y="2393235"/>
          <a:ext cx="0" cy="348107"/>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dsp:style>
    </dsp:sp>
    <dsp:sp modelId="{F0978CC5-7C94-41FB-8C7B-A1706CF55D88}">
      <dsp:nvSpPr>
        <dsp:cNvPr id="0" name=""/>
        <dsp:cNvSpPr/>
      </dsp:nvSpPr>
      <dsp:spPr>
        <a:xfrm>
          <a:off x="4887442" y="2741342"/>
          <a:ext cx="87026" cy="87026"/>
        </a:xfrm>
        <a:prstGeom prst="ellipse">
          <a:avLst/>
        </a:prstGeom>
        <a:solidFill>
          <a:schemeClr val="accent5">
            <a:hueOff val="-2968665"/>
            <a:satOff val="-5157"/>
            <a:lumOff val="3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28C037-4F4F-420B-AD7E-1DF255DF834B}">
      <dsp:nvSpPr>
        <dsp:cNvPr id="0" name=""/>
        <dsp:cNvSpPr/>
      </dsp:nvSpPr>
      <dsp:spPr>
        <a:xfrm>
          <a:off x="5573485" y="1958102"/>
          <a:ext cx="1285058" cy="435133"/>
        </a:xfrm>
        <a:prstGeom prst="rect">
          <a:avLst/>
        </a:prstGeom>
        <a:solidFill>
          <a:schemeClr val="accent5">
            <a:hueOff val="-3958220"/>
            <a:satOff val="-6875"/>
            <a:lumOff val="448"/>
            <a:alphaOff val="0"/>
          </a:schemeClr>
        </a:solidFill>
        <a:ln w="12700" cap="flat" cmpd="sng" algn="ctr">
          <a:solidFill>
            <a:schemeClr val="accent5">
              <a:hueOff val="-3958220"/>
              <a:satOff val="-6875"/>
              <a:lumOff val="44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667" tIns="0" rIns="22667" bIns="0" numCol="1" spcCol="1270" anchor="ctr" anchorCtr="1">
          <a:noAutofit/>
        </a:bodyPr>
        <a:lstStyle/>
        <a:p>
          <a:pPr marL="0" lvl="0" indent="0" algn="ctr" defTabSz="666750">
            <a:lnSpc>
              <a:spcPct val="90000"/>
            </a:lnSpc>
            <a:spcBef>
              <a:spcPct val="0"/>
            </a:spcBef>
            <a:spcAft>
              <a:spcPct val="35000"/>
            </a:spcAft>
            <a:buNone/>
          </a:pPr>
          <a:r>
            <a:rPr lang="sk-SK" sz="1500" kern="1200" dirty="0" err="1">
              <a:latin typeface="Source Sans Pro"/>
            </a:rPr>
            <a:t>Loop</a:t>
          </a:r>
          <a:r>
            <a:rPr lang="sk-SK" sz="1500" kern="1200" dirty="0">
              <a:latin typeface="Source Sans Pro"/>
            </a:rPr>
            <a:t> </a:t>
          </a:r>
          <a:r>
            <a:rPr lang="sk-SK" sz="1500" kern="1200" dirty="0" err="1">
              <a:latin typeface="Source Sans Pro"/>
            </a:rPr>
            <a:t>Cut</a:t>
          </a:r>
          <a:endParaRPr lang="en-US" sz="1500" kern="1200" dirty="0">
            <a:latin typeface="Source Sans Pro"/>
          </a:endParaRPr>
        </a:p>
      </dsp:txBody>
      <dsp:txXfrm>
        <a:off x="5573485" y="1958102"/>
        <a:ext cx="1285058" cy="435133"/>
      </dsp:txXfrm>
    </dsp:sp>
    <dsp:sp modelId="{42726F0B-749A-4C3A-B4DD-B62F9E27EEE9}">
      <dsp:nvSpPr>
        <dsp:cNvPr id="0" name=""/>
        <dsp:cNvSpPr/>
      </dsp:nvSpPr>
      <dsp:spPr>
        <a:xfrm>
          <a:off x="5145132" y="0"/>
          <a:ext cx="2141764" cy="1522968"/>
        </a:xfrm>
        <a:prstGeom prst="rect">
          <a:avLst/>
        </a:prstGeom>
        <a:noFill/>
        <a:ln>
          <a:noFill/>
        </a:ln>
        <a:effectLst/>
      </dsp:spPr>
      <dsp:style>
        <a:lnRef idx="0">
          <a:scrgbClr r="0" g="0" b="0"/>
        </a:lnRef>
        <a:fillRef idx="0">
          <a:scrgbClr r="0" g="0" b="0"/>
        </a:fillRef>
        <a:effectRef idx="0">
          <a:scrgbClr r="0" g="0" b="0"/>
        </a:effectRef>
        <a:fontRef idx="minor"/>
      </dsp:style>
    </dsp:sp>
    <dsp:sp modelId="{673E8152-A3F4-46AA-AD93-DE66E80A0B83}">
      <dsp:nvSpPr>
        <dsp:cNvPr id="0" name=""/>
        <dsp:cNvSpPr/>
      </dsp:nvSpPr>
      <dsp:spPr>
        <a:xfrm>
          <a:off x="6216014" y="1609995"/>
          <a:ext cx="0" cy="348107"/>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dsp:style>
    </dsp:sp>
    <dsp:sp modelId="{A2ECFCF8-B827-442E-9C44-C61B046072F8}">
      <dsp:nvSpPr>
        <dsp:cNvPr id="0" name=""/>
        <dsp:cNvSpPr/>
      </dsp:nvSpPr>
      <dsp:spPr>
        <a:xfrm>
          <a:off x="6172501" y="1522968"/>
          <a:ext cx="87026" cy="87026"/>
        </a:xfrm>
        <a:prstGeom prst="ellipse">
          <a:avLst/>
        </a:prstGeom>
        <a:solidFill>
          <a:schemeClr val="accent5">
            <a:hueOff val="-3958220"/>
            <a:satOff val="-6875"/>
            <a:lumOff val="4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4C79C0-B0A1-4F54-911E-4279DD087551}">
      <dsp:nvSpPr>
        <dsp:cNvPr id="0" name=""/>
        <dsp:cNvSpPr/>
      </dsp:nvSpPr>
      <dsp:spPr>
        <a:xfrm>
          <a:off x="6858544" y="1958102"/>
          <a:ext cx="1285058" cy="435133"/>
        </a:xfrm>
        <a:prstGeom prst="rect">
          <a:avLst/>
        </a:prstGeom>
        <a:solidFill>
          <a:schemeClr val="accent5">
            <a:hueOff val="-4947775"/>
            <a:satOff val="-8594"/>
            <a:lumOff val="560"/>
            <a:alphaOff val="0"/>
          </a:schemeClr>
        </a:solidFill>
        <a:ln w="12700" cap="flat" cmpd="sng" algn="ctr">
          <a:solidFill>
            <a:schemeClr val="accent5">
              <a:hueOff val="-4947775"/>
              <a:satOff val="-8594"/>
              <a:lumOff val="56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667" tIns="0" rIns="22667" bIns="0" numCol="1" spcCol="1270" anchor="ctr" anchorCtr="1">
          <a:noAutofit/>
        </a:bodyPr>
        <a:lstStyle/>
        <a:p>
          <a:pPr marL="0" lvl="0" indent="0" algn="ctr" defTabSz="666750">
            <a:lnSpc>
              <a:spcPct val="90000"/>
            </a:lnSpc>
            <a:spcBef>
              <a:spcPct val="0"/>
            </a:spcBef>
            <a:spcAft>
              <a:spcPct val="35000"/>
            </a:spcAft>
            <a:buNone/>
          </a:pPr>
          <a:r>
            <a:rPr lang="sk-SK" sz="1500" kern="1200" dirty="0" err="1">
              <a:latin typeface="Source Sans Pro"/>
            </a:rPr>
            <a:t>Bevel</a:t>
          </a:r>
          <a:endParaRPr lang="en-US" sz="1500" kern="1200" dirty="0">
            <a:latin typeface="Source Sans Pro"/>
          </a:endParaRPr>
        </a:p>
      </dsp:txBody>
      <dsp:txXfrm>
        <a:off x="6858544" y="1958102"/>
        <a:ext cx="1285058" cy="435133"/>
      </dsp:txXfrm>
    </dsp:sp>
    <dsp:sp modelId="{470BF6F3-7BCF-4D33-9D32-066188AE2FF7}">
      <dsp:nvSpPr>
        <dsp:cNvPr id="0" name=""/>
        <dsp:cNvSpPr/>
      </dsp:nvSpPr>
      <dsp:spPr>
        <a:xfrm>
          <a:off x="6430191" y="2828369"/>
          <a:ext cx="2141764" cy="1522968"/>
        </a:xfrm>
        <a:prstGeom prst="rect">
          <a:avLst/>
        </a:prstGeom>
        <a:noFill/>
        <a:ln>
          <a:noFill/>
        </a:ln>
        <a:effectLst/>
      </dsp:spPr>
      <dsp:style>
        <a:lnRef idx="0">
          <a:scrgbClr r="0" g="0" b="0"/>
        </a:lnRef>
        <a:fillRef idx="0">
          <a:scrgbClr r="0" g="0" b="0"/>
        </a:fillRef>
        <a:effectRef idx="0">
          <a:scrgbClr r="0" g="0" b="0"/>
        </a:effectRef>
        <a:fontRef idx="minor"/>
      </dsp:style>
    </dsp:sp>
    <dsp:sp modelId="{2CA02F7D-599B-4152-8673-AD2D7C87352F}">
      <dsp:nvSpPr>
        <dsp:cNvPr id="0" name=""/>
        <dsp:cNvSpPr/>
      </dsp:nvSpPr>
      <dsp:spPr>
        <a:xfrm>
          <a:off x="7501073" y="2393235"/>
          <a:ext cx="0" cy="348107"/>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dsp:style>
    </dsp:sp>
    <dsp:sp modelId="{8BF53965-5F15-43F5-AF34-4D2E93DA4130}">
      <dsp:nvSpPr>
        <dsp:cNvPr id="0" name=""/>
        <dsp:cNvSpPr/>
      </dsp:nvSpPr>
      <dsp:spPr>
        <a:xfrm>
          <a:off x="7457559" y="2741342"/>
          <a:ext cx="87026" cy="87026"/>
        </a:xfrm>
        <a:prstGeom prst="ellipse">
          <a:avLst/>
        </a:prstGeom>
        <a:solidFill>
          <a:schemeClr val="accent5">
            <a:hueOff val="-4947775"/>
            <a:satOff val="-8594"/>
            <a:lumOff val="56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46B34D-DD71-44D6-BA2A-118672CD9939}">
      <dsp:nvSpPr>
        <dsp:cNvPr id="0" name=""/>
        <dsp:cNvSpPr/>
      </dsp:nvSpPr>
      <dsp:spPr>
        <a:xfrm>
          <a:off x="8143602" y="1958102"/>
          <a:ext cx="1285058" cy="435133"/>
        </a:xfrm>
        <a:prstGeom prst="rect">
          <a:avLst/>
        </a:prstGeom>
        <a:solidFill>
          <a:schemeClr val="accent5">
            <a:hueOff val="-5937330"/>
            <a:satOff val="-10313"/>
            <a:lumOff val="672"/>
            <a:alphaOff val="0"/>
          </a:schemeClr>
        </a:solidFill>
        <a:ln w="12700" cap="flat" cmpd="sng" algn="ctr">
          <a:solidFill>
            <a:schemeClr val="accent5">
              <a:hueOff val="-5937330"/>
              <a:satOff val="-10313"/>
              <a:lumOff val="67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667" tIns="0" rIns="22667" bIns="0" numCol="1" spcCol="1270" anchor="ctr" anchorCtr="1">
          <a:noAutofit/>
        </a:bodyPr>
        <a:lstStyle/>
        <a:p>
          <a:pPr marL="0" lvl="0" indent="0" algn="ctr" defTabSz="666750">
            <a:lnSpc>
              <a:spcPct val="90000"/>
            </a:lnSpc>
            <a:spcBef>
              <a:spcPct val="0"/>
            </a:spcBef>
            <a:spcAft>
              <a:spcPct val="35000"/>
            </a:spcAft>
            <a:buNone/>
          </a:pPr>
          <a:r>
            <a:rPr lang="sk-SK" sz="1500" kern="1200" dirty="0" err="1">
              <a:latin typeface="Source Sans Pro"/>
            </a:rPr>
            <a:t>Knife</a:t>
          </a:r>
          <a:r>
            <a:rPr lang="sk-SK" sz="1500" kern="1200" dirty="0">
              <a:latin typeface="Source Sans Pro"/>
            </a:rPr>
            <a:t> </a:t>
          </a:r>
          <a:r>
            <a:rPr lang="sk-SK" sz="1500" kern="1200" dirty="0" err="1">
              <a:latin typeface="Source Sans Pro"/>
            </a:rPr>
            <a:t>Tool</a:t>
          </a:r>
          <a:endParaRPr lang="en-US" sz="1500" kern="1200" dirty="0">
            <a:latin typeface="Source Sans Pro"/>
          </a:endParaRPr>
        </a:p>
      </dsp:txBody>
      <dsp:txXfrm>
        <a:off x="8143602" y="1958102"/>
        <a:ext cx="1285058" cy="435133"/>
      </dsp:txXfrm>
    </dsp:sp>
    <dsp:sp modelId="{96AB48DA-8607-48F8-9214-762896D7F622}">
      <dsp:nvSpPr>
        <dsp:cNvPr id="0" name=""/>
        <dsp:cNvSpPr/>
      </dsp:nvSpPr>
      <dsp:spPr>
        <a:xfrm>
          <a:off x="7715249" y="0"/>
          <a:ext cx="2141764" cy="1522968"/>
        </a:xfrm>
        <a:prstGeom prst="rect">
          <a:avLst/>
        </a:prstGeom>
        <a:noFill/>
        <a:ln>
          <a:noFill/>
        </a:ln>
        <a:effectLst/>
      </dsp:spPr>
      <dsp:style>
        <a:lnRef idx="0">
          <a:scrgbClr r="0" g="0" b="0"/>
        </a:lnRef>
        <a:fillRef idx="0">
          <a:scrgbClr r="0" g="0" b="0"/>
        </a:fillRef>
        <a:effectRef idx="0">
          <a:scrgbClr r="0" g="0" b="0"/>
        </a:effectRef>
        <a:fontRef idx="minor"/>
      </dsp:style>
    </dsp:sp>
    <dsp:sp modelId="{56E4877C-1007-4363-9271-59F83688E60A}">
      <dsp:nvSpPr>
        <dsp:cNvPr id="0" name=""/>
        <dsp:cNvSpPr/>
      </dsp:nvSpPr>
      <dsp:spPr>
        <a:xfrm>
          <a:off x="8786131" y="1609995"/>
          <a:ext cx="0" cy="348107"/>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dsp:style>
    </dsp:sp>
    <dsp:sp modelId="{E9AC83C8-5456-4E66-9D72-5B19ACAA492B}">
      <dsp:nvSpPr>
        <dsp:cNvPr id="0" name=""/>
        <dsp:cNvSpPr/>
      </dsp:nvSpPr>
      <dsp:spPr>
        <a:xfrm>
          <a:off x="8742618" y="1522968"/>
          <a:ext cx="87026" cy="87026"/>
        </a:xfrm>
        <a:prstGeom prst="ellipse">
          <a:avLst/>
        </a:prstGeom>
        <a:solidFill>
          <a:schemeClr val="accent5">
            <a:hueOff val="-5937330"/>
            <a:satOff val="-10313"/>
            <a:lumOff val="67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A89045-645C-4C9D-AC47-BEF83AFB3E95}">
      <dsp:nvSpPr>
        <dsp:cNvPr id="0" name=""/>
        <dsp:cNvSpPr/>
      </dsp:nvSpPr>
      <dsp:spPr>
        <a:xfrm rot="5400000">
          <a:off x="9853623" y="1533139"/>
          <a:ext cx="435133" cy="1285058"/>
        </a:xfrm>
        <a:prstGeom prst="round2SameRect">
          <a:avLst/>
        </a:prstGeom>
        <a:solidFill>
          <a:schemeClr val="accent5">
            <a:hueOff val="-6926885"/>
            <a:satOff val="-12032"/>
            <a:lumOff val="784"/>
            <a:alphaOff val="0"/>
          </a:schemeClr>
        </a:solidFill>
        <a:ln w="12700" cap="flat" cmpd="sng" algn="ctr">
          <a:solidFill>
            <a:schemeClr val="accent5">
              <a:hueOff val="-6926885"/>
              <a:satOff val="-12032"/>
              <a:lumOff val="78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667" tIns="0" rIns="22667" bIns="0" numCol="1" spcCol="1270" anchor="ctr" anchorCtr="1">
          <a:noAutofit/>
        </a:bodyPr>
        <a:lstStyle/>
        <a:p>
          <a:pPr marL="0" lvl="0" indent="0" algn="ctr" defTabSz="666750">
            <a:lnSpc>
              <a:spcPct val="90000"/>
            </a:lnSpc>
            <a:spcBef>
              <a:spcPct val="0"/>
            </a:spcBef>
            <a:spcAft>
              <a:spcPct val="35000"/>
            </a:spcAft>
            <a:buNone/>
          </a:pPr>
          <a:r>
            <a:rPr lang="sk-SK" sz="1500" kern="1200" dirty="0" err="1">
              <a:latin typeface="Source Sans Pro"/>
            </a:rPr>
            <a:t>Merge</a:t>
          </a:r>
          <a:endParaRPr lang="en-US" sz="1500" kern="1200" dirty="0">
            <a:latin typeface="Source Sans Pro"/>
          </a:endParaRPr>
        </a:p>
      </dsp:txBody>
      <dsp:txXfrm rot="-5400000">
        <a:off x="9428661" y="1979343"/>
        <a:ext cx="1263817" cy="392651"/>
      </dsp:txXfrm>
    </dsp:sp>
    <dsp:sp modelId="{347D8007-6B09-48A5-864D-599DDACAD666}">
      <dsp:nvSpPr>
        <dsp:cNvPr id="0" name=""/>
        <dsp:cNvSpPr/>
      </dsp:nvSpPr>
      <dsp:spPr>
        <a:xfrm>
          <a:off x="9000308" y="2828369"/>
          <a:ext cx="2141764" cy="1522968"/>
        </a:xfrm>
        <a:prstGeom prst="rect">
          <a:avLst/>
        </a:prstGeom>
        <a:noFill/>
        <a:ln>
          <a:noFill/>
        </a:ln>
        <a:effectLst/>
      </dsp:spPr>
      <dsp:style>
        <a:lnRef idx="0">
          <a:scrgbClr r="0" g="0" b="0"/>
        </a:lnRef>
        <a:fillRef idx="0">
          <a:scrgbClr r="0" g="0" b="0"/>
        </a:fillRef>
        <a:effectRef idx="0">
          <a:scrgbClr r="0" g="0" b="0"/>
        </a:effectRef>
        <a:fontRef idx="minor"/>
      </dsp:style>
    </dsp:sp>
    <dsp:sp modelId="{8F87AEFB-F5AF-41AB-845B-5FC5B31B46E0}">
      <dsp:nvSpPr>
        <dsp:cNvPr id="0" name=""/>
        <dsp:cNvSpPr/>
      </dsp:nvSpPr>
      <dsp:spPr>
        <a:xfrm>
          <a:off x="10071190" y="2393235"/>
          <a:ext cx="0" cy="348107"/>
        </a:xfrm>
        <a:prstGeom prst="line">
          <a:avLst/>
        </a:prstGeom>
        <a:solidFill>
          <a:schemeClr val="accent5">
            <a:hueOff val="0"/>
            <a:satOff val="0"/>
            <a:lumOff val="0"/>
            <a:alphaOff val="0"/>
          </a:schemeClr>
        </a:solidFill>
        <a:ln w="12700" cap="flat" cmpd="sng" algn="ctr">
          <a:solidFill>
            <a:schemeClr val="accent5">
              <a:tint val="50000"/>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dsp:style>
    </dsp:sp>
    <dsp:sp modelId="{A735880C-BA7C-4B13-AB46-E2FCF949F891}">
      <dsp:nvSpPr>
        <dsp:cNvPr id="0" name=""/>
        <dsp:cNvSpPr/>
      </dsp:nvSpPr>
      <dsp:spPr>
        <a:xfrm>
          <a:off x="10027676" y="2741342"/>
          <a:ext cx="87026" cy="87026"/>
        </a:xfrm>
        <a:prstGeom prst="ellipse">
          <a:avLst/>
        </a:prstGeom>
        <a:solidFill>
          <a:schemeClr val="accent5">
            <a:hueOff val="-6926885"/>
            <a:satOff val="-12032"/>
            <a:lumOff val="7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2">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1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18"/>
      <dgm:constr type="primFontSz" for="des" forName="Childtext1" val="18"/>
      <dgm:constr type="primFontSz" for="des" forName="Childtext1" refType="primFontSz" refFor="des" refForName="Parent1"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95"/>
                  <dgm:constr type="l" for="ch" forName="Parent1" refType="w" fact="0.025"/>
                  <dgm:constr type="r" for="ch" forName="Parent1" refType="w" fact="0.025"/>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ifMoreThanOneNode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else>
            </dgm:choose>
          </dgm:if>
          <dgm:else name="notStartNode1">
            <dgm:choose name="lastOrRemainingNodes1">
              <dgm:if name="lastNode1" axis="self" ptType="node" func="revPos" op="equ" val="1">
                <dgm:choose name="casesForSnakingLogic1">
                  <dgm:if name="oddNode1"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1">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if>
              <dgm:else name="middleRows">
                <dgm:choose name="casesForSnakingLogic2">
                  <dgm:if name="oddNode2"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2">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else>
            </dgm:choose>
          </dgm:else>
        </dgm:choose>
        <dgm:layoutNode name="Parent1" styleLbl="alignNode1">
          <dgm:varLst>
            <dgm:chMax val="1"/>
            <dgm:chPref val="1"/>
            <dgm:bulletEnabled val="1"/>
          </dgm:varLst>
          <dgm:alg type="tx">
            <dgm:param type="txAnchorHorz" val="ctr"/>
            <dgm:param type="txAnchorVert" val="mid"/>
            <dgm:param type="parTxRTL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w" fact="0.05"/>
            <dgm:constr type="rMarg" refType="w" fact="0.05"/>
            <dgm:constr type="tMarg"/>
            <dgm:constr type="bMarg"/>
          </dgm:constrLst>
          <dgm:ruleLst>
            <dgm:rule type="primFontSz" val="11" fact="NaN" max="NaN"/>
          </dgm:ruleLst>
        </dgm:layoutNode>
        <dgm:layoutNode name="Childtext1" styleLbl="revTx">
          <dgm:varLst>
            <dgm:bulletEnabled val="1"/>
          </dgm:varLst>
          <dgm:choose name="casesForTxtDirLogic">
            <dgm:if name="Name77" axis="self" ptType="node" func="posOdd" op="equ" val="1">
              <dgm:alg type="tx">
                <dgm:param type="txAnchorVert" val="b"/>
                <dgm:param type="txAnchorHorz" val="ctr"/>
                <dgm:param type="parTxRTLAlign" val="ctr"/>
                <dgm:param type="parTxRTLAlign" val="ctr"/>
              </dgm:alg>
            </dgm:if>
            <dgm:else name="Name88">
              <dgm:alg type="tx">
                <dgm:param type="txAnchorVert" val="t"/>
                <dgm:param type="txAnchorHorz" val="ctr"/>
                <dgm:param type="parTxRTLAlign" val="ctr"/>
                <dgm:param type="parTxRTLAlign" val="ctr"/>
              </dgm:alg>
            </dgm:else>
          </dgm:choose>
          <dgm:shape xmlns:r="http://schemas.openxmlformats.org/officeDocument/2006/relationships" type="rect" r:blip="">
            <dgm:adjLst/>
          </dgm:shape>
          <dgm:presOf axis="ch" ptType="node"/>
          <dgm:constrLst>
            <dgm:constr type="lMarg" refType="w" fact="0.05"/>
            <dgm:constr type="rMarg" refType="w" fact="0.05"/>
            <dgm:constr type="tMarg" refType="h" fact="0.05"/>
            <dgm:constr type="bMarg" refType="h" fact="0.05"/>
          </dgm:constrLst>
          <dgm:ruleLst>
            <dgm:rule type="primFontSz" val="11" fact="NaN" max="NaN"/>
          </dgm:ruleLst>
        </dgm:layoutNode>
        <dgm:layoutNode name="ConnectLine" styleLbl="callout">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4B13DD-DD5C-4D7B-A7B2-0D291A44580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5399B4A-D4B6-41DC-B4BA-A16F4A7EAB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8DD508-762E-4A56-8057-6F3E893FE061}" type="datetimeFigureOut">
              <a:rPr lang="en-US" smtClean="0"/>
              <a:t>10/5/2026</a:t>
            </a:fld>
            <a:endParaRPr lang="en-US" dirty="0"/>
          </a:p>
        </p:txBody>
      </p:sp>
      <p:sp>
        <p:nvSpPr>
          <p:cNvPr id="4" name="Footer Placeholder 3">
            <a:extLst>
              <a:ext uri="{FF2B5EF4-FFF2-40B4-BE49-F238E27FC236}">
                <a16:creationId xmlns:a16="http://schemas.microsoft.com/office/drawing/2014/main" id="{C8A662FF-2BD0-42CC-81E0-E211BE360A8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857ECB1-26BD-4C91-A134-EC6F2CC72C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BFE5E4-E7AD-46D7-82A6-8E6D0CE600B6}" type="slidenum">
              <a:rPr lang="en-US" smtClean="0"/>
              <a:t>‹#›</a:t>
            </a:fld>
            <a:endParaRPr lang="en-US" dirty="0"/>
          </a:p>
        </p:txBody>
      </p:sp>
    </p:spTree>
    <p:extLst>
      <p:ext uri="{BB962C8B-B14F-4D97-AF65-F5344CB8AC3E}">
        <p14:creationId xmlns:p14="http://schemas.microsoft.com/office/powerpoint/2010/main" val="13824178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69CD52-EA80-42E8-964B-0DC3907FFC08}" type="datetimeFigureOut">
              <a:rPr lang="en-US" smtClean="0"/>
              <a:t>10/5/2026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F5DD2-187C-450F-BB87-F62B9ADB04D5}" type="slidenum">
              <a:rPr lang="en-US" smtClean="0"/>
              <a:t>‹#›</a:t>
            </a:fld>
            <a:endParaRPr lang="en-US" dirty="0"/>
          </a:p>
        </p:txBody>
      </p:sp>
    </p:spTree>
    <p:extLst>
      <p:ext uri="{BB962C8B-B14F-4D97-AF65-F5344CB8AC3E}">
        <p14:creationId xmlns:p14="http://schemas.microsoft.com/office/powerpoint/2010/main" val="3503338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002DED-DCF6-428F-92AB-AA8ACCA0B387}" type="slidenum">
              <a:rPr lang="en-US" smtClean="0"/>
              <a:t>2</a:t>
            </a:fld>
            <a:endParaRPr lang="en-US" dirty="0"/>
          </a:p>
        </p:txBody>
      </p:sp>
    </p:spTree>
    <p:extLst>
      <p:ext uri="{BB962C8B-B14F-4D97-AF65-F5344CB8AC3E}">
        <p14:creationId xmlns:p14="http://schemas.microsoft.com/office/powerpoint/2010/main" val="861535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3</a:t>
            </a:fld>
            <a:endParaRPr lang="en-US" dirty="0"/>
          </a:p>
        </p:txBody>
      </p:sp>
    </p:spTree>
    <p:extLst>
      <p:ext uri="{BB962C8B-B14F-4D97-AF65-F5344CB8AC3E}">
        <p14:creationId xmlns:p14="http://schemas.microsoft.com/office/powerpoint/2010/main" val="3635540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4</a:t>
            </a:fld>
            <a:endParaRPr lang="en-US" dirty="0"/>
          </a:p>
        </p:txBody>
      </p:sp>
    </p:spTree>
    <p:extLst>
      <p:ext uri="{BB962C8B-B14F-4D97-AF65-F5344CB8AC3E}">
        <p14:creationId xmlns:p14="http://schemas.microsoft.com/office/powerpoint/2010/main" val="3134814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5</a:t>
            </a:fld>
            <a:endParaRPr lang="en-US" dirty="0"/>
          </a:p>
        </p:txBody>
      </p:sp>
    </p:spTree>
    <p:extLst>
      <p:ext uri="{BB962C8B-B14F-4D97-AF65-F5344CB8AC3E}">
        <p14:creationId xmlns:p14="http://schemas.microsoft.com/office/powerpoint/2010/main" val="314990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6</a:t>
            </a:fld>
            <a:endParaRPr lang="en-US" dirty="0"/>
          </a:p>
        </p:txBody>
      </p:sp>
    </p:spTree>
    <p:extLst>
      <p:ext uri="{BB962C8B-B14F-4D97-AF65-F5344CB8AC3E}">
        <p14:creationId xmlns:p14="http://schemas.microsoft.com/office/powerpoint/2010/main" val="2604544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7</a:t>
            </a:fld>
            <a:endParaRPr lang="en-US" dirty="0"/>
          </a:p>
        </p:txBody>
      </p:sp>
    </p:spTree>
    <p:extLst>
      <p:ext uri="{BB962C8B-B14F-4D97-AF65-F5344CB8AC3E}">
        <p14:creationId xmlns:p14="http://schemas.microsoft.com/office/powerpoint/2010/main" val="1075491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8</a:t>
            </a:fld>
            <a:endParaRPr lang="en-US" dirty="0"/>
          </a:p>
        </p:txBody>
      </p:sp>
    </p:spTree>
    <p:extLst>
      <p:ext uri="{BB962C8B-B14F-4D97-AF65-F5344CB8AC3E}">
        <p14:creationId xmlns:p14="http://schemas.microsoft.com/office/powerpoint/2010/main" val="3490020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9</a:t>
            </a:fld>
            <a:endParaRPr lang="en-US" dirty="0"/>
          </a:p>
        </p:txBody>
      </p:sp>
    </p:spTree>
    <p:extLst>
      <p:ext uri="{BB962C8B-B14F-4D97-AF65-F5344CB8AC3E}">
        <p14:creationId xmlns:p14="http://schemas.microsoft.com/office/powerpoint/2010/main" val="714816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10</a:t>
            </a:fld>
            <a:endParaRPr lang="en-US" dirty="0"/>
          </a:p>
        </p:txBody>
      </p:sp>
    </p:spTree>
    <p:extLst>
      <p:ext uri="{BB962C8B-B14F-4D97-AF65-F5344CB8AC3E}">
        <p14:creationId xmlns:p14="http://schemas.microsoft.com/office/powerpoint/2010/main" val="31590609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11</a:t>
            </a:fld>
            <a:endParaRPr lang="en-US" dirty="0"/>
          </a:p>
        </p:txBody>
      </p:sp>
    </p:spTree>
    <p:extLst>
      <p:ext uri="{BB962C8B-B14F-4D97-AF65-F5344CB8AC3E}">
        <p14:creationId xmlns:p14="http://schemas.microsoft.com/office/powerpoint/2010/main" val="2567861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12</a:t>
            </a:fld>
            <a:endParaRPr lang="en-US" dirty="0"/>
          </a:p>
        </p:txBody>
      </p:sp>
    </p:spTree>
    <p:extLst>
      <p:ext uri="{BB962C8B-B14F-4D97-AF65-F5344CB8AC3E}">
        <p14:creationId xmlns:p14="http://schemas.microsoft.com/office/powerpoint/2010/main" val="773679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13</a:t>
            </a:fld>
            <a:endParaRPr lang="en-US" dirty="0"/>
          </a:p>
        </p:txBody>
      </p:sp>
    </p:spTree>
    <p:extLst>
      <p:ext uri="{BB962C8B-B14F-4D97-AF65-F5344CB8AC3E}">
        <p14:creationId xmlns:p14="http://schemas.microsoft.com/office/powerpoint/2010/main" val="1081914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14</a:t>
            </a:fld>
            <a:endParaRPr lang="en-US" dirty="0"/>
          </a:p>
        </p:txBody>
      </p:sp>
    </p:spTree>
    <p:extLst>
      <p:ext uri="{BB962C8B-B14F-4D97-AF65-F5344CB8AC3E}">
        <p14:creationId xmlns:p14="http://schemas.microsoft.com/office/powerpoint/2010/main" val="35856544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15</a:t>
            </a:fld>
            <a:endParaRPr lang="en-US" dirty="0"/>
          </a:p>
        </p:txBody>
      </p:sp>
    </p:spTree>
    <p:extLst>
      <p:ext uri="{BB962C8B-B14F-4D97-AF65-F5344CB8AC3E}">
        <p14:creationId xmlns:p14="http://schemas.microsoft.com/office/powerpoint/2010/main" val="3806289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16</a:t>
            </a:fld>
            <a:endParaRPr lang="en-US" dirty="0"/>
          </a:p>
        </p:txBody>
      </p:sp>
    </p:spTree>
    <p:extLst>
      <p:ext uri="{BB962C8B-B14F-4D97-AF65-F5344CB8AC3E}">
        <p14:creationId xmlns:p14="http://schemas.microsoft.com/office/powerpoint/2010/main" val="19010247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17</a:t>
            </a:fld>
            <a:endParaRPr lang="en-US" dirty="0"/>
          </a:p>
        </p:txBody>
      </p:sp>
    </p:spTree>
    <p:extLst>
      <p:ext uri="{BB962C8B-B14F-4D97-AF65-F5344CB8AC3E}">
        <p14:creationId xmlns:p14="http://schemas.microsoft.com/office/powerpoint/2010/main" val="31279307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18</a:t>
            </a:fld>
            <a:endParaRPr lang="en-US" dirty="0"/>
          </a:p>
        </p:txBody>
      </p:sp>
    </p:spTree>
    <p:extLst>
      <p:ext uri="{BB962C8B-B14F-4D97-AF65-F5344CB8AC3E}">
        <p14:creationId xmlns:p14="http://schemas.microsoft.com/office/powerpoint/2010/main" val="4136312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19</a:t>
            </a:fld>
            <a:endParaRPr lang="en-US" dirty="0"/>
          </a:p>
        </p:txBody>
      </p:sp>
    </p:spTree>
    <p:extLst>
      <p:ext uri="{BB962C8B-B14F-4D97-AF65-F5344CB8AC3E}">
        <p14:creationId xmlns:p14="http://schemas.microsoft.com/office/powerpoint/2010/main" val="1863739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20</a:t>
            </a:fld>
            <a:endParaRPr lang="en-US" dirty="0"/>
          </a:p>
        </p:txBody>
      </p:sp>
    </p:spTree>
    <p:extLst>
      <p:ext uri="{BB962C8B-B14F-4D97-AF65-F5344CB8AC3E}">
        <p14:creationId xmlns:p14="http://schemas.microsoft.com/office/powerpoint/2010/main" val="33597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21</a:t>
            </a:fld>
            <a:endParaRPr lang="en-US" dirty="0"/>
          </a:p>
        </p:txBody>
      </p:sp>
    </p:spTree>
    <p:extLst>
      <p:ext uri="{BB962C8B-B14F-4D97-AF65-F5344CB8AC3E}">
        <p14:creationId xmlns:p14="http://schemas.microsoft.com/office/powerpoint/2010/main" val="41608309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22</a:t>
            </a:fld>
            <a:endParaRPr lang="en-US" dirty="0"/>
          </a:p>
        </p:txBody>
      </p:sp>
    </p:spTree>
    <p:extLst>
      <p:ext uri="{BB962C8B-B14F-4D97-AF65-F5344CB8AC3E}">
        <p14:creationId xmlns:p14="http://schemas.microsoft.com/office/powerpoint/2010/main" val="38682375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23</a:t>
            </a:fld>
            <a:endParaRPr lang="en-US" dirty="0"/>
          </a:p>
        </p:txBody>
      </p:sp>
    </p:spTree>
    <p:extLst>
      <p:ext uri="{BB962C8B-B14F-4D97-AF65-F5344CB8AC3E}">
        <p14:creationId xmlns:p14="http://schemas.microsoft.com/office/powerpoint/2010/main" val="8395649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24</a:t>
            </a:fld>
            <a:endParaRPr lang="en-US" dirty="0"/>
          </a:p>
        </p:txBody>
      </p:sp>
    </p:spTree>
    <p:extLst>
      <p:ext uri="{BB962C8B-B14F-4D97-AF65-F5344CB8AC3E}">
        <p14:creationId xmlns:p14="http://schemas.microsoft.com/office/powerpoint/2010/main" val="38124106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25</a:t>
            </a:fld>
            <a:endParaRPr lang="en-US" dirty="0"/>
          </a:p>
        </p:txBody>
      </p:sp>
    </p:spTree>
    <p:extLst>
      <p:ext uri="{BB962C8B-B14F-4D97-AF65-F5344CB8AC3E}">
        <p14:creationId xmlns:p14="http://schemas.microsoft.com/office/powerpoint/2010/main" val="40542317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26</a:t>
            </a:fld>
            <a:endParaRPr lang="en-US" dirty="0"/>
          </a:p>
        </p:txBody>
      </p:sp>
    </p:spTree>
    <p:extLst>
      <p:ext uri="{BB962C8B-B14F-4D97-AF65-F5344CB8AC3E}">
        <p14:creationId xmlns:p14="http://schemas.microsoft.com/office/powerpoint/2010/main" val="30264134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27</a:t>
            </a:fld>
            <a:endParaRPr lang="en-US" dirty="0"/>
          </a:p>
        </p:txBody>
      </p:sp>
    </p:spTree>
    <p:extLst>
      <p:ext uri="{BB962C8B-B14F-4D97-AF65-F5344CB8AC3E}">
        <p14:creationId xmlns:p14="http://schemas.microsoft.com/office/powerpoint/2010/main" val="5660950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28</a:t>
            </a:fld>
            <a:endParaRPr lang="en-US" dirty="0"/>
          </a:p>
        </p:txBody>
      </p:sp>
    </p:spTree>
    <p:extLst>
      <p:ext uri="{BB962C8B-B14F-4D97-AF65-F5344CB8AC3E}">
        <p14:creationId xmlns:p14="http://schemas.microsoft.com/office/powerpoint/2010/main" val="19563716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29</a:t>
            </a:fld>
            <a:endParaRPr lang="en-US" dirty="0"/>
          </a:p>
        </p:txBody>
      </p:sp>
    </p:spTree>
    <p:extLst>
      <p:ext uri="{BB962C8B-B14F-4D97-AF65-F5344CB8AC3E}">
        <p14:creationId xmlns:p14="http://schemas.microsoft.com/office/powerpoint/2010/main" val="18497763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30</a:t>
            </a:fld>
            <a:endParaRPr lang="en-US" dirty="0"/>
          </a:p>
        </p:txBody>
      </p:sp>
    </p:spTree>
    <p:extLst>
      <p:ext uri="{BB962C8B-B14F-4D97-AF65-F5344CB8AC3E}">
        <p14:creationId xmlns:p14="http://schemas.microsoft.com/office/powerpoint/2010/main" val="41239350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31</a:t>
            </a:fld>
            <a:endParaRPr lang="en-US" dirty="0"/>
          </a:p>
        </p:txBody>
      </p:sp>
    </p:spTree>
    <p:extLst>
      <p:ext uri="{BB962C8B-B14F-4D97-AF65-F5344CB8AC3E}">
        <p14:creationId xmlns:p14="http://schemas.microsoft.com/office/powerpoint/2010/main" val="23213480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32</a:t>
            </a:fld>
            <a:endParaRPr lang="en-US" dirty="0"/>
          </a:p>
        </p:txBody>
      </p:sp>
    </p:spTree>
    <p:extLst>
      <p:ext uri="{BB962C8B-B14F-4D97-AF65-F5344CB8AC3E}">
        <p14:creationId xmlns:p14="http://schemas.microsoft.com/office/powerpoint/2010/main" val="24374375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33</a:t>
            </a:fld>
            <a:endParaRPr lang="en-US" dirty="0"/>
          </a:p>
        </p:txBody>
      </p:sp>
    </p:spTree>
    <p:extLst>
      <p:ext uri="{BB962C8B-B14F-4D97-AF65-F5344CB8AC3E}">
        <p14:creationId xmlns:p14="http://schemas.microsoft.com/office/powerpoint/2010/main" val="27646402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34</a:t>
            </a:fld>
            <a:endParaRPr lang="en-US" dirty="0"/>
          </a:p>
        </p:txBody>
      </p:sp>
    </p:spTree>
    <p:extLst>
      <p:ext uri="{BB962C8B-B14F-4D97-AF65-F5344CB8AC3E}">
        <p14:creationId xmlns:p14="http://schemas.microsoft.com/office/powerpoint/2010/main" val="20805565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35</a:t>
            </a:fld>
            <a:endParaRPr lang="en-US" dirty="0"/>
          </a:p>
        </p:txBody>
      </p:sp>
    </p:spTree>
    <p:extLst>
      <p:ext uri="{BB962C8B-B14F-4D97-AF65-F5344CB8AC3E}">
        <p14:creationId xmlns:p14="http://schemas.microsoft.com/office/powerpoint/2010/main" val="20423665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36</a:t>
            </a:fld>
            <a:endParaRPr lang="en-US" dirty="0"/>
          </a:p>
        </p:txBody>
      </p:sp>
    </p:spTree>
    <p:extLst>
      <p:ext uri="{BB962C8B-B14F-4D97-AF65-F5344CB8AC3E}">
        <p14:creationId xmlns:p14="http://schemas.microsoft.com/office/powerpoint/2010/main" val="184790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37</a:t>
            </a:fld>
            <a:endParaRPr lang="en-US" dirty="0"/>
          </a:p>
        </p:txBody>
      </p:sp>
    </p:spTree>
    <p:extLst>
      <p:ext uri="{BB962C8B-B14F-4D97-AF65-F5344CB8AC3E}">
        <p14:creationId xmlns:p14="http://schemas.microsoft.com/office/powerpoint/2010/main" val="31770999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38</a:t>
            </a:fld>
            <a:endParaRPr lang="en-US" dirty="0"/>
          </a:p>
        </p:txBody>
      </p:sp>
    </p:spTree>
    <p:extLst>
      <p:ext uri="{BB962C8B-B14F-4D97-AF65-F5344CB8AC3E}">
        <p14:creationId xmlns:p14="http://schemas.microsoft.com/office/powerpoint/2010/main" val="39340332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39</a:t>
            </a:fld>
            <a:endParaRPr lang="en-US" dirty="0"/>
          </a:p>
        </p:txBody>
      </p:sp>
    </p:spTree>
    <p:extLst>
      <p:ext uri="{BB962C8B-B14F-4D97-AF65-F5344CB8AC3E}">
        <p14:creationId xmlns:p14="http://schemas.microsoft.com/office/powerpoint/2010/main" val="9334694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40</a:t>
            </a:fld>
            <a:endParaRPr lang="en-US" dirty="0"/>
          </a:p>
        </p:txBody>
      </p:sp>
    </p:spTree>
    <p:extLst>
      <p:ext uri="{BB962C8B-B14F-4D97-AF65-F5344CB8AC3E}">
        <p14:creationId xmlns:p14="http://schemas.microsoft.com/office/powerpoint/2010/main" val="8428126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41</a:t>
            </a:fld>
            <a:endParaRPr lang="en-US" dirty="0"/>
          </a:p>
        </p:txBody>
      </p:sp>
    </p:spTree>
    <p:extLst>
      <p:ext uri="{BB962C8B-B14F-4D97-AF65-F5344CB8AC3E}">
        <p14:creationId xmlns:p14="http://schemas.microsoft.com/office/powerpoint/2010/main" val="2998808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42</a:t>
            </a:fld>
            <a:endParaRPr lang="en-US" dirty="0"/>
          </a:p>
        </p:txBody>
      </p:sp>
    </p:spTree>
    <p:extLst>
      <p:ext uri="{BB962C8B-B14F-4D97-AF65-F5344CB8AC3E}">
        <p14:creationId xmlns:p14="http://schemas.microsoft.com/office/powerpoint/2010/main" val="31522994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43</a:t>
            </a:fld>
            <a:endParaRPr lang="en-US" dirty="0"/>
          </a:p>
        </p:txBody>
      </p:sp>
    </p:spTree>
    <p:extLst>
      <p:ext uri="{BB962C8B-B14F-4D97-AF65-F5344CB8AC3E}">
        <p14:creationId xmlns:p14="http://schemas.microsoft.com/office/powerpoint/2010/main" val="33811439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F25EB-E0D4-0292-5A26-B5A24A5B8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500AC-6A04-DDC7-C851-202EEAAE0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2A2982-E9AC-602E-CD04-5C65CAC683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46C2A3-3D9D-B4C1-2290-1735D00A612F}"/>
              </a:ext>
            </a:extLst>
          </p:cNvPr>
          <p:cNvSpPr>
            <a:spLocks noGrp="1"/>
          </p:cNvSpPr>
          <p:nvPr>
            <p:ph type="sldNum" sz="quarter" idx="5"/>
          </p:nvPr>
        </p:nvSpPr>
        <p:spPr/>
        <p:txBody>
          <a:bodyPr/>
          <a:lstStyle/>
          <a:p>
            <a:fld id="{83251742-F350-4E0A-882E-44E34E005EFD}" type="slidenum">
              <a:rPr lang="en-US" smtClean="0"/>
              <a:t>44</a:t>
            </a:fld>
            <a:endParaRPr lang="en-US" dirty="0"/>
          </a:p>
        </p:txBody>
      </p:sp>
    </p:spTree>
    <p:extLst>
      <p:ext uri="{BB962C8B-B14F-4D97-AF65-F5344CB8AC3E}">
        <p14:creationId xmlns:p14="http://schemas.microsoft.com/office/powerpoint/2010/main" val="38245821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1739B-3667-891C-96BE-19F6E894A3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7D5BE-F259-B78C-A7CD-287B87BB6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87B438-A5AC-F6D5-C0D8-7977729371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9AC249-1B6E-4D79-4CAC-A3EE10A92D0D}"/>
              </a:ext>
            </a:extLst>
          </p:cNvPr>
          <p:cNvSpPr>
            <a:spLocks noGrp="1"/>
          </p:cNvSpPr>
          <p:nvPr>
            <p:ph type="sldNum" sz="quarter" idx="5"/>
          </p:nvPr>
        </p:nvSpPr>
        <p:spPr/>
        <p:txBody>
          <a:bodyPr/>
          <a:lstStyle/>
          <a:p>
            <a:fld id="{83251742-F350-4E0A-882E-44E34E005EFD}" type="slidenum">
              <a:rPr lang="en-US" smtClean="0"/>
              <a:t>45</a:t>
            </a:fld>
            <a:endParaRPr lang="en-US" dirty="0"/>
          </a:p>
        </p:txBody>
      </p:sp>
    </p:spTree>
    <p:extLst>
      <p:ext uri="{BB962C8B-B14F-4D97-AF65-F5344CB8AC3E}">
        <p14:creationId xmlns:p14="http://schemas.microsoft.com/office/powerpoint/2010/main" val="2045025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089AF31C-6D63-451B-BE35-F1CE5A8D371B}"/>
              </a:ext>
            </a:extLst>
          </p:cNvPr>
          <p:cNvSpPr>
            <a:spLocks noGrp="1"/>
          </p:cNvSpPr>
          <p:nvPr>
            <p:ph type="ctrTitle" hasCustomPrompt="1"/>
          </p:nvPr>
        </p:nvSpPr>
        <p:spPr>
          <a:xfrm>
            <a:off x="735702" y="503497"/>
            <a:ext cx="4223000" cy="3845891"/>
          </a:xfrm>
        </p:spPr>
        <p:txBody>
          <a:bodyPr/>
          <a:lstStyle>
            <a:lvl1pPr>
              <a:defRPr sz="6000" b="1" spc="1500" baseline="0"/>
            </a:lvl1pPr>
          </a:lstStyle>
          <a:p>
            <a:pPr algn="l"/>
            <a:r>
              <a:rPr lang="en-US" dirty="0"/>
              <a:t>CLICK TO ADD TITLE</a:t>
            </a:r>
          </a:p>
        </p:txBody>
      </p:sp>
      <p:sp>
        <p:nvSpPr>
          <p:cNvPr id="17" name="Subtitle 2">
            <a:extLst>
              <a:ext uri="{FF2B5EF4-FFF2-40B4-BE49-F238E27FC236}">
                <a16:creationId xmlns:a16="http://schemas.microsoft.com/office/drawing/2014/main" id="{7D4FF1DD-E23B-4744-B517-0FC5587EC805}"/>
              </a:ext>
            </a:extLst>
          </p:cNvPr>
          <p:cNvSpPr>
            <a:spLocks noGrp="1"/>
          </p:cNvSpPr>
          <p:nvPr>
            <p:ph type="subTitle" idx="1" hasCustomPrompt="1"/>
          </p:nvPr>
        </p:nvSpPr>
        <p:spPr>
          <a:xfrm>
            <a:off x="735702" y="4441463"/>
            <a:ext cx="4223000" cy="1781123"/>
          </a:xfrm>
        </p:spPr>
        <p:txBody>
          <a:bodyPr/>
          <a:lstStyle>
            <a:lvl1pPr marL="0">
              <a:buNone/>
              <a:defRPr sz="2400" spc="400" baseline="0"/>
            </a:lvl1pPr>
          </a:lstStyle>
          <a:p>
            <a:pPr algn="l"/>
            <a:r>
              <a:rPr lang="en-US" dirty="0"/>
              <a:t>CLICK TO ADD SUBTITLE</a:t>
            </a:r>
          </a:p>
        </p:txBody>
      </p:sp>
      <p:sp>
        <p:nvSpPr>
          <p:cNvPr id="19" name="Graphic 212">
            <a:extLst>
              <a:ext uri="{FF2B5EF4-FFF2-40B4-BE49-F238E27FC236}">
                <a16:creationId xmlns:a16="http://schemas.microsoft.com/office/drawing/2014/main" id="{0E905E14-E19A-49A4-95B0-A4334F09DD52}"/>
              </a:ext>
              <a:ext uri="{C183D7F6-B498-43B3-948B-1728B52AA6E4}">
                <adec:decorative xmlns:adec="http://schemas.microsoft.com/office/drawing/2017/decorative" val="1"/>
              </a:ext>
            </a:extLst>
          </p:cNvPr>
          <p:cNvSpPr/>
          <p:nvPr userDrawn="1"/>
        </p:nvSpPr>
        <p:spPr>
          <a:xfrm>
            <a:off x="10458925" y="819560"/>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0" name="Graphic 212">
            <a:extLst>
              <a:ext uri="{FF2B5EF4-FFF2-40B4-BE49-F238E27FC236}">
                <a16:creationId xmlns:a16="http://schemas.microsoft.com/office/drawing/2014/main" id="{F99F5C16-D21E-4159-9011-D83D6294542A}"/>
              </a:ext>
              <a:ext uri="{C183D7F6-B498-43B3-948B-1728B52AA6E4}">
                <adec:decorative xmlns:adec="http://schemas.microsoft.com/office/drawing/2017/decorative" val="1"/>
              </a:ext>
            </a:extLst>
          </p:cNvPr>
          <p:cNvSpPr/>
          <p:nvPr userDrawn="1"/>
        </p:nvSpPr>
        <p:spPr>
          <a:xfrm>
            <a:off x="10458925" y="819560"/>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98" name="Picture Placeholder 197">
            <a:extLst>
              <a:ext uri="{FF2B5EF4-FFF2-40B4-BE49-F238E27FC236}">
                <a16:creationId xmlns:a16="http://schemas.microsoft.com/office/drawing/2014/main" id="{F9D3FB22-FF74-4855-A816-8D13507F1A88}"/>
              </a:ext>
            </a:extLst>
          </p:cNvPr>
          <p:cNvSpPr>
            <a:spLocks noGrp="1"/>
          </p:cNvSpPr>
          <p:nvPr>
            <p:ph type="pic" sz="quarter" idx="13" hasCustomPrompt="1"/>
          </p:nvPr>
        </p:nvSpPr>
        <p:spPr>
          <a:xfrm>
            <a:off x="5467894" y="587120"/>
            <a:ext cx="5290998" cy="5290998"/>
          </a:xfrm>
          <a:custGeom>
            <a:avLst/>
            <a:gdLst>
              <a:gd name="connsiteX0" fmla="*/ 2645499 w 5290998"/>
              <a:gd name="connsiteY0" fmla="*/ 0 h 5290998"/>
              <a:gd name="connsiteX1" fmla="*/ 5290998 w 5290998"/>
              <a:gd name="connsiteY1" fmla="*/ 2645499 h 5290998"/>
              <a:gd name="connsiteX2" fmla="*/ 2645499 w 5290998"/>
              <a:gd name="connsiteY2" fmla="*/ 5290998 h 5290998"/>
              <a:gd name="connsiteX3" fmla="*/ 0 w 5290998"/>
              <a:gd name="connsiteY3" fmla="*/ 2645499 h 5290998"/>
              <a:gd name="connsiteX4" fmla="*/ 2645499 w 5290998"/>
              <a:gd name="connsiteY4" fmla="*/ 0 h 5290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p:spPr>
        <p:txBody>
          <a:bodyPr wrap="square">
            <a:noAutofit/>
          </a:bodyPr>
          <a:lstStyle>
            <a:lvl1pPr algn="ctr">
              <a:buNone/>
              <a:defRPr/>
            </a:lvl1pPr>
          </a:lstStyle>
          <a:p>
            <a:r>
              <a:rPr lang="en-US" dirty="0"/>
              <a:t>Click to add photo</a:t>
            </a:r>
          </a:p>
        </p:txBody>
      </p:sp>
      <p:grpSp>
        <p:nvGrpSpPr>
          <p:cNvPr id="7" name="Graphic 190">
            <a:extLst>
              <a:ext uri="{FF2B5EF4-FFF2-40B4-BE49-F238E27FC236}">
                <a16:creationId xmlns:a16="http://schemas.microsoft.com/office/drawing/2014/main" id="{17EAC1B1-556C-4228-8079-3D901DC59A88}"/>
              </a:ext>
              <a:ext uri="{C183D7F6-B498-43B3-948B-1728B52AA6E4}">
                <adec:decorative xmlns:adec="http://schemas.microsoft.com/office/drawing/2017/decorative" val="1"/>
              </a:ext>
            </a:extLst>
          </p:cNvPr>
          <p:cNvGrpSpPr/>
          <p:nvPr userDrawn="1"/>
        </p:nvGrpSpPr>
        <p:grpSpPr>
          <a:xfrm>
            <a:off x="4958702" y="964250"/>
            <a:ext cx="1591731" cy="537747"/>
            <a:chOff x="2504802" y="1755501"/>
            <a:chExt cx="1591731" cy="537747"/>
          </a:xfrm>
          <a:solidFill>
            <a:schemeClr val="tx1"/>
          </a:solidFill>
        </p:grpSpPr>
        <p:sp>
          <p:nvSpPr>
            <p:cNvPr id="8" name="Freeform: Shape 7">
              <a:extLst>
                <a:ext uri="{FF2B5EF4-FFF2-40B4-BE49-F238E27FC236}">
                  <a16:creationId xmlns:a16="http://schemas.microsoft.com/office/drawing/2014/main" id="{00A0FE21-F756-4726-9EC7-46DFECEEA9C4}"/>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B058B96D-C47B-4B24-BDCB-76960C6093C2}"/>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0" name="Graphic 4">
            <a:extLst>
              <a:ext uri="{FF2B5EF4-FFF2-40B4-BE49-F238E27FC236}">
                <a16:creationId xmlns:a16="http://schemas.microsoft.com/office/drawing/2014/main" id="{7058F75D-7E47-484C-A8EE-2222806808AB}"/>
              </a:ext>
              <a:ext uri="{C183D7F6-B498-43B3-948B-1728B52AA6E4}">
                <adec:decorative xmlns:adec="http://schemas.microsoft.com/office/drawing/2017/decorative" val="1"/>
              </a:ext>
            </a:extLst>
          </p:cNvPr>
          <p:cNvGrpSpPr/>
          <p:nvPr userDrawn="1"/>
        </p:nvGrpSpPr>
        <p:grpSpPr>
          <a:xfrm>
            <a:off x="9594816" y="4332008"/>
            <a:ext cx="1861481" cy="1861499"/>
            <a:chOff x="5734037" y="3067039"/>
            <a:chExt cx="724483" cy="724489"/>
          </a:xfrm>
          <a:solidFill>
            <a:schemeClr val="tx1"/>
          </a:solidFill>
        </p:grpSpPr>
        <p:sp>
          <p:nvSpPr>
            <p:cNvPr id="11" name="Freeform: Shape 10">
              <a:extLst>
                <a:ext uri="{FF2B5EF4-FFF2-40B4-BE49-F238E27FC236}">
                  <a16:creationId xmlns:a16="http://schemas.microsoft.com/office/drawing/2014/main" id="{F1AC0594-B604-4B5F-8735-5032813BC0BE}"/>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CC76D1BD-7300-4354-BCA3-07E1D3ED20C7}"/>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DD9F6A88-7F99-4DBB-95B6-90D13BF6D6DA}"/>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E50E3B4-971A-4855-9C0F-87C90BD703A8}"/>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ADF73B02-8ED1-493F-BD6A-3884CA50ED50}"/>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2C8712CC-BAA8-4123-A8AB-B659FFA7B464}"/>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2DF71CDC-593D-45ED-A324-B6288F88EFCD}"/>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CCA641C0-F983-4E9C-89A5-4E177BC394FB}"/>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6770500E-AF98-4D78-A6FE-9B24BFC8BCCF}"/>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4" name="Freeform: Shape 23">
              <a:extLst>
                <a:ext uri="{FF2B5EF4-FFF2-40B4-BE49-F238E27FC236}">
                  <a16:creationId xmlns:a16="http://schemas.microsoft.com/office/drawing/2014/main" id="{12C4091D-60DA-42BB-989C-B9ADE5525C55}"/>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168590E5-C6C5-44A5-9C28-E0516B919B26}"/>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D7AA5261-59D2-4ED0-A2DA-395652A5C70D}"/>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AD9FFE92-A04B-4BE2-A938-B2675AE1E4A9}"/>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9A2D6B82-69E6-428B-BF32-6ABF1DCBF39E}"/>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E2391CDF-0046-492E-9224-705121E92BA6}"/>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4661FF79-5959-476B-8D56-5137DD91153A}"/>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5DD68B4F-AD2D-48FC-A01D-0589F0B15BC9}"/>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0CE2168C-1A33-414B-B7F0-9188533278AD}"/>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20A0A7DC-BC4D-4658-905C-14DBA34206DD}"/>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D9A197B0-B38E-4006-AE4C-5E1AFEE64B64}"/>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911798F5-39E5-4F5D-A832-451D9B45AA39}"/>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D9E60DA4-B7B2-4142-8B10-8414CFC3E4EE}"/>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ED4CCCD2-6559-45FB-B74C-7DD51F558905}"/>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5DDC2BEF-F322-4173-A403-106EED2F9773}"/>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6611933B-49E7-46D2-88DB-CC46B84EA0BB}"/>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D26A659F-FEA4-4E9C-B74E-996BEF9BAF23}"/>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3B7E01FF-EBD3-4B8F-9D28-2BEF788A1ECA}"/>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3FCADC36-D67A-4261-A9F3-C82E3F961AB5}"/>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DBDB8408-0CFF-4820-9C69-EB049E017A8E}"/>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180B22E1-999D-4EAE-8A3A-FB51E4D601FF}"/>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C472FB3F-9113-40FB-B184-A41C3CDC8FAD}"/>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92A10ABE-BF04-45F7-8D84-7BBE9A34DC44}"/>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B6CE03A-283C-4DDA-A450-BFD1FD41963B}"/>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C8E8007A-8733-4C6C-B1FD-8DF1A6C1AF23}"/>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BC57FD03-B434-4A33-AE85-95F31E63AE51}"/>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E121A789-B48C-49DD-98FB-879911D2BA08}"/>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3073C7CF-979E-4BEC-983D-3D8BBB37DF19}"/>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7AD34EE0-D604-4366-86AC-0A827066E845}"/>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485F29D7-9277-414F-9BAD-29BFF7336A51}"/>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9A64418C-82A1-496D-B6FE-52CD0CD6CF1F}"/>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4D8AB15-4DC2-4740-946A-935B5528A6AA}"/>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F000FEC-BF88-43AA-991B-6D41B9D0AC97}"/>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330ACECF-61D6-4C22-AA82-C2BDD14F748B}"/>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81713DD5-B976-4481-AFB1-4DF6E405F2F4}"/>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BDED42A2-3A8B-4917-AA5F-4701CF55B06C}"/>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41FA0359-2B30-4C28-B9E3-7B860F27F7AF}"/>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08DB39A9-E0D4-4062-B61D-8F0291F9E262}"/>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7DC486B3-544A-47B1-B863-6850F1E6CC26}"/>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BBD7A989-1CD0-4707-94A2-D0DE6ABB4501}"/>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854C381-9625-44C6-B8C4-7A6E633427ED}"/>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A87D99B0-2F49-44C3-80EA-BE31161CBD84}"/>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A20E3370-A797-44AB-8EEB-028D67C302D5}"/>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EEE4C8D-07ED-400A-A39C-9972431904D7}"/>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CFB4C9CE-63F9-4607-A87D-FCC81E6C0440}"/>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2BBCEC67-B22C-432E-88CC-32FBBE738F5C}"/>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981E4161-0852-4BB4-937E-CF542BE145F4}"/>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C3F4CDB4-B460-436F-8935-7256EC8D8277}"/>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287381-4AC6-40FE-8B73-E5343B936CF6}"/>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870CEB87-64E7-497A-9004-674EF56DB66B}"/>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AA83EE66-3B0A-40AA-B447-948D3629948E}"/>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73CE790E-1EBD-4FF2-ABA5-E9F9909B3C12}"/>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779390BB-7393-4A0C-A3C3-2F87CA36E507}"/>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51607083-A696-47D0-A23B-38DE4AFF7AC1}"/>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F4E8C456-7AE6-48DB-AB2B-2F5699DAE2B0}"/>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5C66ABC1-18DB-4060-BE7C-ABA9F5341702}"/>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602375B-D728-43C4-B0BB-6DC1BD80E85E}"/>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03F9707C-4543-44EB-BD69-F109896D901B}"/>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662906B9-FB8C-4EB7-8A48-74429E0C9A41}"/>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1CFD115B-47BE-4B12-B634-5D02E38AB3EA}"/>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2E8D9F34-CDC5-4CBE-A13C-6A3756E5196A}"/>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F85CC0FE-CB51-488B-BE41-682BC3109E28}"/>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3169F838-03DE-4318-B3DA-EAD60079D3B0}"/>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A3409050-4729-4D3D-A5F1-2B9EE1DA1A0D}"/>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235D7858-91A3-4A37-8A44-2745C5CF51A9}"/>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ACE45589-6512-4E12-8AF2-58097C53410B}"/>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7378472F-639B-4781-9C3D-9971CBE63381}"/>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203117FB-3A1E-45EA-9FD9-C55376718100}"/>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88FD6B76-8922-4326-B4EF-224D0F84C1F3}"/>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20BD5AB4-F53C-41C7-A994-8C27AAC465C4}"/>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5BF0B5EF-5225-434F-B111-6D27F4DEA52C}"/>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075C9704-75F3-4462-9D0A-71AA900E5BA2}"/>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95DF39F-F152-472F-8300-23665D5ECF8C}"/>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B230A2E4-CF3A-40B0-82D3-071FBBB4DC87}"/>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14F4EFE1-9FAE-4B22-826B-08FBDCE9CC4B}"/>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CDD6C517-57BE-46B7-8E72-C8C864024886}"/>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A3EB106C-FE6E-47B3-9C32-045FD059A5C7}"/>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B4E8BF7-B94B-47BD-A9B5-AFF3570C76E0}"/>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A3A49C6-8C8C-42A9-AEAD-FE76067F839A}"/>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18892BBF-F46F-4DEA-8D34-3C538865B994}"/>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42DBE679-46C1-4D6B-9190-B66FF7563ABF}"/>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6D80698F-E689-4561-9B1A-1B8D313AEF01}"/>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BED22A39-2211-4EAE-80B5-2A0800B3FBE7}"/>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D52B1A57-3DF6-4349-8A94-F1CA8F79E912}"/>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A3DDACCC-9A89-4A3E-8B8B-D3C062EA0A8C}"/>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DCFB23EC-77E1-454E-89A8-A9505579EA61}"/>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D311997D-5BCF-4D6F-9DA6-0A785957477B}"/>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07840B74-C9E0-4A04-96FF-AA02BCFDB02B}"/>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87D3E292-5664-4793-BA90-21852910B63B}"/>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8C9E486E-3CA3-415B-8234-7C6636CD49CC}"/>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C4A1881C-F2E0-4A98-9531-830ED84695BB}"/>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9617FDA1-12E1-49C5-98B3-CF0EC51D3E8C}"/>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CE736797-BBA8-488E-9B8E-96141B31F87E}"/>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C73D3F27-0A3D-4BF0-A29C-838DEB935C45}"/>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AA1FF25D-1187-4216-AD04-F69565C8BCC7}"/>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D3F96302-FE92-4A2E-9414-DC957DF770C9}"/>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346FC647-7685-4E4E-9B52-786EA9A156F7}"/>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1BF63F78-A1EF-4B61-A6AA-C0362F554376}"/>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CED61726-4F2E-450C-AEE9-72871D6855C6}"/>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57E8AD24-B31D-454E-B2C8-33B7FAAB9F61}"/>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AA46020A-35C3-4894-A14C-D58A6DDFF9BE}"/>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8E785BAB-0F71-4BAB-8D7C-4C2BF12728C4}"/>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D1753E06-E6F0-4D65-BC47-0E47F399F448}"/>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E77E25CE-9710-4B73-AD5E-49A4DA075D23}"/>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281B070-7790-498A-BE64-AD6A8EED8C0C}"/>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BDEA3D1C-E147-472E-85DA-E8AEB7644764}"/>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08B4F711-6F99-4E44-88A4-8345F466B2B3}"/>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0401F175-D0DF-4BCA-9BE2-B992286B1593}"/>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72BED0ED-50C5-4726-B1B3-F7B58DD4C255}"/>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8D624348-F503-4817-9CA8-09F43150C5BB}"/>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E05DE4EB-7FC0-45E8-A5A4-FE0C12A4D23C}"/>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380D6E47-DFA0-49F8-B8AC-45BECE747D45}"/>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B0355008-C2C8-4091-A461-DEDD212620A4}"/>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3A070C1D-423C-45EC-BABD-2AB764379E9B}"/>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ED6D6F88-6E0D-43A8-A572-C2A45D7E6D76}"/>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7435BDD-8A00-43E8-B980-6745E1F84244}"/>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6B652F89-76D1-41E7-92CB-9A456A09BDA1}"/>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105F5D2E-BDFE-4F13-82B3-12B50A630D02}"/>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3A273CB3-FB72-46BE-AD13-7FA701AEE95A}"/>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89CE35BE-CE0C-4893-B2C6-50678CC06FB2}"/>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48971D8C-C4B7-44D5-9AB4-858D5301EC31}"/>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5ACEE734-6DD7-46E2-A1A9-CEE34EDE6647}"/>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0740BF61-C964-49F9-AA06-1BAA78F8A1F2}"/>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17A8C672-80A0-4CB1-9A69-285E6E2B8354}"/>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8ED5360A-4B30-4716-A288-DC492291B700}"/>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64D4DB77-3361-44E4-85D9-73E2952D1A1C}"/>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B87FFE29-EEE8-410A-B16D-A39D63B65DBD}"/>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7FFB4B78-2AC0-4AF4-8508-25122AC6DC06}"/>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4BDB7689-92D1-48E9-8290-59C80C654419}"/>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3A45B0ED-6D49-4BC2-A8C6-DCB8C47309D6}"/>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4F2277B0-CA2C-4C4D-886E-A8BB5C3A6F52}"/>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58D4EC10-F99B-4BE4-89B6-834B1616867C}"/>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4D9035AB-20FC-4026-8475-CA8ECF6778B3}"/>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9020D706-6962-405A-8331-D597DC0D1A11}"/>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DF578D57-B7A5-4238-A263-2E65D253F46D}"/>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4FE956D7-DBF3-4CA6-88C5-20C156EF5F93}"/>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9632A64-B98F-4324-A376-137F2FBA92D4}"/>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141AA47A-2218-41A9-8E27-AF0652183A5F}"/>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475085E3-7E18-429A-82F9-A4DF606F56BD}"/>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A5E41EA3-AAF0-46A3-920B-9DBD36AE2E8D}"/>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683D64B3-0315-4624-8675-5B768069C714}"/>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52AB4059-8E15-4439-8B16-54ADF3358C4C}"/>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12184488-1E03-46C9-91F7-55AABB8D478A}"/>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A389773B-102C-4C8B-9C32-610AEEE77366}"/>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166BF649-A9F2-4B11-80D0-32DF3F5A3230}"/>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61EB4D7B-F497-4FBF-8130-E4ECF28F8BA5}"/>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D883741A-5097-469D-A7A9-C743F80ECBD5}"/>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FC3A26E3-D2A0-40FC-9A92-B6238BB11570}"/>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2087A775-76DD-4F9C-B8E5-86EB3BF366DD}"/>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6D846DE1-54E3-4C00-B45A-553B7F3FD30C}"/>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ABBF9824-3B15-4F04-8C4E-09B799538C44}"/>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01B5C75E-CCEF-4EEA-859D-4C251F3AE97C}"/>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A254139D-5D72-478D-89BE-DBC64CD27C88}"/>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71EFFC33-CB59-469A-AE58-5CA89469EE80}"/>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C0D017A2-9FAB-4DFD-9624-E10B7C0C1673}"/>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DADC6512-13AB-4407-937C-A389D565FCD9}"/>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1CEFC24B-FFC2-47B3-BD7A-7CABF1AE4D9B}"/>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F0C49246-6A98-4333-949E-46BDAD9321B7}"/>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F707CE6A-7685-4D70-813E-6D2B46FBB41B}"/>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9110FD0D-D3A6-4760-8827-B70ADFC98296}"/>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545414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63" name="Title 1">
            <a:extLst>
              <a:ext uri="{FF2B5EF4-FFF2-40B4-BE49-F238E27FC236}">
                <a16:creationId xmlns:a16="http://schemas.microsoft.com/office/drawing/2014/main" id="{2FFD95FE-CF54-4D0D-B9CE-45AA55C01C56}"/>
              </a:ext>
            </a:extLst>
          </p:cNvPr>
          <p:cNvSpPr>
            <a:spLocks noGrp="1"/>
          </p:cNvSpPr>
          <p:nvPr>
            <p:ph type="title"/>
          </p:nvPr>
        </p:nvSpPr>
        <p:spPr>
          <a:xfrm>
            <a:off x="946521" y="396117"/>
            <a:ext cx="5217172" cy="1158857"/>
          </a:xfrm>
        </p:spPr>
        <p:txBody>
          <a:bodyPr anchor="b">
            <a:normAutofit/>
          </a:bodyPr>
          <a:lstStyle/>
          <a:p>
            <a:endParaRPr lang="en-US" dirty="0"/>
          </a:p>
        </p:txBody>
      </p:sp>
      <p:sp>
        <p:nvSpPr>
          <p:cNvPr id="67" name="Content Placeholder 2">
            <a:extLst>
              <a:ext uri="{FF2B5EF4-FFF2-40B4-BE49-F238E27FC236}">
                <a16:creationId xmlns:a16="http://schemas.microsoft.com/office/drawing/2014/main" id="{A48A24A0-F838-4EF0-9789-84A25CDA371F}"/>
              </a:ext>
            </a:extLst>
          </p:cNvPr>
          <p:cNvSpPr>
            <a:spLocks noGrp="1"/>
          </p:cNvSpPr>
          <p:nvPr>
            <p:ph idx="1" hasCustomPrompt="1"/>
          </p:nvPr>
        </p:nvSpPr>
        <p:spPr>
          <a:xfrm>
            <a:off x="946520" y="1747592"/>
            <a:ext cx="5217173" cy="4351338"/>
          </a:xfrm>
        </p:spPr>
        <p:txBody>
          <a:bodyPr>
            <a:normAutofit/>
          </a:bodyPr>
          <a:lstStyle>
            <a:lvl1pPr>
              <a:buNone/>
              <a:defRPr sz="2400"/>
            </a:lvl1pPr>
          </a:lstStyle>
          <a:p>
            <a:pPr>
              <a:lnSpc>
                <a:spcPct val="130000"/>
              </a:lnSpc>
            </a:pPr>
            <a:r>
              <a:rPr lang="en-US" dirty="0"/>
              <a:t>Click to add text</a:t>
            </a:r>
          </a:p>
        </p:txBody>
      </p:sp>
      <p:grpSp>
        <p:nvGrpSpPr>
          <p:cNvPr id="64" name="Group 63">
            <a:extLst>
              <a:ext uri="{FF2B5EF4-FFF2-40B4-BE49-F238E27FC236}">
                <a16:creationId xmlns:a16="http://schemas.microsoft.com/office/drawing/2014/main" id="{D375A7AC-BF9B-4E33-9275-2E93A2356717}"/>
              </a:ext>
              <a:ext uri="{C183D7F6-B498-43B3-948B-1728B52AA6E4}">
                <adec:decorative xmlns:adec="http://schemas.microsoft.com/office/drawing/2017/decorative" val="1"/>
              </a:ext>
            </a:extLst>
          </p:cNvPr>
          <p:cNvGrpSpPr/>
          <p:nvPr userDrawn="1"/>
        </p:nvGrpSpPr>
        <p:grpSpPr>
          <a:xfrm>
            <a:off x="10791258" y="619275"/>
            <a:ext cx="932200" cy="932200"/>
            <a:chOff x="10791258" y="619275"/>
            <a:chExt cx="932200" cy="932200"/>
          </a:xfrm>
        </p:grpSpPr>
        <p:sp>
          <p:nvSpPr>
            <p:cNvPr id="65" name="Graphic 212">
              <a:extLst>
                <a:ext uri="{FF2B5EF4-FFF2-40B4-BE49-F238E27FC236}">
                  <a16:creationId xmlns:a16="http://schemas.microsoft.com/office/drawing/2014/main" id="{85ABF6A1-1709-478F-8EE1-8ED4BA476AAF}"/>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66" name="Graphic 212">
              <a:extLst>
                <a:ext uri="{FF2B5EF4-FFF2-40B4-BE49-F238E27FC236}">
                  <a16:creationId xmlns:a16="http://schemas.microsoft.com/office/drawing/2014/main" id="{F7AC3222-4630-4039-9CC2-7DFAFF9169C0}"/>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68" name="Group 67">
            <a:extLst>
              <a:ext uri="{FF2B5EF4-FFF2-40B4-BE49-F238E27FC236}">
                <a16:creationId xmlns:a16="http://schemas.microsoft.com/office/drawing/2014/main" id="{7DF52B12-FE86-4DDD-AF1A-6B41C03D58C7}"/>
              </a:ext>
              <a:ext uri="{C183D7F6-B498-43B3-948B-1728B52AA6E4}">
                <adec:decorative xmlns:adec="http://schemas.microsoft.com/office/drawing/2017/decorative" val="1"/>
              </a:ext>
            </a:extLst>
          </p:cNvPr>
          <p:cNvGrpSpPr/>
          <p:nvPr userDrawn="1"/>
        </p:nvGrpSpPr>
        <p:grpSpPr>
          <a:xfrm>
            <a:off x="8340966" y="406894"/>
            <a:ext cx="1598829" cy="531293"/>
            <a:chOff x="6491531" y="1420258"/>
            <a:chExt cx="1598829" cy="531293"/>
          </a:xfrm>
          <a:solidFill>
            <a:schemeClr val="tx1"/>
          </a:solidFill>
        </p:grpSpPr>
        <p:grpSp>
          <p:nvGrpSpPr>
            <p:cNvPr id="69" name="Graphic 190">
              <a:extLst>
                <a:ext uri="{FF2B5EF4-FFF2-40B4-BE49-F238E27FC236}">
                  <a16:creationId xmlns:a16="http://schemas.microsoft.com/office/drawing/2014/main" id="{2116FBAA-B79C-49A5-8E88-A279EFA5B7B3}"/>
                </a:ext>
              </a:extLst>
            </p:cNvPr>
            <p:cNvGrpSpPr/>
            <p:nvPr/>
          </p:nvGrpSpPr>
          <p:grpSpPr>
            <a:xfrm>
              <a:off x="6491531" y="1420258"/>
              <a:ext cx="1598829" cy="531293"/>
              <a:chOff x="2504802" y="1755501"/>
              <a:chExt cx="1598829" cy="531293"/>
            </a:xfrm>
            <a:grpFill/>
          </p:grpSpPr>
          <p:sp>
            <p:nvSpPr>
              <p:cNvPr id="73" name="Freeform: Shape 72">
                <a:extLst>
                  <a:ext uri="{FF2B5EF4-FFF2-40B4-BE49-F238E27FC236}">
                    <a16:creationId xmlns:a16="http://schemas.microsoft.com/office/drawing/2014/main" id="{AB551F93-DA92-4AC3-95C8-9307053CB16E}"/>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8516C11B-EA76-4428-886F-8C1732C01C6E}"/>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70" name="Graphic 190">
              <a:extLst>
                <a:ext uri="{FF2B5EF4-FFF2-40B4-BE49-F238E27FC236}">
                  <a16:creationId xmlns:a16="http://schemas.microsoft.com/office/drawing/2014/main" id="{A441CF3F-BD6E-4F41-AC14-459EC4EC285D}"/>
                </a:ext>
              </a:extLst>
            </p:cNvPr>
            <p:cNvGrpSpPr/>
            <p:nvPr/>
          </p:nvGrpSpPr>
          <p:grpSpPr>
            <a:xfrm>
              <a:off x="6491531" y="1420258"/>
              <a:ext cx="1598829" cy="531293"/>
              <a:chOff x="2504802" y="1755501"/>
              <a:chExt cx="1598829" cy="531293"/>
            </a:xfrm>
            <a:grpFill/>
          </p:grpSpPr>
          <p:sp>
            <p:nvSpPr>
              <p:cNvPr id="71" name="Freeform: Shape 70">
                <a:extLst>
                  <a:ext uri="{FF2B5EF4-FFF2-40B4-BE49-F238E27FC236}">
                    <a16:creationId xmlns:a16="http://schemas.microsoft.com/office/drawing/2014/main" id="{A16C0430-050F-43D2-A2B1-ABD897245214}"/>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166518E2-28DD-4E85-A75C-04671AC1E4E9}"/>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sp>
        <p:nvSpPr>
          <p:cNvPr id="422" name="Picture Placeholder 420">
            <a:extLst>
              <a:ext uri="{FF2B5EF4-FFF2-40B4-BE49-F238E27FC236}">
                <a16:creationId xmlns:a16="http://schemas.microsoft.com/office/drawing/2014/main" id="{57A3A5EC-6447-43F5-AFC3-31A04E79B5D3}"/>
              </a:ext>
            </a:extLst>
          </p:cNvPr>
          <p:cNvSpPr>
            <a:spLocks noGrp="1"/>
          </p:cNvSpPr>
          <p:nvPr>
            <p:ph type="pic" sz="quarter" idx="13" hasCustomPrompt="1"/>
          </p:nvPr>
        </p:nvSpPr>
        <p:spPr>
          <a:xfrm>
            <a:off x="7253022" y="1820335"/>
            <a:ext cx="3555042" cy="3217332"/>
          </a:xfrm>
        </p:spPr>
        <p:txBody>
          <a:bodyPr/>
          <a:lstStyle>
            <a:lvl1pPr>
              <a:buNone/>
              <a:defRPr/>
            </a:lvl1pPr>
          </a:lstStyle>
          <a:p>
            <a:r>
              <a:rPr lang="en-US" dirty="0"/>
              <a:t>Click to add photo</a:t>
            </a:r>
          </a:p>
        </p:txBody>
      </p:sp>
      <p:sp>
        <p:nvSpPr>
          <p:cNvPr id="417" name="Date Placeholder 178">
            <a:extLst>
              <a:ext uri="{FF2B5EF4-FFF2-40B4-BE49-F238E27FC236}">
                <a16:creationId xmlns:a16="http://schemas.microsoft.com/office/drawing/2014/main" id="{9C6A9B17-D957-4CF3-A824-A890F18800ED}"/>
              </a:ext>
            </a:extLst>
          </p:cNvPr>
          <p:cNvSpPr>
            <a:spLocks noGrp="1"/>
          </p:cNvSpPr>
          <p:nvPr>
            <p:ph type="dt" sz="half" idx="10"/>
          </p:nvPr>
        </p:nvSpPr>
        <p:spPr>
          <a:xfrm>
            <a:off x="838200" y="6356350"/>
            <a:ext cx="2743200" cy="365125"/>
          </a:xfrm>
        </p:spPr>
        <p:txBody>
          <a:bodyPr/>
          <a:lstStyle/>
          <a:p>
            <a:r>
              <a:rPr lang="en-US" dirty="0"/>
              <a:t>2/1/XXXXX</a:t>
            </a:r>
          </a:p>
        </p:txBody>
      </p:sp>
      <p:sp>
        <p:nvSpPr>
          <p:cNvPr id="418" name="Footer Placeholder 179">
            <a:extLst>
              <a:ext uri="{FF2B5EF4-FFF2-40B4-BE49-F238E27FC236}">
                <a16:creationId xmlns:a16="http://schemas.microsoft.com/office/drawing/2014/main" id="{65C961B3-B0C8-48E2-9355-EDB8900547F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419" name="Slide Number Placeholder 180">
            <a:extLst>
              <a:ext uri="{FF2B5EF4-FFF2-40B4-BE49-F238E27FC236}">
                <a16:creationId xmlns:a16="http://schemas.microsoft.com/office/drawing/2014/main" id="{4017AA8E-8B4E-424D-82C3-A27D3D78F517}"/>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t>‹#›</a:t>
            </a:fld>
            <a:endParaRPr lang="en-US" dirty="0"/>
          </a:p>
        </p:txBody>
      </p:sp>
    </p:spTree>
    <p:extLst>
      <p:ext uri="{BB962C8B-B14F-4D97-AF65-F5344CB8AC3E}">
        <p14:creationId xmlns:p14="http://schemas.microsoft.com/office/powerpoint/2010/main" val="336828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CE07BA9F-0080-414E-8833-4B6D85E7F3EE}"/>
              </a:ext>
            </a:extLst>
          </p:cNvPr>
          <p:cNvSpPr>
            <a:spLocks noGrp="1"/>
          </p:cNvSpPr>
          <p:nvPr>
            <p:ph type="title"/>
          </p:nvPr>
        </p:nvSpPr>
        <p:spPr>
          <a:xfrm>
            <a:off x="838201" y="732391"/>
            <a:ext cx="5257799" cy="1314996"/>
          </a:xfrm>
        </p:spPr>
        <p:txBody>
          <a:bodyPr anchor="b"/>
          <a:lstStyle/>
          <a:p>
            <a:endParaRPr lang="en-US" dirty="0"/>
          </a:p>
        </p:txBody>
      </p:sp>
      <p:sp>
        <p:nvSpPr>
          <p:cNvPr id="20" name="Content Placeholder 2">
            <a:extLst>
              <a:ext uri="{FF2B5EF4-FFF2-40B4-BE49-F238E27FC236}">
                <a16:creationId xmlns:a16="http://schemas.microsoft.com/office/drawing/2014/main" id="{438D53F6-8652-4F18-82CF-5FA5A6DB05F9}"/>
              </a:ext>
            </a:extLst>
          </p:cNvPr>
          <p:cNvSpPr>
            <a:spLocks noGrp="1"/>
          </p:cNvSpPr>
          <p:nvPr>
            <p:ph idx="1" hasCustomPrompt="1"/>
          </p:nvPr>
        </p:nvSpPr>
        <p:spPr>
          <a:xfrm>
            <a:off x="838201" y="2167932"/>
            <a:ext cx="5257799" cy="3882959"/>
          </a:xfrm>
        </p:spPr>
        <p:txBody>
          <a:bodyPr>
            <a:normAutofit/>
          </a:bodyPr>
          <a:lstStyle>
            <a:lvl1pPr marL="0" indent="0">
              <a:lnSpc>
                <a:spcPct val="90000"/>
              </a:lnSpc>
              <a:buNone/>
              <a:defRPr sz="1800"/>
            </a:lvl1pPr>
          </a:lstStyle>
          <a:p>
            <a:pPr>
              <a:lnSpc>
                <a:spcPct val="130000"/>
              </a:lnSpc>
            </a:pPr>
            <a:r>
              <a:rPr lang="en-US" dirty="0"/>
              <a:t>Click to add text</a:t>
            </a:r>
          </a:p>
        </p:txBody>
      </p:sp>
      <p:grpSp>
        <p:nvGrpSpPr>
          <p:cNvPr id="3" name="Group 2">
            <a:extLst>
              <a:ext uri="{FF2B5EF4-FFF2-40B4-BE49-F238E27FC236}">
                <a16:creationId xmlns:a16="http://schemas.microsoft.com/office/drawing/2014/main" id="{C7889367-AA88-4B31-A223-EF3FCC731813}"/>
              </a:ext>
              <a:ext uri="{C183D7F6-B498-43B3-948B-1728B52AA6E4}">
                <adec:decorative xmlns:adec="http://schemas.microsoft.com/office/drawing/2017/decorative" val="1"/>
              </a:ext>
            </a:extLst>
          </p:cNvPr>
          <p:cNvGrpSpPr/>
          <p:nvPr userDrawn="1"/>
        </p:nvGrpSpPr>
        <p:grpSpPr>
          <a:xfrm flipV="1">
            <a:off x="2" y="6191250"/>
            <a:ext cx="630153" cy="666750"/>
            <a:chOff x="1" y="2"/>
            <a:chExt cx="2232251" cy="2361890"/>
          </a:xfrm>
        </p:grpSpPr>
        <p:sp>
          <p:nvSpPr>
            <p:cNvPr id="16" name="Freeform: Shape 15">
              <a:extLst>
                <a:ext uri="{FF2B5EF4-FFF2-40B4-BE49-F238E27FC236}">
                  <a16:creationId xmlns:a16="http://schemas.microsoft.com/office/drawing/2014/main" id="{7C9AB4B8-C106-4540-81BA-4388E2B81283}"/>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1" name="Freeform: Shape 20">
              <a:extLst>
                <a:ext uri="{FF2B5EF4-FFF2-40B4-BE49-F238E27FC236}">
                  <a16:creationId xmlns:a16="http://schemas.microsoft.com/office/drawing/2014/main" id="{690E7B3D-DBE9-40C9-9D00-F8038C4D447F}"/>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grpSp>
      <p:grpSp>
        <p:nvGrpSpPr>
          <p:cNvPr id="4" name="Group 3">
            <a:extLst>
              <a:ext uri="{FF2B5EF4-FFF2-40B4-BE49-F238E27FC236}">
                <a16:creationId xmlns:a16="http://schemas.microsoft.com/office/drawing/2014/main" id="{639AC4BF-D84C-4F05-A8BF-A365C3B75C5E}"/>
              </a:ext>
              <a:ext uri="{C183D7F6-B498-43B3-948B-1728B52AA6E4}">
                <adec:decorative xmlns:adec="http://schemas.microsoft.com/office/drawing/2017/decorative" val="1"/>
              </a:ext>
            </a:extLst>
          </p:cNvPr>
          <p:cNvGrpSpPr/>
          <p:nvPr userDrawn="1"/>
        </p:nvGrpSpPr>
        <p:grpSpPr>
          <a:xfrm rot="16200000">
            <a:off x="8835619" y="58817"/>
            <a:ext cx="3432581" cy="3293393"/>
            <a:chOff x="8759419" y="3564607"/>
            <a:chExt cx="3432581" cy="3293393"/>
          </a:xfrm>
        </p:grpSpPr>
        <p:sp>
          <p:nvSpPr>
            <p:cNvPr id="23" name="Freeform: Shape 22">
              <a:extLst>
                <a:ext uri="{FF2B5EF4-FFF2-40B4-BE49-F238E27FC236}">
                  <a16:creationId xmlns:a16="http://schemas.microsoft.com/office/drawing/2014/main" id="{6EE44D66-158A-482A-B586-9251844C2455}"/>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Freeform: Shape 23">
              <a:extLst>
                <a:ext uri="{FF2B5EF4-FFF2-40B4-BE49-F238E27FC236}">
                  <a16:creationId xmlns:a16="http://schemas.microsoft.com/office/drawing/2014/main" id="{1538A9F0-F51C-490F-8D45-3E8D5EA1940F}"/>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37" name="Picture Placeholder 34">
            <a:extLst>
              <a:ext uri="{FF2B5EF4-FFF2-40B4-BE49-F238E27FC236}">
                <a16:creationId xmlns:a16="http://schemas.microsoft.com/office/drawing/2014/main" id="{4D354E56-8681-43D1-8F37-55BD576D7DFB}"/>
              </a:ext>
            </a:extLst>
          </p:cNvPr>
          <p:cNvSpPr>
            <a:spLocks noGrp="1"/>
          </p:cNvSpPr>
          <p:nvPr>
            <p:ph type="pic" sz="quarter" idx="13" hasCustomPrompt="1"/>
          </p:nvPr>
        </p:nvSpPr>
        <p:spPr>
          <a:xfrm>
            <a:off x="6924145" y="732391"/>
            <a:ext cx="4463594" cy="2590987"/>
          </a:xfrm>
        </p:spPr>
        <p:txBody>
          <a:bodyPr/>
          <a:lstStyle>
            <a:lvl1pPr>
              <a:buNone/>
              <a:defRPr/>
            </a:lvl1pPr>
          </a:lstStyle>
          <a:p>
            <a:r>
              <a:rPr lang="en-US" dirty="0"/>
              <a:t>Click to add photo</a:t>
            </a:r>
          </a:p>
        </p:txBody>
      </p:sp>
      <p:sp>
        <p:nvSpPr>
          <p:cNvPr id="38" name="Picture Placeholder 34">
            <a:extLst>
              <a:ext uri="{FF2B5EF4-FFF2-40B4-BE49-F238E27FC236}">
                <a16:creationId xmlns:a16="http://schemas.microsoft.com/office/drawing/2014/main" id="{E453D702-1A5A-4ADD-AC37-B4F65623358A}"/>
              </a:ext>
            </a:extLst>
          </p:cNvPr>
          <p:cNvSpPr>
            <a:spLocks noGrp="1"/>
          </p:cNvSpPr>
          <p:nvPr>
            <p:ph type="pic" sz="quarter" idx="14" hasCustomPrompt="1"/>
          </p:nvPr>
        </p:nvSpPr>
        <p:spPr>
          <a:xfrm>
            <a:off x="6924145" y="3459904"/>
            <a:ext cx="4463594" cy="2590987"/>
          </a:xfrm>
        </p:spPr>
        <p:txBody>
          <a:bodyPr/>
          <a:lstStyle>
            <a:lvl1pPr>
              <a:buNone/>
              <a:defRPr/>
            </a:lvl1pPr>
          </a:lstStyle>
          <a:p>
            <a:r>
              <a:rPr lang="en-US" dirty="0"/>
              <a:t>Click to add photo</a:t>
            </a:r>
          </a:p>
        </p:txBody>
      </p:sp>
      <p:sp>
        <p:nvSpPr>
          <p:cNvPr id="26" name="Date Placeholder 178">
            <a:extLst>
              <a:ext uri="{FF2B5EF4-FFF2-40B4-BE49-F238E27FC236}">
                <a16:creationId xmlns:a16="http://schemas.microsoft.com/office/drawing/2014/main" id="{8B8EBB46-CBEC-457F-8872-DEB91F82B31E}"/>
              </a:ext>
            </a:extLst>
          </p:cNvPr>
          <p:cNvSpPr>
            <a:spLocks noGrp="1"/>
          </p:cNvSpPr>
          <p:nvPr>
            <p:ph type="dt" sz="half" idx="10"/>
          </p:nvPr>
        </p:nvSpPr>
        <p:spPr>
          <a:xfrm>
            <a:off x="838200" y="6356350"/>
            <a:ext cx="2743200" cy="365125"/>
          </a:xfrm>
        </p:spPr>
        <p:txBody>
          <a:bodyPr/>
          <a:lstStyle/>
          <a:p>
            <a:r>
              <a:rPr lang="en-US" dirty="0"/>
              <a:t>2/1/XXXXX</a:t>
            </a:r>
          </a:p>
        </p:txBody>
      </p:sp>
      <p:sp>
        <p:nvSpPr>
          <p:cNvPr id="27" name="Footer Placeholder 179">
            <a:extLst>
              <a:ext uri="{FF2B5EF4-FFF2-40B4-BE49-F238E27FC236}">
                <a16:creationId xmlns:a16="http://schemas.microsoft.com/office/drawing/2014/main" id="{336A30D4-056C-484B-A7B3-4823C6BEAE7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34" name="Slide Number Placeholder 180">
            <a:extLst>
              <a:ext uri="{FF2B5EF4-FFF2-40B4-BE49-F238E27FC236}">
                <a16:creationId xmlns:a16="http://schemas.microsoft.com/office/drawing/2014/main" id="{5D92CF26-B223-452F-8C8F-BA960FA267DE}"/>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EA792F7-1D9E-4C7E-A103-E8EDFDC2691E}" type="slidenum">
              <a:rPr lang="en-US" smtClean="0"/>
              <a:pPr/>
              <a:t>‹#›</a:t>
            </a:fld>
            <a:endParaRPr lang="en-US" dirty="0">
              <a:solidFill>
                <a:schemeClr val="tx1"/>
              </a:solidFill>
            </a:endParaRPr>
          </a:p>
        </p:txBody>
      </p:sp>
      <p:grpSp>
        <p:nvGrpSpPr>
          <p:cNvPr id="15" name="Group 14">
            <a:extLst>
              <a:ext uri="{FF2B5EF4-FFF2-40B4-BE49-F238E27FC236}">
                <a16:creationId xmlns:a16="http://schemas.microsoft.com/office/drawing/2014/main" id="{A0CE0237-8723-4348-94B7-63A59D8475D2}"/>
              </a:ext>
              <a:ext uri="{C183D7F6-B498-43B3-948B-1728B52AA6E4}">
                <adec:decorative xmlns:adec="http://schemas.microsoft.com/office/drawing/2017/decorative" val="1"/>
              </a:ext>
            </a:extLst>
          </p:cNvPr>
          <p:cNvGrpSpPr/>
          <p:nvPr userDrawn="1"/>
        </p:nvGrpSpPr>
        <p:grpSpPr>
          <a:xfrm>
            <a:off x="5887262" y="1200150"/>
            <a:ext cx="1648987" cy="635480"/>
            <a:chOff x="0" y="292656"/>
            <a:chExt cx="1861854" cy="717514"/>
          </a:xfrm>
        </p:grpSpPr>
        <p:sp>
          <p:nvSpPr>
            <p:cNvPr id="18" name="Freeform: Shape 17">
              <a:extLst>
                <a:ext uri="{FF2B5EF4-FFF2-40B4-BE49-F238E27FC236}">
                  <a16:creationId xmlns:a16="http://schemas.microsoft.com/office/drawing/2014/main" id="{3476B89C-56D1-416F-8EB1-DA7F4851482F}"/>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9" name="Freeform: Shape 18">
              <a:extLst>
                <a:ext uri="{FF2B5EF4-FFF2-40B4-BE49-F238E27FC236}">
                  <a16:creationId xmlns:a16="http://schemas.microsoft.com/office/drawing/2014/main" id="{3C49B972-3E3D-4CC1-B834-FF30BF266D59}"/>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grpSp>
      <p:grpSp>
        <p:nvGrpSpPr>
          <p:cNvPr id="22" name="Graphic 185">
            <a:extLst>
              <a:ext uri="{FF2B5EF4-FFF2-40B4-BE49-F238E27FC236}">
                <a16:creationId xmlns:a16="http://schemas.microsoft.com/office/drawing/2014/main" id="{A3C21CC9-A512-4380-A099-AF8D792D53DF}"/>
              </a:ext>
              <a:ext uri="{C183D7F6-B498-43B3-948B-1728B52AA6E4}">
                <adec:decorative xmlns:adec="http://schemas.microsoft.com/office/drawing/2017/decorative" val="1"/>
              </a:ext>
            </a:extLst>
          </p:cNvPr>
          <p:cNvGrpSpPr/>
          <p:nvPr userDrawn="1"/>
        </p:nvGrpSpPr>
        <p:grpSpPr>
          <a:xfrm>
            <a:off x="9906949" y="5729028"/>
            <a:ext cx="1054465" cy="469689"/>
            <a:chOff x="9841624" y="4115729"/>
            <a:chExt cx="602169" cy="268223"/>
          </a:xfrm>
          <a:solidFill>
            <a:schemeClr val="tx1"/>
          </a:solidFill>
        </p:grpSpPr>
        <p:sp>
          <p:nvSpPr>
            <p:cNvPr id="25" name="Freeform: Shape 24">
              <a:extLst>
                <a:ext uri="{FF2B5EF4-FFF2-40B4-BE49-F238E27FC236}">
                  <a16:creationId xmlns:a16="http://schemas.microsoft.com/office/drawing/2014/main" id="{FB6773D6-764F-4C00-BDB8-9761B8DCF46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D1DF7779-B189-4FED-96A5-C8852D1F907C}"/>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DC51E684-AEB1-4277-BF9F-10CAE54303FD}"/>
                </a:ext>
              </a:extLst>
            </p:cNvPr>
            <p:cNvSpPr/>
            <p:nvPr/>
          </p:nvSpPr>
          <p:spPr>
            <a:xfrm>
              <a:off x="1004127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6583D091-9DC7-491F-B66C-9B0F1DC764FB}"/>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1AFED6B7-EDAF-4E47-8659-164C8192BE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003977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B339F109-5532-4E78-8957-EB2AAAD36967}"/>
              </a:ext>
              <a:ext uri="{C183D7F6-B498-43B3-948B-1728B52AA6E4}">
                <adec:decorative xmlns:adec="http://schemas.microsoft.com/office/drawing/2017/decorative" val="1"/>
              </a:ext>
            </a:extLst>
          </p:cNvPr>
          <p:cNvSpPr/>
          <p:nvPr userDrawn="1"/>
        </p:nvSpPr>
        <p:spPr>
          <a:xfrm>
            <a:off x="1847014" y="1128803"/>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CAF9A59D-418A-4B1E-B724-5ADD4336F766}"/>
              </a:ext>
              <a:ext uri="{C183D7F6-B498-43B3-948B-1728B52AA6E4}">
                <adec:decorative xmlns:adec="http://schemas.microsoft.com/office/drawing/2017/decorative" val="1"/>
              </a:ext>
            </a:extLst>
          </p:cNvPr>
          <p:cNvSpPr/>
          <p:nvPr userDrawn="1"/>
        </p:nvSpPr>
        <p:spPr>
          <a:xfrm>
            <a:off x="1840778" y="1131641"/>
            <a:ext cx="5290997" cy="5290997"/>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0" name="Oval 19">
            <a:extLst>
              <a:ext uri="{FF2B5EF4-FFF2-40B4-BE49-F238E27FC236}">
                <a16:creationId xmlns:a16="http://schemas.microsoft.com/office/drawing/2014/main" id="{2667FDEA-E217-4374-BFBC-FB41B2C3A553}"/>
              </a:ext>
              <a:ext uri="{C183D7F6-B498-43B3-948B-1728B52AA6E4}">
                <adec:decorative xmlns:adec="http://schemas.microsoft.com/office/drawing/2017/decorative" val="1"/>
              </a:ext>
            </a:extLst>
          </p:cNvPr>
          <p:cNvSpPr/>
          <p:nvPr userDrawn="1"/>
        </p:nvSpPr>
        <p:spPr>
          <a:xfrm>
            <a:off x="1712254" y="1065353"/>
            <a:ext cx="5290997" cy="52909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itle 1">
            <a:extLst>
              <a:ext uri="{FF2B5EF4-FFF2-40B4-BE49-F238E27FC236}">
                <a16:creationId xmlns:a16="http://schemas.microsoft.com/office/drawing/2014/main" id="{595C1B9A-716B-4783-B119-E6A639110F9E}"/>
              </a:ext>
            </a:extLst>
          </p:cNvPr>
          <p:cNvSpPr>
            <a:spLocks noGrp="1"/>
          </p:cNvSpPr>
          <p:nvPr>
            <p:ph type="ctrTitle" hasCustomPrompt="1"/>
          </p:nvPr>
        </p:nvSpPr>
        <p:spPr>
          <a:xfrm>
            <a:off x="2545517" y="2193085"/>
            <a:ext cx="3624471" cy="2577893"/>
          </a:xfrm>
        </p:spPr>
        <p:txBody>
          <a:bodyPr/>
          <a:lstStyle>
            <a:lvl1pPr algn="ctr">
              <a:defRPr sz="6000" b="1" spc="1500" baseline="0"/>
            </a:lvl1pPr>
          </a:lstStyle>
          <a:p>
            <a:r>
              <a:rPr lang="en-US" dirty="0"/>
              <a:t>CLICK TO ADD TITLE</a:t>
            </a:r>
          </a:p>
        </p:txBody>
      </p:sp>
      <p:sp>
        <p:nvSpPr>
          <p:cNvPr id="22" name="Subtitle 2">
            <a:extLst>
              <a:ext uri="{FF2B5EF4-FFF2-40B4-BE49-F238E27FC236}">
                <a16:creationId xmlns:a16="http://schemas.microsoft.com/office/drawing/2014/main" id="{3FCFDA35-1DC9-408E-A01B-01C76090E795}"/>
              </a:ext>
            </a:extLst>
          </p:cNvPr>
          <p:cNvSpPr>
            <a:spLocks noGrp="1"/>
          </p:cNvSpPr>
          <p:nvPr>
            <p:ph type="subTitle" idx="1" hasCustomPrompt="1"/>
          </p:nvPr>
        </p:nvSpPr>
        <p:spPr>
          <a:xfrm>
            <a:off x="2545517" y="4863054"/>
            <a:ext cx="3624471" cy="811604"/>
          </a:xfrm>
        </p:spPr>
        <p:txBody>
          <a:bodyPr/>
          <a:lstStyle>
            <a:lvl1pPr marL="0" algn="ctr">
              <a:buNone/>
              <a:defRPr spc="400" baseline="0"/>
            </a:lvl1pPr>
          </a:lstStyle>
          <a:p>
            <a:r>
              <a:rPr lang="en-US" dirty="0"/>
              <a:t>CLICK TO ADD SUBTITLE</a:t>
            </a:r>
          </a:p>
        </p:txBody>
      </p:sp>
      <p:sp>
        <p:nvSpPr>
          <p:cNvPr id="23" name="Graphic 212">
            <a:extLst>
              <a:ext uri="{FF2B5EF4-FFF2-40B4-BE49-F238E27FC236}">
                <a16:creationId xmlns:a16="http://schemas.microsoft.com/office/drawing/2014/main" id="{B25ABCF7-C1CE-49AC-B9BB-B0CC0545E829}"/>
              </a:ext>
              <a:ext uri="{C183D7F6-B498-43B3-948B-1728B52AA6E4}">
                <adec:decorative xmlns:adec="http://schemas.microsoft.com/office/drawing/2017/decorative" val="1"/>
              </a:ext>
            </a:extLst>
          </p:cNvPr>
          <p:cNvSpPr/>
          <p:nvPr userDrawn="1"/>
        </p:nvSpPr>
        <p:spPr>
          <a:xfrm>
            <a:off x="10605044" y="54194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4" name="Graphic 212">
            <a:extLst>
              <a:ext uri="{FF2B5EF4-FFF2-40B4-BE49-F238E27FC236}">
                <a16:creationId xmlns:a16="http://schemas.microsoft.com/office/drawing/2014/main" id="{90C75B78-0468-4902-B7BE-7274FCE08D86}"/>
              </a:ext>
              <a:ext uri="{C183D7F6-B498-43B3-948B-1728B52AA6E4}">
                <adec:decorative xmlns:adec="http://schemas.microsoft.com/office/drawing/2017/decorative" val="1"/>
              </a:ext>
            </a:extLst>
          </p:cNvPr>
          <p:cNvSpPr/>
          <p:nvPr userDrawn="1"/>
        </p:nvSpPr>
        <p:spPr>
          <a:xfrm>
            <a:off x="10605044" y="54194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 name="Group 24">
            <a:extLst>
              <a:ext uri="{FF2B5EF4-FFF2-40B4-BE49-F238E27FC236}">
                <a16:creationId xmlns:a16="http://schemas.microsoft.com/office/drawing/2014/main" id="{FF6701EE-4FAB-4701-8901-9B8A7D881886}"/>
              </a:ext>
              <a:ext uri="{C183D7F6-B498-43B3-948B-1728B52AA6E4}">
                <adec:decorative xmlns:adec="http://schemas.microsoft.com/office/drawing/2017/decorative" val="1"/>
              </a:ext>
            </a:extLst>
          </p:cNvPr>
          <p:cNvGrpSpPr/>
          <p:nvPr userDrawn="1"/>
        </p:nvGrpSpPr>
        <p:grpSpPr>
          <a:xfrm>
            <a:off x="0" y="1065353"/>
            <a:ext cx="1861854" cy="717514"/>
            <a:chOff x="0" y="1065353"/>
            <a:chExt cx="1861854" cy="717514"/>
          </a:xfrm>
          <a:solidFill>
            <a:srgbClr val="FFFFFF"/>
          </a:solidFill>
        </p:grpSpPr>
        <p:sp>
          <p:nvSpPr>
            <p:cNvPr id="26" name="Freeform: Shape 25">
              <a:extLst>
                <a:ext uri="{FF2B5EF4-FFF2-40B4-BE49-F238E27FC236}">
                  <a16:creationId xmlns:a16="http://schemas.microsoft.com/office/drawing/2014/main" id="{A20F471D-1478-4017-A2E8-E49767311E1C}"/>
                </a:ext>
              </a:extLst>
            </p:cNvPr>
            <p:cNvSpPr/>
            <p:nvPr/>
          </p:nvSpPr>
          <p:spPr>
            <a:xfrm>
              <a:off x="0" y="106535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dirty="0"/>
            </a:p>
          </p:txBody>
        </p:sp>
        <p:sp>
          <p:nvSpPr>
            <p:cNvPr id="27" name="Freeform: Shape 26" descr="Tag=AccentColor&#10;Flavor=Light&#10;Target=Fill">
              <a:extLst>
                <a:ext uri="{FF2B5EF4-FFF2-40B4-BE49-F238E27FC236}">
                  <a16:creationId xmlns:a16="http://schemas.microsoft.com/office/drawing/2014/main" id="{1BAF8420-CA52-41DD-81ED-C730C36AA49E}"/>
                </a:ext>
              </a:extLst>
            </p:cNvPr>
            <p:cNvSpPr/>
            <p:nvPr/>
          </p:nvSpPr>
          <p:spPr>
            <a:xfrm>
              <a:off x="0" y="150508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28" name="Group 27">
            <a:extLst>
              <a:ext uri="{FF2B5EF4-FFF2-40B4-BE49-F238E27FC236}">
                <a16:creationId xmlns:a16="http://schemas.microsoft.com/office/drawing/2014/main" id="{6EB57E20-C5E1-4C45-8681-D71FCB21660E}"/>
              </a:ext>
              <a:ext uri="{C183D7F6-B498-43B3-948B-1728B52AA6E4}">
                <adec:decorative xmlns:adec="http://schemas.microsoft.com/office/drawing/2017/decorative" val="1"/>
              </a:ext>
            </a:extLst>
          </p:cNvPr>
          <p:cNvGrpSpPr/>
          <p:nvPr userDrawn="1"/>
        </p:nvGrpSpPr>
        <p:grpSpPr>
          <a:xfrm>
            <a:off x="0" y="1065353"/>
            <a:ext cx="1861854" cy="717514"/>
            <a:chOff x="0" y="1065353"/>
            <a:chExt cx="1861854" cy="717514"/>
          </a:xfrm>
          <a:solidFill>
            <a:schemeClr val="tx1"/>
          </a:solidFill>
        </p:grpSpPr>
        <p:sp>
          <p:nvSpPr>
            <p:cNvPr id="29" name="Freeform: Shape 28">
              <a:extLst>
                <a:ext uri="{FF2B5EF4-FFF2-40B4-BE49-F238E27FC236}">
                  <a16:creationId xmlns:a16="http://schemas.microsoft.com/office/drawing/2014/main" id="{DF96E9C4-A1C2-4F1D-B02F-17A662163E7E}"/>
                </a:ext>
              </a:extLst>
            </p:cNvPr>
            <p:cNvSpPr/>
            <p:nvPr/>
          </p:nvSpPr>
          <p:spPr>
            <a:xfrm>
              <a:off x="0" y="106535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dirty="0"/>
            </a:p>
          </p:txBody>
        </p:sp>
        <p:sp>
          <p:nvSpPr>
            <p:cNvPr id="30" name="Freeform: Shape 29" descr="Tag=AccentColor&#10;Flavor=Light&#10;Target=Fill">
              <a:extLst>
                <a:ext uri="{FF2B5EF4-FFF2-40B4-BE49-F238E27FC236}">
                  <a16:creationId xmlns:a16="http://schemas.microsoft.com/office/drawing/2014/main" id="{70561670-B491-4F4D-9610-C73171119343}"/>
                </a:ext>
              </a:extLst>
            </p:cNvPr>
            <p:cNvSpPr/>
            <p:nvPr/>
          </p:nvSpPr>
          <p:spPr>
            <a:xfrm>
              <a:off x="0" y="150508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31" name="Graphic 185">
            <a:extLst>
              <a:ext uri="{FF2B5EF4-FFF2-40B4-BE49-F238E27FC236}">
                <a16:creationId xmlns:a16="http://schemas.microsoft.com/office/drawing/2014/main" id="{4F846A43-6834-4F6F-8E46-63FA7C2C98DA}"/>
              </a:ext>
              <a:ext uri="{C183D7F6-B498-43B3-948B-1728B52AA6E4}">
                <adec:decorative xmlns:adec="http://schemas.microsoft.com/office/drawing/2017/decorative" val="1"/>
              </a:ext>
            </a:extLst>
          </p:cNvPr>
          <p:cNvGrpSpPr/>
          <p:nvPr userDrawn="1"/>
        </p:nvGrpSpPr>
        <p:grpSpPr>
          <a:xfrm>
            <a:off x="9488307" y="5002180"/>
            <a:ext cx="1054467" cy="469689"/>
            <a:chOff x="9841624" y="4115729"/>
            <a:chExt cx="602170" cy="268223"/>
          </a:xfrm>
          <a:solidFill>
            <a:schemeClr val="tx1"/>
          </a:solidFill>
        </p:grpSpPr>
        <p:sp>
          <p:nvSpPr>
            <p:cNvPr id="32" name="Freeform: Shape 31">
              <a:extLst>
                <a:ext uri="{FF2B5EF4-FFF2-40B4-BE49-F238E27FC236}">
                  <a16:creationId xmlns:a16="http://schemas.microsoft.com/office/drawing/2014/main" id="{48F9C999-04A1-4D43-BDB8-92544F80472A}"/>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A5869A1B-DD16-4776-B13D-E42451D72132}"/>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D242098B-0D08-4893-947C-64E636987EC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6D12C60D-1CAC-4F0D-A71E-0C969C7E98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294EDD4C-1AF7-48F1-BF2E-6FBCA88C29ED}"/>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2" name="Group 1">
            <a:extLst>
              <a:ext uri="{FF2B5EF4-FFF2-40B4-BE49-F238E27FC236}">
                <a16:creationId xmlns:a16="http://schemas.microsoft.com/office/drawing/2014/main" id="{3E44DB9D-C837-43AB-B2E6-ED5D27833DFC}"/>
              </a:ext>
            </a:extLst>
          </p:cNvPr>
          <p:cNvGrpSpPr/>
          <p:nvPr userDrawn="1"/>
        </p:nvGrpSpPr>
        <p:grpSpPr>
          <a:xfrm>
            <a:off x="1185735" y="4917084"/>
            <a:ext cx="319941" cy="319941"/>
            <a:chOff x="1185735" y="4917084"/>
            <a:chExt cx="319941" cy="319941"/>
          </a:xfrm>
        </p:grpSpPr>
        <p:sp>
          <p:nvSpPr>
            <p:cNvPr id="37" name="Oval 36">
              <a:extLst>
                <a:ext uri="{FF2B5EF4-FFF2-40B4-BE49-F238E27FC236}">
                  <a16:creationId xmlns:a16="http://schemas.microsoft.com/office/drawing/2014/main" id="{BA2DA534-CC7F-4C25-939F-0385A4DEE275}"/>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 name="Oval 37">
              <a:extLst>
                <a:ext uri="{FF2B5EF4-FFF2-40B4-BE49-F238E27FC236}">
                  <a16:creationId xmlns:a16="http://schemas.microsoft.com/office/drawing/2014/main" id="{485FEC6A-306B-41E7-A9C7-44594DA87249}"/>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3" name="Picture Placeholder 42">
            <a:extLst>
              <a:ext uri="{FF2B5EF4-FFF2-40B4-BE49-F238E27FC236}">
                <a16:creationId xmlns:a16="http://schemas.microsoft.com/office/drawing/2014/main" id="{C0034F93-BE52-480B-AB81-0F085EAB053A}"/>
              </a:ext>
            </a:extLst>
          </p:cNvPr>
          <p:cNvSpPr>
            <a:spLocks noGrp="1"/>
          </p:cNvSpPr>
          <p:nvPr>
            <p:ph type="pic" sz="quarter" idx="10" hasCustomPrompt="1"/>
          </p:nvPr>
        </p:nvSpPr>
        <p:spPr>
          <a:xfrm>
            <a:off x="6536411" y="254456"/>
            <a:ext cx="4203526" cy="4203526"/>
          </a:xfrm>
          <a:custGeom>
            <a:avLst/>
            <a:gdLst>
              <a:gd name="connsiteX0" fmla="*/ 2101763 w 4203526"/>
              <a:gd name="connsiteY0" fmla="*/ 0 h 4203526"/>
              <a:gd name="connsiteX1" fmla="*/ 4203526 w 4203526"/>
              <a:gd name="connsiteY1" fmla="*/ 2101763 h 4203526"/>
              <a:gd name="connsiteX2" fmla="*/ 2101763 w 4203526"/>
              <a:gd name="connsiteY2" fmla="*/ 4203526 h 4203526"/>
              <a:gd name="connsiteX3" fmla="*/ 0 w 4203526"/>
              <a:gd name="connsiteY3" fmla="*/ 2101763 h 4203526"/>
              <a:gd name="connsiteX4" fmla="*/ 2101763 w 4203526"/>
              <a:gd name="connsiteY4" fmla="*/ 0 h 4203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26" h="4203526">
                <a:moveTo>
                  <a:pt x="2101763" y="0"/>
                </a:moveTo>
                <a:cubicBezTo>
                  <a:pt x="3262535" y="0"/>
                  <a:pt x="4203526" y="940991"/>
                  <a:pt x="4203526" y="2101763"/>
                </a:cubicBezTo>
                <a:cubicBezTo>
                  <a:pt x="4203526" y="3262535"/>
                  <a:pt x="3262535" y="4203526"/>
                  <a:pt x="2101763" y="4203526"/>
                </a:cubicBezTo>
                <a:cubicBezTo>
                  <a:pt x="940992" y="4203526"/>
                  <a:pt x="0" y="3262535"/>
                  <a:pt x="0" y="2101763"/>
                </a:cubicBezTo>
                <a:cubicBezTo>
                  <a:pt x="0" y="940991"/>
                  <a:pt x="940992" y="0"/>
                  <a:pt x="2101763" y="0"/>
                </a:cubicBezTo>
                <a:close/>
              </a:path>
            </a:pathLst>
          </a:custGeom>
        </p:spPr>
        <p:txBody>
          <a:bodyPr wrap="square" anchor="ctr">
            <a:noAutofit/>
          </a:bodyPr>
          <a:lstStyle>
            <a:lvl1pPr algn="ctr">
              <a:buNone/>
              <a:defRPr/>
            </a:lvl1pPr>
          </a:lstStyle>
          <a:p>
            <a:r>
              <a:rPr lang="en-US" dirty="0"/>
              <a:t>Click to add photo</a:t>
            </a:r>
          </a:p>
        </p:txBody>
      </p:sp>
    </p:spTree>
    <p:extLst>
      <p:ext uri="{BB962C8B-B14F-4D97-AF65-F5344CB8AC3E}">
        <p14:creationId xmlns:p14="http://schemas.microsoft.com/office/powerpoint/2010/main" val="1048932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34A62B1-CAE6-42D4-A6BE-3615F30CC8AC}"/>
              </a:ext>
            </a:extLst>
          </p:cNvPr>
          <p:cNvSpPr>
            <a:spLocks noGrp="1"/>
          </p:cNvSpPr>
          <p:nvPr>
            <p:ph type="title"/>
          </p:nvPr>
        </p:nvSpPr>
        <p:spPr>
          <a:xfrm>
            <a:off x="838200" y="565739"/>
            <a:ext cx="10515600" cy="1124949"/>
          </a:xfrm>
        </p:spPr>
        <p:txBody>
          <a:bodyPr/>
          <a:lstStyle/>
          <a:p>
            <a:endParaRPr lang="en-US" dirty="0"/>
          </a:p>
        </p:txBody>
      </p:sp>
      <p:grpSp>
        <p:nvGrpSpPr>
          <p:cNvPr id="20" name="Graphic 190">
            <a:extLst>
              <a:ext uri="{FF2B5EF4-FFF2-40B4-BE49-F238E27FC236}">
                <a16:creationId xmlns:a16="http://schemas.microsoft.com/office/drawing/2014/main" id="{206EA771-F61C-45A0-8EF8-13E5A2388187}"/>
              </a:ext>
              <a:ext uri="{C183D7F6-B498-43B3-948B-1728B52AA6E4}">
                <adec:decorative xmlns:adec="http://schemas.microsoft.com/office/drawing/2017/decorative" val="1"/>
              </a:ext>
            </a:extLst>
          </p:cNvPr>
          <p:cNvGrpSpPr/>
          <p:nvPr userDrawn="1"/>
        </p:nvGrpSpPr>
        <p:grpSpPr>
          <a:xfrm>
            <a:off x="0" y="136525"/>
            <a:ext cx="1285907" cy="434428"/>
            <a:chOff x="2504802" y="1755501"/>
            <a:chExt cx="1591731" cy="537747"/>
          </a:xfrm>
          <a:solidFill>
            <a:schemeClr val="tx1"/>
          </a:solidFill>
        </p:grpSpPr>
        <p:sp>
          <p:nvSpPr>
            <p:cNvPr id="21" name="Freeform: Shape 20">
              <a:extLst>
                <a:ext uri="{FF2B5EF4-FFF2-40B4-BE49-F238E27FC236}">
                  <a16:creationId xmlns:a16="http://schemas.microsoft.com/office/drawing/2014/main" id="{D8728E80-08AB-4877-9077-7BA7D8F36864}"/>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C1B96628-2FF8-4129-B665-45B8F45AC4CC}"/>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6" name="Group 15">
            <a:extLst>
              <a:ext uri="{FF2B5EF4-FFF2-40B4-BE49-F238E27FC236}">
                <a16:creationId xmlns:a16="http://schemas.microsoft.com/office/drawing/2014/main" id="{1CD08F08-7E97-4B57-B5E5-A5A3E675D567}"/>
              </a:ext>
            </a:extLst>
          </p:cNvPr>
          <p:cNvGrpSpPr/>
          <p:nvPr userDrawn="1"/>
        </p:nvGrpSpPr>
        <p:grpSpPr>
          <a:xfrm>
            <a:off x="11052344" y="5438146"/>
            <a:ext cx="705479" cy="705479"/>
            <a:chOff x="11214904" y="5539746"/>
            <a:chExt cx="705479" cy="705479"/>
          </a:xfrm>
        </p:grpSpPr>
        <p:sp>
          <p:nvSpPr>
            <p:cNvPr id="24" name="Graphic 212">
              <a:extLst>
                <a:ext uri="{FF2B5EF4-FFF2-40B4-BE49-F238E27FC236}">
                  <a16:creationId xmlns:a16="http://schemas.microsoft.com/office/drawing/2014/main" id="{1055FF28-FC47-4F04-924F-CED733571C4B}"/>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5" name="Graphic 212">
              <a:extLst>
                <a:ext uri="{FF2B5EF4-FFF2-40B4-BE49-F238E27FC236}">
                  <a16:creationId xmlns:a16="http://schemas.microsoft.com/office/drawing/2014/main" id="{5DF23120-2D0B-4C59-B5DB-000A7F7CCAE0}"/>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sp>
        <p:nvSpPr>
          <p:cNvPr id="26" name="Date Placeholder 10">
            <a:extLst>
              <a:ext uri="{FF2B5EF4-FFF2-40B4-BE49-F238E27FC236}">
                <a16:creationId xmlns:a16="http://schemas.microsoft.com/office/drawing/2014/main" id="{259F46E4-2349-4648-9F2A-4AAAF90E2A8C}"/>
              </a:ext>
            </a:extLst>
          </p:cNvPr>
          <p:cNvSpPr>
            <a:spLocks noGrp="1"/>
          </p:cNvSpPr>
          <p:nvPr>
            <p:ph type="dt" sz="half" idx="10"/>
          </p:nvPr>
        </p:nvSpPr>
        <p:spPr>
          <a:xfrm>
            <a:off x="838200" y="6356350"/>
            <a:ext cx="2743200" cy="365125"/>
          </a:xfrm>
        </p:spPr>
        <p:txBody>
          <a:bodyPr/>
          <a:lstStyle/>
          <a:p>
            <a:r>
              <a:rPr lang="en-US" dirty="0"/>
              <a:t>2/1/XXXXX</a:t>
            </a:r>
          </a:p>
        </p:txBody>
      </p:sp>
      <p:sp>
        <p:nvSpPr>
          <p:cNvPr id="27" name="Footer Placeholder 11">
            <a:extLst>
              <a:ext uri="{FF2B5EF4-FFF2-40B4-BE49-F238E27FC236}">
                <a16:creationId xmlns:a16="http://schemas.microsoft.com/office/drawing/2014/main" id="{94E035A8-7A24-4D10-BA2D-2C532F64BA37}"/>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8" name="Slide Number Placeholder 12">
            <a:extLst>
              <a:ext uri="{FF2B5EF4-FFF2-40B4-BE49-F238E27FC236}">
                <a16:creationId xmlns:a16="http://schemas.microsoft.com/office/drawing/2014/main" id="{6C9E9F7A-E573-4282-AF34-299574A05A14}"/>
              </a:ext>
            </a:extLst>
          </p:cNvPr>
          <p:cNvSpPr>
            <a:spLocks noGrp="1"/>
          </p:cNvSpPr>
          <p:nvPr>
            <p:ph type="sldNum" sz="quarter" idx="12"/>
          </p:nvPr>
        </p:nvSpPr>
        <p:spPr>
          <a:xfrm>
            <a:off x="8610600" y="6356350"/>
            <a:ext cx="2743200" cy="365125"/>
          </a:xfrm>
        </p:spPr>
        <p:txBody>
          <a:bodyPr/>
          <a:lstStyle/>
          <a:p>
            <a:fld id="{80967E29-1480-472A-9FC5-C4768A52587C}" type="slidenum">
              <a:rPr lang="en-US" smtClean="0"/>
              <a:t>‹#›</a:t>
            </a:fld>
            <a:endParaRPr lang="en-US" dirty="0"/>
          </a:p>
        </p:txBody>
      </p:sp>
    </p:spTree>
    <p:extLst>
      <p:ext uri="{BB962C8B-B14F-4D97-AF65-F5344CB8AC3E}">
        <p14:creationId xmlns:p14="http://schemas.microsoft.com/office/powerpoint/2010/main" val="4037693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4CB8CCA-DED1-4DE3-8F45-36B88DD8AE3D}"/>
              </a:ext>
            </a:extLst>
          </p:cNvPr>
          <p:cNvSpPr>
            <a:spLocks noGrp="1"/>
          </p:cNvSpPr>
          <p:nvPr>
            <p:ph type="title"/>
          </p:nvPr>
        </p:nvSpPr>
        <p:spPr>
          <a:xfrm>
            <a:off x="838200" y="565739"/>
            <a:ext cx="10515600" cy="1124949"/>
          </a:xfrm>
        </p:spPr>
        <p:txBody>
          <a:bodyPr/>
          <a:lstStyle/>
          <a:p>
            <a:endParaRPr lang="en-US" dirty="0"/>
          </a:p>
        </p:txBody>
      </p:sp>
      <p:grpSp>
        <p:nvGrpSpPr>
          <p:cNvPr id="15" name="Graphic 190">
            <a:extLst>
              <a:ext uri="{FF2B5EF4-FFF2-40B4-BE49-F238E27FC236}">
                <a16:creationId xmlns:a16="http://schemas.microsoft.com/office/drawing/2014/main" id="{FA1A3B78-4096-4AA2-8788-BDE7FDE0AD5E}"/>
              </a:ext>
              <a:ext uri="{C183D7F6-B498-43B3-948B-1728B52AA6E4}">
                <adec:decorative xmlns:adec="http://schemas.microsoft.com/office/drawing/2017/decorative" val="1"/>
              </a:ext>
            </a:extLst>
          </p:cNvPr>
          <p:cNvGrpSpPr/>
          <p:nvPr userDrawn="1"/>
        </p:nvGrpSpPr>
        <p:grpSpPr>
          <a:xfrm>
            <a:off x="0" y="136525"/>
            <a:ext cx="1285907" cy="434428"/>
            <a:chOff x="2504802" y="1755501"/>
            <a:chExt cx="1591731" cy="537747"/>
          </a:xfrm>
          <a:solidFill>
            <a:schemeClr val="tx1"/>
          </a:solidFill>
        </p:grpSpPr>
        <p:sp>
          <p:nvSpPr>
            <p:cNvPr id="16" name="Freeform: Shape 15">
              <a:extLst>
                <a:ext uri="{FF2B5EF4-FFF2-40B4-BE49-F238E27FC236}">
                  <a16:creationId xmlns:a16="http://schemas.microsoft.com/office/drawing/2014/main" id="{F589B616-117C-44BC-9166-267CB523C065}"/>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63499B12-84EC-4CE5-B0F9-682651A34666}"/>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8" name="Group 17">
            <a:extLst>
              <a:ext uri="{FF2B5EF4-FFF2-40B4-BE49-F238E27FC236}">
                <a16:creationId xmlns:a16="http://schemas.microsoft.com/office/drawing/2014/main" id="{354184C6-AF68-4E37-913D-0F6FCC56F490}"/>
              </a:ext>
            </a:extLst>
          </p:cNvPr>
          <p:cNvGrpSpPr/>
          <p:nvPr userDrawn="1"/>
        </p:nvGrpSpPr>
        <p:grpSpPr>
          <a:xfrm>
            <a:off x="11052344" y="5438146"/>
            <a:ext cx="705479" cy="705479"/>
            <a:chOff x="11214904" y="5539746"/>
            <a:chExt cx="705479" cy="705479"/>
          </a:xfrm>
        </p:grpSpPr>
        <p:sp>
          <p:nvSpPr>
            <p:cNvPr id="19" name="Graphic 212">
              <a:extLst>
                <a:ext uri="{FF2B5EF4-FFF2-40B4-BE49-F238E27FC236}">
                  <a16:creationId xmlns:a16="http://schemas.microsoft.com/office/drawing/2014/main" id="{B98D88F3-9A0C-497C-A9DC-0567F72E5D29}"/>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0" name="Graphic 212">
              <a:extLst>
                <a:ext uri="{FF2B5EF4-FFF2-40B4-BE49-F238E27FC236}">
                  <a16:creationId xmlns:a16="http://schemas.microsoft.com/office/drawing/2014/main" id="{109A387A-F471-4821-B626-B6D3DA5B3774}"/>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sp>
        <p:nvSpPr>
          <p:cNvPr id="21" name="Date Placeholder 10">
            <a:extLst>
              <a:ext uri="{FF2B5EF4-FFF2-40B4-BE49-F238E27FC236}">
                <a16:creationId xmlns:a16="http://schemas.microsoft.com/office/drawing/2014/main" id="{D697EDD4-9B36-4B91-B543-B95495C255E2}"/>
              </a:ext>
            </a:extLst>
          </p:cNvPr>
          <p:cNvSpPr>
            <a:spLocks noGrp="1"/>
          </p:cNvSpPr>
          <p:nvPr>
            <p:ph type="dt" sz="half" idx="10"/>
          </p:nvPr>
        </p:nvSpPr>
        <p:spPr>
          <a:xfrm>
            <a:off x="838200" y="6356350"/>
            <a:ext cx="2743200" cy="365125"/>
          </a:xfrm>
        </p:spPr>
        <p:txBody>
          <a:bodyPr/>
          <a:lstStyle/>
          <a:p>
            <a:r>
              <a:rPr lang="en-US" dirty="0"/>
              <a:t>2/1/XXXXX</a:t>
            </a:r>
          </a:p>
        </p:txBody>
      </p:sp>
      <p:sp>
        <p:nvSpPr>
          <p:cNvPr id="22" name="Footer Placeholder 11">
            <a:extLst>
              <a:ext uri="{FF2B5EF4-FFF2-40B4-BE49-F238E27FC236}">
                <a16:creationId xmlns:a16="http://schemas.microsoft.com/office/drawing/2014/main" id="{5E11CADB-1F10-4CCF-89E6-AC5ED8E7BFA3}"/>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3" name="Slide Number Placeholder 12">
            <a:extLst>
              <a:ext uri="{FF2B5EF4-FFF2-40B4-BE49-F238E27FC236}">
                <a16:creationId xmlns:a16="http://schemas.microsoft.com/office/drawing/2014/main" id="{46B9E851-BF44-48B2-8234-99BA0A2F03E5}"/>
              </a:ext>
            </a:extLst>
          </p:cNvPr>
          <p:cNvSpPr>
            <a:spLocks noGrp="1"/>
          </p:cNvSpPr>
          <p:nvPr>
            <p:ph type="sldNum" sz="quarter" idx="12"/>
          </p:nvPr>
        </p:nvSpPr>
        <p:spPr>
          <a:xfrm>
            <a:off x="8610600" y="6356350"/>
            <a:ext cx="2743200" cy="365125"/>
          </a:xfrm>
        </p:spPr>
        <p:txBody>
          <a:bodyPr/>
          <a:lstStyle/>
          <a:p>
            <a:fld id="{80967E29-1480-472A-9FC5-C4768A52587C}" type="slidenum">
              <a:rPr lang="en-US" smtClean="0"/>
              <a:t>‹#›</a:t>
            </a:fld>
            <a:endParaRPr lang="en-US" dirty="0"/>
          </a:p>
        </p:txBody>
      </p:sp>
    </p:spTree>
    <p:extLst>
      <p:ext uri="{BB962C8B-B14F-4D97-AF65-F5344CB8AC3E}">
        <p14:creationId xmlns:p14="http://schemas.microsoft.com/office/powerpoint/2010/main" val="148022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A132AFB4-A853-454F-AB81-EE2659F67D0E}"/>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15" name="Title 1">
            <a:extLst>
              <a:ext uri="{FF2B5EF4-FFF2-40B4-BE49-F238E27FC236}">
                <a16:creationId xmlns:a16="http://schemas.microsoft.com/office/drawing/2014/main" id="{C7A51216-87BD-42FE-8101-AA68A199CBE2}"/>
              </a:ext>
            </a:extLst>
          </p:cNvPr>
          <p:cNvSpPr>
            <a:spLocks noGrp="1"/>
          </p:cNvSpPr>
          <p:nvPr>
            <p:ph type="title" hasCustomPrompt="1"/>
          </p:nvPr>
        </p:nvSpPr>
        <p:spPr>
          <a:xfrm>
            <a:off x="2976055" y="633045"/>
            <a:ext cx="5177077" cy="3863063"/>
          </a:xfrm>
        </p:spPr>
        <p:txBody>
          <a:bodyPr anchor="ctr"/>
          <a:lstStyle>
            <a:lvl1pPr algn="ctr">
              <a:lnSpc>
                <a:spcPct val="100000"/>
              </a:lnSpc>
              <a:defRPr b="0" baseline="0"/>
            </a:lvl1pPr>
          </a:lstStyle>
          <a:p>
            <a:r>
              <a:rPr lang="en-US" dirty="0"/>
              <a:t>Click to add title</a:t>
            </a:r>
          </a:p>
        </p:txBody>
      </p:sp>
      <p:sp>
        <p:nvSpPr>
          <p:cNvPr id="16" name="Freeform: Shape 15">
            <a:extLst>
              <a:ext uri="{FF2B5EF4-FFF2-40B4-BE49-F238E27FC236}">
                <a16:creationId xmlns:a16="http://schemas.microsoft.com/office/drawing/2014/main" id="{04838ED8-47A6-444E-9A70-62C3DDD89028}"/>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7" name="Freeform: Shape 16">
            <a:extLst>
              <a:ext uri="{FF2B5EF4-FFF2-40B4-BE49-F238E27FC236}">
                <a16:creationId xmlns:a16="http://schemas.microsoft.com/office/drawing/2014/main" id="{EED28DBA-363E-4EDE-9CA4-0A3D2EABA6CD}"/>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9" name="Freeform: Shape 18">
            <a:extLst>
              <a:ext uri="{FF2B5EF4-FFF2-40B4-BE49-F238E27FC236}">
                <a16:creationId xmlns:a16="http://schemas.microsoft.com/office/drawing/2014/main" id="{CF1A1C4A-5092-4804-8704-EA2785039741}"/>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0" name="Freeform: Shape 19">
            <a:extLst>
              <a:ext uri="{FF2B5EF4-FFF2-40B4-BE49-F238E27FC236}">
                <a16:creationId xmlns:a16="http://schemas.microsoft.com/office/drawing/2014/main" id="{911BD1D4-C220-4A08-A113-47C384B7F8DA}"/>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Freeform: Shape 20">
            <a:extLst>
              <a:ext uri="{FF2B5EF4-FFF2-40B4-BE49-F238E27FC236}">
                <a16:creationId xmlns:a16="http://schemas.microsoft.com/office/drawing/2014/main" id="{F494DD11-C4F7-488D-9B64-0D5850F97911}"/>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2" name="Text Placeholder 31">
            <a:extLst>
              <a:ext uri="{FF2B5EF4-FFF2-40B4-BE49-F238E27FC236}">
                <a16:creationId xmlns:a16="http://schemas.microsoft.com/office/drawing/2014/main" id="{45496C8D-0494-44FB-9F43-B3CB6B3BFD30}"/>
              </a:ext>
            </a:extLst>
          </p:cNvPr>
          <p:cNvSpPr>
            <a:spLocks noGrp="1"/>
          </p:cNvSpPr>
          <p:nvPr>
            <p:ph type="body" sz="quarter" idx="13" hasCustomPrompt="1"/>
          </p:nvPr>
        </p:nvSpPr>
        <p:spPr>
          <a:xfrm>
            <a:off x="2975828" y="4669152"/>
            <a:ext cx="5177572" cy="887031"/>
          </a:xfrm>
        </p:spPr>
        <p:txBody>
          <a:bodyPr/>
          <a:lstStyle>
            <a:lvl1pPr algn="ctr">
              <a:buNone/>
              <a:defRPr/>
            </a:lvl1pPr>
          </a:lstStyle>
          <a:p>
            <a:pPr lvl="0"/>
            <a:r>
              <a:rPr lang="en-US" dirty="0"/>
              <a:t>Click to add subtitle</a:t>
            </a:r>
          </a:p>
        </p:txBody>
      </p:sp>
      <p:sp>
        <p:nvSpPr>
          <p:cNvPr id="23" name="Date Placeholder 178">
            <a:extLst>
              <a:ext uri="{FF2B5EF4-FFF2-40B4-BE49-F238E27FC236}">
                <a16:creationId xmlns:a16="http://schemas.microsoft.com/office/drawing/2014/main" id="{64E5B367-78E8-464F-A44D-8C70877FCA39}"/>
              </a:ext>
            </a:extLst>
          </p:cNvPr>
          <p:cNvSpPr>
            <a:spLocks noGrp="1"/>
          </p:cNvSpPr>
          <p:nvPr>
            <p:ph type="dt" sz="half" idx="10"/>
          </p:nvPr>
        </p:nvSpPr>
        <p:spPr>
          <a:xfrm>
            <a:off x="838200" y="6356350"/>
            <a:ext cx="2743200" cy="365125"/>
          </a:xfrm>
        </p:spPr>
        <p:txBody>
          <a:bodyPr/>
          <a:lstStyle/>
          <a:p>
            <a:r>
              <a:rPr lang="en-US" dirty="0"/>
              <a:t>2/1/XXXXX</a:t>
            </a:r>
          </a:p>
        </p:txBody>
      </p:sp>
      <p:sp>
        <p:nvSpPr>
          <p:cNvPr id="24" name="Footer Placeholder 179">
            <a:extLst>
              <a:ext uri="{FF2B5EF4-FFF2-40B4-BE49-F238E27FC236}">
                <a16:creationId xmlns:a16="http://schemas.microsoft.com/office/drawing/2014/main" id="{D4AC7E0C-0B9F-4398-B582-7326AA2547D5}"/>
              </a:ext>
            </a:extLst>
          </p:cNvPr>
          <p:cNvSpPr>
            <a:spLocks noGrp="1"/>
          </p:cNvSpPr>
          <p:nvPr>
            <p:ph type="ftr" sz="quarter" idx="11"/>
          </p:nvPr>
        </p:nvSpPr>
        <p:spPr>
          <a:xfrm>
            <a:off x="4038600" y="6356350"/>
            <a:ext cx="4114800" cy="365125"/>
          </a:xfrm>
        </p:spPr>
        <p:txBody>
          <a:bodyPr/>
          <a:lstStyle/>
          <a:p>
            <a:r>
              <a:rPr lang="en-US" dirty="0"/>
              <a:t>PRESENTATION TITLE</a:t>
            </a:r>
          </a:p>
        </p:txBody>
      </p:sp>
      <p:grpSp>
        <p:nvGrpSpPr>
          <p:cNvPr id="25" name="Graphic 185">
            <a:extLst>
              <a:ext uri="{FF2B5EF4-FFF2-40B4-BE49-F238E27FC236}">
                <a16:creationId xmlns:a16="http://schemas.microsoft.com/office/drawing/2014/main" id="{F902CF95-4802-4803-B88F-358BAD556EBB}"/>
              </a:ext>
              <a:ext uri="{C183D7F6-B498-43B3-948B-1728B52AA6E4}">
                <adec:decorative xmlns:adec="http://schemas.microsoft.com/office/drawing/2017/decorative" val="1"/>
              </a:ext>
            </a:extLst>
          </p:cNvPr>
          <p:cNvGrpSpPr/>
          <p:nvPr userDrawn="1"/>
        </p:nvGrpSpPr>
        <p:grpSpPr>
          <a:xfrm>
            <a:off x="10428621" y="5695520"/>
            <a:ext cx="1054467" cy="469689"/>
            <a:chOff x="9841624" y="4115729"/>
            <a:chExt cx="602170" cy="268223"/>
          </a:xfrm>
          <a:solidFill>
            <a:schemeClr val="tx1"/>
          </a:solidFill>
        </p:grpSpPr>
        <p:sp>
          <p:nvSpPr>
            <p:cNvPr id="26" name="Freeform: Shape 25">
              <a:extLst>
                <a:ext uri="{FF2B5EF4-FFF2-40B4-BE49-F238E27FC236}">
                  <a16:creationId xmlns:a16="http://schemas.microsoft.com/office/drawing/2014/main" id="{69CB7288-B078-4989-97BA-5684B8A1B71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21158005-0976-48BA-95EB-78DDDA7A447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5AE34BF9-E3E8-41D7-B49D-1BF7490282D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3B1BE576-62F7-4F63-A00C-769E67CB8C2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1674FB0B-E21D-4719-AC24-605173B3A42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
        <p:nvSpPr>
          <p:cNvPr id="31" name="Slide Number Placeholder 180">
            <a:extLst>
              <a:ext uri="{FF2B5EF4-FFF2-40B4-BE49-F238E27FC236}">
                <a16:creationId xmlns:a16="http://schemas.microsoft.com/office/drawing/2014/main" id="{EEC40372-7268-4D4B-9ABF-A1E03F05C2BA}"/>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solidFill>
                  <a:srgbClr val="898989"/>
                </a:solidFill>
              </a:rPr>
              <a:t>‹#›</a:t>
            </a:fld>
            <a:endParaRPr lang="en-US" dirty="0">
              <a:solidFill>
                <a:srgbClr val="898989"/>
              </a:solidFill>
            </a:endParaRPr>
          </a:p>
        </p:txBody>
      </p:sp>
    </p:spTree>
    <p:extLst>
      <p:ext uri="{BB962C8B-B14F-4D97-AF65-F5344CB8AC3E}">
        <p14:creationId xmlns:p14="http://schemas.microsoft.com/office/powerpoint/2010/main" val="2703644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CBFCC1FB-30E6-4ECF-8BAF-929D22A14308}"/>
              </a:ext>
            </a:extLst>
          </p:cNvPr>
          <p:cNvSpPr>
            <a:spLocks noGrp="1"/>
          </p:cNvSpPr>
          <p:nvPr>
            <p:ph type="title" hasCustomPrompt="1"/>
          </p:nvPr>
        </p:nvSpPr>
        <p:spPr>
          <a:xfrm>
            <a:off x="1885186" y="174173"/>
            <a:ext cx="4198182" cy="1158857"/>
          </a:xfrm>
        </p:spPr>
        <p:txBody>
          <a:bodyPr anchor="b">
            <a:normAutofit/>
          </a:bodyPr>
          <a:lstStyle>
            <a:lvl1pPr>
              <a:defRPr/>
            </a:lvl1pPr>
          </a:lstStyle>
          <a:p>
            <a:r>
              <a:rPr lang="en-US" dirty="0"/>
              <a:t>Click to add title</a:t>
            </a:r>
          </a:p>
        </p:txBody>
      </p:sp>
      <p:grpSp>
        <p:nvGrpSpPr>
          <p:cNvPr id="18" name="Graphic 190">
            <a:extLst>
              <a:ext uri="{FF2B5EF4-FFF2-40B4-BE49-F238E27FC236}">
                <a16:creationId xmlns:a16="http://schemas.microsoft.com/office/drawing/2014/main" id="{4E21F050-FD36-4FCB-BAD4-7FEBD0985ED5}"/>
              </a:ext>
              <a:ext uri="{C183D7F6-B498-43B3-948B-1728B52AA6E4}">
                <adec:decorative xmlns:adec="http://schemas.microsoft.com/office/drawing/2017/decorative" val="1"/>
              </a:ext>
            </a:extLst>
          </p:cNvPr>
          <p:cNvGrpSpPr/>
          <p:nvPr userDrawn="1"/>
        </p:nvGrpSpPr>
        <p:grpSpPr>
          <a:xfrm>
            <a:off x="0" y="713137"/>
            <a:ext cx="1598829" cy="531293"/>
            <a:chOff x="2504802" y="1755501"/>
            <a:chExt cx="1598829" cy="531293"/>
          </a:xfrm>
          <a:solidFill>
            <a:schemeClr val="tx1"/>
          </a:solidFill>
        </p:grpSpPr>
        <p:sp>
          <p:nvSpPr>
            <p:cNvPr id="19" name="Freeform: Shape 18">
              <a:extLst>
                <a:ext uri="{FF2B5EF4-FFF2-40B4-BE49-F238E27FC236}">
                  <a16:creationId xmlns:a16="http://schemas.microsoft.com/office/drawing/2014/main" id="{FF19577D-D1B8-4BE5-9A01-6A857761B1DC}"/>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858370E7-080A-48D7-9A26-665FDD5B58FB}"/>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27" name="Graphic 4">
            <a:extLst>
              <a:ext uri="{FF2B5EF4-FFF2-40B4-BE49-F238E27FC236}">
                <a16:creationId xmlns:a16="http://schemas.microsoft.com/office/drawing/2014/main" id="{2F8F0FAC-16EB-487B-B327-26DF1260B906}"/>
              </a:ext>
              <a:ext uri="{C183D7F6-B498-43B3-948B-1728B52AA6E4}">
                <adec:decorative xmlns:adec="http://schemas.microsoft.com/office/drawing/2017/decorative" val="1"/>
              </a:ext>
            </a:extLst>
          </p:cNvPr>
          <p:cNvGrpSpPr/>
          <p:nvPr userDrawn="1"/>
        </p:nvGrpSpPr>
        <p:grpSpPr>
          <a:xfrm>
            <a:off x="11102977" y="-67591"/>
            <a:ext cx="1089023" cy="1089034"/>
            <a:chOff x="5734037" y="3067039"/>
            <a:chExt cx="724483" cy="724489"/>
          </a:xfrm>
          <a:solidFill>
            <a:schemeClr val="tx1"/>
          </a:solidFill>
        </p:grpSpPr>
        <p:sp>
          <p:nvSpPr>
            <p:cNvPr id="28" name="Freeform: Shape 27">
              <a:extLst>
                <a:ext uri="{FF2B5EF4-FFF2-40B4-BE49-F238E27FC236}">
                  <a16:creationId xmlns:a16="http://schemas.microsoft.com/office/drawing/2014/main" id="{41E7A3F8-D1CB-4353-BBEF-2597AF4F058F}"/>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B4DDCEAE-BCB2-4B2D-BAB3-4FD5DD7C28AB}"/>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C6CD4162-BF6C-4D85-A166-12798D8C8DDB}"/>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89C0A376-6D47-4C20-9EEB-049A8694472E}"/>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29CFA1FB-BD4A-4307-BFCD-AB9E118C3ABF}"/>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66D481F5-D72A-4FDA-AFB8-D278AEDB37A0}"/>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D5C94576-1155-4639-805F-75E2196E19B9}"/>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3F8E497C-8A0D-4EED-873F-CA66DB950CDF}"/>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50990B80-D511-4B73-BC44-14217A17B033}"/>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0D7513D5-9349-45EA-BAE9-5B36B43B2853}"/>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812098BB-13C9-4C8B-883F-B378B155D904}"/>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D78B9DD9-1280-4FC0-B14F-4A40DC3BCCE9}"/>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14626B81-518E-408D-9D85-368DEE8E330A}"/>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6937BED2-B271-4124-905D-C024405FD9BA}"/>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33B9B2DD-8108-4830-AA14-DDCDB306C439}"/>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0ECF9B54-B828-4268-90AC-EA0D0E3B76B3}"/>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FD744985-041E-42C0-87A9-F99D7D9DBF23}"/>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D51D469F-061B-4CFF-B628-0697B945FC49}"/>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4C1F283-0289-4E7D-A5DE-3B9997782DF3}"/>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924A56B5-AC95-42FF-8636-D2D287380950}"/>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2DD6578D-E372-4D44-ABDA-D86EBE4F2F29}"/>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8CDDE1CB-2352-4AA3-82C7-39C63E6A6FD3}"/>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370476DD-D268-4D0B-B358-F8143C45467A}"/>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0A947896-0B1B-4F41-9CC3-EA98EC14BA7A}"/>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6BA34B1E-6019-4E30-B2DC-8B7942EEC3C6}"/>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2D47D0D4-51A5-4673-9205-FEBDF5DDAFAD}"/>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91CAE3E1-654D-4A11-951F-052FB8194211}"/>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EA27E0E3-1A22-45B1-9DDE-E2CAE27AF936}"/>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EF9DA56-0F9C-446A-ACA6-B1737FC9FDB5}"/>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864518F8-39BB-4E12-AB05-C6EAA974B2F9}"/>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391D8244-0937-40AA-8C5C-6E431F826DC8}"/>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06D25D45-2EB7-433B-8E75-95F212C966B2}"/>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EE7CA683-04D0-4F85-BC78-4C8A5055ACCB}"/>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C0754365-95E6-4F04-A213-FCEFD3BA8037}"/>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4F67D44C-47C6-4A2B-8984-20503F97DC05}"/>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5341F7B4-1174-469D-BCDA-5059727B8E46}"/>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09E92A5F-0E83-4A0D-AF47-8BC096F88020}"/>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15B89C4B-B183-4853-9EC7-01EB20939450}"/>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FC044DD7-B809-4A86-BF1A-ECB12087B95D}"/>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D147364A-A9AF-4F8B-997D-C09B78D2E3E7}"/>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DD8316F0-6512-477F-9366-0797D21E838E}"/>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E2CF6E8F-B285-4A7C-BD52-DA3A10BD4E98}"/>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41466E85-A5E1-454D-9A5B-8443E33BF81C}"/>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042F8EA6-EE8F-4129-BDF1-FF8978430896}"/>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5243B87E-1C5A-475B-8352-CCCB06EAECCB}"/>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F6567A69-08E9-4EE6-8BD8-7EFC485B25F3}"/>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13D22214-0AB8-459E-9FFF-FDF39DA37B64}"/>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69B1C3D2-8244-4B0B-8260-C509EBE92E4F}"/>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F484E9C4-9B0A-49A0-9A21-FD037D0FE113}"/>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3402D1-D7F0-4269-BC63-2521845629BA}"/>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19F3A4A4-B876-4DF3-BEC1-91C7062A1875}"/>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294BC0BF-1875-45CE-89E3-3AEDC7D78BF7}"/>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4542A343-86EE-4144-B909-99A78B1140C7}"/>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85E204E5-57A0-4514-8620-52EE873BC6AC}"/>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1E0A57EB-6E61-455E-B07E-43AE25F6B967}"/>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76E62C4B-454F-41D1-A119-B223EC24FF65}"/>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885AFBDB-EDE6-4D04-8875-6F2CB7948278}"/>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3E605BC-E461-40E8-91B0-DB43DC9BD553}"/>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472569E4-8B56-425B-A311-C1E54823819A}"/>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4B2AFC2C-7745-4EE1-83E0-C44C494535A1}"/>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45C05409-FF0B-4BB2-BBB2-BB2C3F8402E4}"/>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0D2D2A5-B7ED-44E2-BC12-1B628939788D}"/>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0A3943B2-4330-4895-AB44-5DCAA56630AB}"/>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4AA715B8-9BFA-4E21-BFCD-2B9CFB9E1CBE}"/>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2F82C7CD-72B6-40C6-ABD2-030972825095}"/>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6DE830FA-C2B2-438E-9E2C-16F0546F827A}"/>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C7B4495D-98E3-4444-820F-685D7FADFFCD}"/>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C37932CF-B894-4D3D-902F-59B0DE0C4AEA}"/>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3263B39C-CD1F-4B92-8D0A-7CFE1EB76512}"/>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D35F13B3-0BFC-42B3-A739-BFEC4F172016}"/>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D562E058-2175-4BB4-858B-B4B4BCA09AA6}"/>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A9005A34-BF82-4946-B4F4-C05C74CEC595}"/>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2943975-8D24-4245-986C-F7544F96EE9F}"/>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4D160E97-2538-4F9A-9A04-D80099CD0D08}"/>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D28E81B2-3727-4318-B065-7C326CE24347}"/>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372C6736-B0B2-45FD-94D9-BC1205C26987}"/>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ED309021-F38D-4F07-90C3-6828466D8E43}"/>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0C79B62B-57EE-43A6-8167-C32E2CFC1B2F}"/>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301B6168-DC8D-42E2-B950-3206268AE9EB}"/>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B2291F8A-0E5C-49EF-A4D0-D3CCA5F988F7}"/>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6A34783A-60A5-491E-88CC-037A71C1C4B7}"/>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F324A249-EE3A-4C14-9F36-DF99404108DE}"/>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51AC2D89-DC7F-4676-A64E-CE5F9B73431A}"/>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9855DFA7-87AF-4BA7-8571-887A5A2601E7}"/>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EFA68945-6CA3-4F21-B60B-6F08FA57313A}"/>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3A1FF601-A92A-4884-B8FB-36EC9A6C2355}"/>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E161B31D-6339-48C2-8BB5-0A02614D97FE}"/>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230F1C8F-CCC0-43A5-A654-66778D006D92}"/>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0213E7A9-4315-4E24-80CF-AD2D289C49C1}"/>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D58A02CA-1FAB-4F73-8E12-6E63A7978231}"/>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430E086B-1C95-4F7E-A569-B521900E63B6}"/>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A3020927-7205-4D7F-89FE-EFA51288EDAF}"/>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648E9CA4-9BE8-418B-BFE6-E5F2EAB6FAC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7505AB41-EB94-44A5-89E1-495250AF084E}"/>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03C6E035-4B15-4ACC-9B29-5FC6FE049159}"/>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2151F323-6CFB-4FC7-8F2F-F2E4A2A817F8}"/>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3C888454-C54A-436A-B328-9E4E7AB6AAC0}"/>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3963A8-98BE-4876-8924-058EF1395D7E}"/>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2A409FA-C854-4E3D-92E3-BE8E5F39118E}"/>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095B5640-C6A1-4E0D-BA00-8F931101BDAA}"/>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9C2ED3D-1292-41D7-9CD0-964560392DAE}"/>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E18071BA-87CD-4D94-843B-7DE0AF0D869F}"/>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00BBF34C-EACE-404F-996A-644E474E4E28}"/>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70130554-9993-4F57-8B60-0C349462F20D}"/>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7DFA6148-338D-4709-AC75-3333809C1742}"/>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95511CAC-912A-46D0-A3B0-76D9E14A1FFD}"/>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2B9C9D10-C891-463D-BE7B-17E70A74754F}"/>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5D1D470E-ADA7-44E9-84E9-CD49A861A0A9}"/>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650E1B96-7237-46A3-8357-361A4A24BB30}"/>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29E61E0B-154A-44B6-B291-9D6FF3C68AAB}"/>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1DCCBD34-0B4E-4AB8-B5BB-033C5F5A29E5}"/>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2D59E534-33C6-4F71-AC4A-03D6AA020E27}"/>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DF33EA93-D53B-4F63-8D76-8D8603370372}"/>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A09F9D30-E5AE-467D-B6B6-5CBD1F4E6C78}"/>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4E4B2CD5-ABDF-4B08-936A-C5F1F5520D1C}"/>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48344218-81B6-4517-9805-E71499F69C13}"/>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F8A57C29-E01A-449E-8839-863CE9787E3F}"/>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BDD7C-8063-442E-BEFF-77896998F728}"/>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DCE949D9-630A-42F2-8117-AA55AD889901}"/>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E59C2343-FEC6-45CA-8060-17D719373584}"/>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98D68BC2-3FE7-45BD-9735-43C2C896911F}"/>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8E4940E0-90FE-4099-8E84-9F952C2DA7E5}"/>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19DB3D06-EE67-43DF-93EB-5EAC7CD2F73A}"/>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92380E59-DCBF-421C-A85E-0DBB508357C3}"/>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E5B3F73A-2F03-4E24-9BC8-B4B4D2535EFD}"/>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8E13A333-B160-42F4-A817-A75BC8985E8F}"/>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EEDE7E0E-4B11-42DE-AD10-A87B92164A4E}"/>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6DFD5AF3-7117-44FC-A55E-04425F6370E3}"/>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7A0CFB23-CD7D-46AB-9CE1-17D9E44AC6C7}"/>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A58A095D-C173-427F-BADB-F28F876C12E0}"/>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578F6DB6-9140-4722-BB77-FB3331C5C1F5}"/>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19C1920F-28ED-4100-8F6A-EDA73905695A}"/>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3423F790-9DD9-4BA3-9ED9-26ADEA2363A0}"/>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610078A7-5F98-4494-9E17-6272ED466980}"/>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8EFDDCCB-36D0-4E8F-B0FA-A0D0752ED4CC}"/>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BB13F448-D641-4211-A40A-8C5521F94691}"/>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E7092267-8FC5-40B1-A741-AD85B40D189C}"/>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CAB8E92E-4F3D-4B75-9E18-B94EA61BE999}"/>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2AA1BA77-D7CE-450C-BB2F-492A8A447ADE}"/>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03703D44-20A7-43F8-95C4-F4B83B4DAA42}"/>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15AD7905-66A9-4FD0-93F0-C99CEBF84AAA}"/>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07C71902-ACD3-4225-8597-727626DC1C4F}"/>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F2B6B2CC-AFFB-479D-9305-171C3C2C8A81}"/>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73942B37-57C7-4154-B6BE-5AB743E1BABE}"/>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1DE87C79-F470-4FF4-A4F6-6F244F9DE302}"/>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53BA0F35-5498-4789-8908-D868FFE711B9}"/>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E984F5A6-C73B-4643-A879-E326C7B0351D}"/>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E35485FE-2BD5-455D-A7C9-9F9987C5498C}"/>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BAFCA128-8161-423D-93F9-A470933A1FFC}"/>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349F8898-E646-4462-9E2E-BC5E10A00DA3}"/>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9C2FCC72-AEC8-4E95-A821-C66F0DEB219D}"/>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99A9C773-8ED1-4038-AD95-55CB466C9A5E}"/>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F74C74C0-AC53-4090-A11D-D6C4AAF6427A}"/>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401DA41C-D6C4-44A1-9F04-E1F1179C3167}"/>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4AA97346-990F-4AD1-9436-D315D9EFB04F}"/>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8429BF0F-91DB-49F1-AC40-0DBD95702E0D}"/>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E4824481-3370-4F9F-8E9F-DBC68A4328A3}"/>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077EB65E-D567-4897-9377-B3029ABB6BBD}"/>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0F16DC2F-A9D5-4A41-A1C0-10C3FA9F0063}"/>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7E17102A-5CA6-4EBD-B30A-5D47EA0E33C4}"/>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5C38DF57-4354-45F9-9119-DFAE2216DD17}"/>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7D89104B-A74E-4686-85FA-7ADBB69C4260}"/>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CB6F9BB9-C471-41A6-9CB0-885AFD62F201}"/>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C6F39A5E-4043-48BD-94B1-A008E3D11708}"/>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652678D7-1B2F-423A-AD5D-854262716D61}"/>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7DA06287-9690-4A9A-8FCF-5CCE89B0175C}"/>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51DA2301-CA50-4AB2-BDFE-BB24FF598037}"/>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492C6814-C2FF-4C19-8402-675536DBDB98}"/>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DCE40D66-D698-433D-B594-32C1FEEEE9BF}"/>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198" name="Date Placeholder 178">
            <a:extLst>
              <a:ext uri="{FF2B5EF4-FFF2-40B4-BE49-F238E27FC236}">
                <a16:creationId xmlns:a16="http://schemas.microsoft.com/office/drawing/2014/main" id="{0DB56EA4-BEF8-48F7-92C4-B35A12108331}"/>
              </a:ext>
            </a:extLst>
          </p:cNvPr>
          <p:cNvSpPr>
            <a:spLocks noGrp="1"/>
          </p:cNvSpPr>
          <p:nvPr>
            <p:ph type="dt" sz="half" idx="10"/>
          </p:nvPr>
        </p:nvSpPr>
        <p:spPr>
          <a:xfrm>
            <a:off x="838200" y="6347472"/>
            <a:ext cx="2743200" cy="365125"/>
          </a:xfrm>
        </p:spPr>
        <p:txBody>
          <a:bodyPr/>
          <a:lstStyle/>
          <a:p>
            <a:r>
              <a:rPr lang="en-US" dirty="0"/>
              <a:t>2/1/XXXXX</a:t>
            </a:r>
          </a:p>
        </p:txBody>
      </p:sp>
      <p:sp>
        <p:nvSpPr>
          <p:cNvPr id="199" name="Footer Placeholder 179">
            <a:extLst>
              <a:ext uri="{FF2B5EF4-FFF2-40B4-BE49-F238E27FC236}">
                <a16:creationId xmlns:a16="http://schemas.microsoft.com/office/drawing/2014/main" id="{CE6814D3-C69A-4217-8332-F808E5C015C2}"/>
              </a:ext>
            </a:extLst>
          </p:cNvPr>
          <p:cNvSpPr>
            <a:spLocks noGrp="1"/>
          </p:cNvSpPr>
          <p:nvPr>
            <p:ph type="ftr" sz="quarter" idx="11"/>
          </p:nvPr>
        </p:nvSpPr>
        <p:spPr>
          <a:xfrm>
            <a:off x="4038600" y="6347472"/>
            <a:ext cx="4114800" cy="365125"/>
          </a:xfrm>
        </p:spPr>
        <p:txBody>
          <a:bodyPr/>
          <a:lstStyle/>
          <a:p>
            <a:r>
              <a:rPr lang="en-US" dirty="0"/>
              <a:t>PRESENTATION TITLE</a:t>
            </a:r>
          </a:p>
        </p:txBody>
      </p:sp>
      <p:sp>
        <p:nvSpPr>
          <p:cNvPr id="200" name="Slide Number Placeholder 180">
            <a:extLst>
              <a:ext uri="{FF2B5EF4-FFF2-40B4-BE49-F238E27FC236}">
                <a16:creationId xmlns:a16="http://schemas.microsoft.com/office/drawing/2014/main" id="{37DF26EE-B2F8-41EF-AC16-A1433FF57E94}"/>
              </a:ext>
            </a:extLst>
          </p:cNvPr>
          <p:cNvSpPr>
            <a:spLocks noGrp="1"/>
          </p:cNvSpPr>
          <p:nvPr>
            <p:ph type="sldNum" sz="quarter" idx="12"/>
          </p:nvPr>
        </p:nvSpPr>
        <p:spPr>
          <a:xfrm>
            <a:off x="8610600" y="6347472"/>
            <a:ext cx="2743200" cy="365125"/>
          </a:xfrm>
        </p:spPr>
        <p:txBody>
          <a:bodyPr/>
          <a:lstStyle/>
          <a:p>
            <a:fld id="{5EA792F7-1D9E-4C7E-A103-E8EDFDC2691E}" type="slidenum">
              <a:rPr lang="en-US" smtClean="0"/>
              <a:t>‹#›</a:t>
            </a:fld>
            <a:endParaRPr lang="en-US" dirty="0"/>
          </a:p>
        </p:txBody>
      </p:sp>
      <p:grpSp>
        <p:nvGrpSpPr>
          <p:cNvPr id="14" name="Group 13">
            <a:extLst>
              <a:ext uri="{FF2B5EF4-FFF2-40B4-BE49-F238E27FC236}">
                <a16:creationId xmlns:a16="http://schemas.microsoft.com/office/drawing/2014/main" id="{16BC2040-F088-49FE-BD3B-E4C1B472B4DF}"/>
              </a:ext>
            </a:extLst>
          </p:cNvPr>
          <p:cNvGrpSpPr/>
          <p:nvPr userDrawn="1"/>
        </p:nvGrpSpPr>
        <p:grpSpPr>
          <a:xfrm>
            <a:off x="10579799" y="466375"/>
            <a:ext cx="1089022" cy="1089022"/>
            <a:chOff x="4741467" y="593941"/>
            <a:chExt cx="932200" cy="932200"/>
          </a:xfrm>
        </p:grpSpPr>
        <p:sp>
          <p:nvSpPr>
            <p:cNvPr id="23" name="Graphic 212">
              <a:extLst>
                <a:ext uri="{FF2B5EF4-FFF2-40B4-BE49-F238E27FC236}">
                  <a16:creationId xmlns:a16="http://schemas.microsoft.com/office/drawing/2014/main" id="{4EEBAC00-ABF2-42F3-BE5C-89F299B69814}"/>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4" name="Graphic 212">
              <a:extLst>
                <a:ext uri="{FF2B5EF4-FFF2-40B4-BE49-F238E27FC236}">
                  <a16:creationId xmlns:a16="http://schemas.microsoft.com/office/drawing/2014/main" id="{91BE3222-02F5-4B11-8ED2-D8D36449924B}"/>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203" name="Group 202">
            <a:extLst>
              <a:ext uri="{FF2B5EF4-FFF2-40B4-BE49-F238E27FC236}">
                <a16:creationId xmlns:a16="http://schemas.microsoft.com/office/drawing/2014/main" id="{60DC7638-85D7-4D86-8E63-709D65E2A35E}"/>
              </a:ext>
            </a:extLst>
          </p:cNvPr>
          <p:cNvGrpSpPr/>
          <p:nvPr userDrawn="1"/>
        </p:nvGrpSpPr>
        <p:grpSpPr>
          <a:xfrm>
            <a:off x="487753" y="5626538"/>
            <a:ext cx="319941" cy="319941"/>
            <a:chOff x="1185735" y="4917084"/>
            <a:chExt cx="319941" cy="319941"/>
          </a:xfrm>
        </p:grpSpPr>
        <p:sp>
          <p:nvSpPr>
            <p:cNvPr id="204" name="Oval 203">
              <a:extLst>
                <a:ext uri="{FF2B5EF4-FFF2-40B4-BE49-F238E27FC236}">
                  <a16:creationId xmlns:a16="http://schemas.microsoft.com/office/drawing/2014/main" id="{F0465AAD-8CC1-4FEF-8CC4-EC2E94200413}"/>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5" name="Oval 204">
              <a:extLst>
                <a:ext uri="{FF2B5EF4-FFF2-40B4-BE49-F238E27FC236}">
                  <a16:creationId xmlns:a16="http://schemas.microsoft.com/office/drawing/2014/main" id="{6D829312-0A2A-4244-A956-C59E44673144}"/>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7" name="Picture Placeholder 11">
            <a:extLst>
              <a:ext uri="{FF2B5EF4-FFF2-40B4-BE49-F238E27FC236}">
                <a16:creationId xmlns:a16="http://schemas.microsoft.com/office/drawing/2014/main" id="{F1071936-6A39-404B-B5EC-8FECA37E1403}"/>
              </a:ext>
            </a:extLst>
          </p:cNvPr>
          <p:cNvSpPr>
            <a:spLocks noGrp="1"/>
          </p:cNvSpPr>
          <p:nvPr>
            <p:ph type="pic" sz="quarter" idx="14"/>
          </p:nvPr>
        </p:nvSpPr>
        <p:spPr>
          <a:xfrm>
            <a:off x="745213" y="2219353"/>
            <a:ext cx="2286000" cy="2286000"/>
          </a:xfrm>
          <a:prstGeom prst="ellipse">
            <a:avLst/>
          </a:prstGeom>
        </p:spPr>
        <p:txBody>
          <a:bodyPr>
            <a:normAutofit/>
          </a:bodyPr>
          <a:lstStyle>
            <a:lvl1pPr>
              <a:defRPr sz="2000"/>
            </a:lvl1pPr>
          </a:lstStyle>
          <a:p>
            <a:endParaRPr lang="en-US"/>
          </a:p>
        </p:txBody>
      </p:sp>
      <p:sp>
        <p:nvSpPr>
          <p:cNvPr id="201" name="Picture Placeholder 11">
            <a:extLst>
              <a:ext uri="{FF2B5EF4-FFF2-40B4-BE49-F238E27FC236}">
                <a16:creationId xmlns:a16="http://schemas.microsoft.com/office/drawing/2014/main" id="{65E6D613-79CD-48DA-A78B-2844FACE6C87}"/>
              </a:ext>
            </a:extLst>
          </p:cNvPr>
          <p:cNvSpPr>
            <a:spLocks noGrp="1"/>
          </p:cNvSpPr>
          <p:nvPr>
            <p:ph type="pic" sz="quarter" idx="15"/>
          </p:nvPr>
        </p:nvSpPr>
        <p:spPr>
          <a:xfrm>
            <a:off x="3551776" y="2219353"/>
            <a:ext cx="2286000" cy="2286000"/>
          </a:xfrm>
          <a:prstGeom prst="ellipse">
            <a:avLst/>
          </a:prstGeom>
        </p:spPr>
        <p:txBody>
          <a:bodyPr>
            <a:normAutofit/>
          </a:bodyPr>
          <a:lstStyle>
            <a:lvl1pPr>
              <a:defRPr sz="2000"/>
            </a:lvl1pPr>
          </a:lstStyle>
          <a:p>
            <a:endParaRPr lang="en-US"/>
          </a:p>
        </p:txBody>
      </p:sp>
      <p:sp>
        <p:nvSpPr>
          <p:cNvPr id="202" name="Picture Placeholder 11">
            <a:extLst>
              <a:ext uri="{FF2B5EF4-FFF2-40B4-BE49-F238E27FC236}">
                <a16:creationId xmlns:a16="http://schemas.microsoft.com/office/drawing/2014/main" id="{0AB7DD77-A094-4B63-9717-4D9048C8F90B}"/>
              </a:ext>
            </a:extLst>
          </p:cNvPr>
          <p:cNvSpPr>
            <a:spLocks noGrp="1"/>
          </p:cNvSpPr>
          <p:nvPr>
            <p:ph type="pic" sz="quarter" idx="16"/>
          </p:nvPr>
        </p:nvSpPr>
        <p:spPr>
          <a:xfrm>
            <a:off x="6358339" y="2219353"/>
            <a:ext cx="2286000" cy="2286000"/>
          </a:xfrm>
          <a:prstGeom prst="ellipse">
            <a:avLst/>
          </a:prstGeom>
        </p:spPr>
        <p:txBody>
          <a:bodyPr>
            <a:normAutofit/>
          </a:bodyPr>
          <a:lstStyle>
            <a:lvl1pPr>
              <a:defRPr sz="2000"/>
            </a:lvl1pPr>
          </a:lstStyle>
          <a:p>
            <a:endParaRPr lang="en-US"/>
          </a:p>
        </p:txBody>
      </p:sp>
      <p:sp>
        <p:nvSpPr>
          <p:cNvPr id="206" name="Picture Placeholder 11">
            <a:extLst>
              <a:ext uri="{FF2B5EF4-FFF2-40B4-BE49-F238E27FC236}">
                <a16:creationId xmlns:a16="http://schemas.microsoft.com/office/drawing/2014/main" id="{D512AEF9-E4D4-4E44-93C9-BBB675AD6BAF}"/>
              </a:ext>
            </a:extLst>
          </p:cNvPr>
          <p:cNvSpPr>
            <a:spLocks noGrp="1"/>
          </p:cNvSpPr>
          <p:nvPr>
            <p:ph type="pic" sz="quarter" idx="17"/>
          </p:nvPr>
        </p:nvSpPr>
        <p:spPr>
          <a:xfrm>
            <a:off x="9164901" y="2219353"/>
            <a:ext cx="2286000" cy="2286000"/>
          </a:xfrm>
          <a:prstGeom prst="ellipse">
            <a:avLst/>
          </a:prstGeom>
        </p:spPr>
        <p:txBody>
          <a:bodyPr>
            <a:normAutofit/>
          </a:bodyPr>
          <a:lstStyle>
            <a:lvl1pPr>
              <a:defRPr sz="2000"/>
            </a:lvl1pPr>
          </a:lstStyle>
          <a:p>
            <a:endParaRPr lang="en-US"/>
          </a:p>
        </p:txBody>
      </p:sp>
      <p:sp>
        <p:nvSpPr>
          <p:cNvPr id="207" name="Text Placeholder 20">
            <a:extLst>
              <a:ext uri="{FF2B5EF4-FFF2-40B4-BE49-F238E27FC236}">
                <a16:creationId xmlns:a16="http://schemas.microsoft.com/office/drawing/2014/main" id="{87A50965-D6D5-4C85-8DFC-0E5BC15236C6}"/>
              </a:ext>
            </a:extLst>
          </p:cNvPr>
          <p:cNvSpPr>
            <a:spLocks noGrp="1"/>
          </p:cNvSpPr>
          <p:nvPr>
            <p:ph type="body" sz="quarter" idx="18" hasCustomPrompt="1"/>
          </p:nvPr>
        </p:nvSpPr>
        <p:spPr>
          <a:xfrm>
            <a:off x="762000" y="4665296"/>
            <a:ext cx="2286000" cy="365125"/>
          </a:xfrm>
        </p:spPr>
        <p:txBody>
          <a:bodyPr anchor="ctr">
            <a:noAutofit/>
          </a:bodyPr>
          <a:lstStyle>
            <a:lvl1pPr marL="0" indent="0" algn="ctr">
              <a:lnSpc>
                <a:spcPct val="100000"/>
              </a:lnSpc>
              <a:spcBef>
                <a:spcPts val="0"/>
              </a:spcBef>
              <a:spcAft>
                <a:spcPts val="0"/>
              </a:spcAft>
              <a:buNone/>
              <a:defRPr lang="en-US" sz="2800" b="0" kern="1200" dirty="0" smtClean="0">
                <a:solidFill>
                  <a:schemeClr val="tx1">
                    <a:hueOff val="0"/>
                    <a:satOff val="0"/>
                    <a:lumOff val="0"/>
                    <a:alphaOff val="0"/>
                  </a:schemeClr>
                </a:solidFill>
                <a:latin typeface="+mj-lt"/>
                <a:ea typeface="+mn-ea"/>
                <a:cs typeface="+mn-cs"/>
              </a:defRPr>
            </a:lvl1pPr>
          </a:lstStyle>
          <a:p>
            <a:pPr lvl="0"/>
            <a:r>
              <a:rPr lang="en-US" dirty="0"/>
              <a:t>Name</a:t>
            </a:r>
          </a:p>
        </p:txBody>
      </p:sp>
      <p:sp>
        <p:nvSpPr>
          <p:cNvPr id="208" name="Text Placeholder 22">
            <a:extLst>
              <a:ext uri="{FF2B5EF4-FFF2-40B4-BE49-F238E27FC236}">
                <a16:creationId xmlns:a16="http://schemas.microsoft.com/office/drawing/2014/main" id="{5EB76731-98A8-4857-9098-237F6B83F438}"/>
              </a:ext>
            </a:extLst>
          </p:cNvPr>
          <p:cNvSpPr>
            <a:spLocks noGrp="1"/>
          </p:cNvSpPr>
          <p:nvPr>
            <p:ph type="body" sz="quarter" idx="19" hasCustomPrompt="1"/>
          </p:nvPr>
        </p:nvSpPr>
        <p:spPr>
          <a:xfrm>
            <a:off x="762000"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09" name="Text Placeholder 20">
            <a:extLst>
              <a:ext uri="{FF2B5EF4-FFF2-40B4-BE49-F238E27FC236}">
                <a16:creationId xmlns:a16="http://schemas.microsoft.com/office/drawing/2014/main" id="{3735B97D-43CA-4C18-B500-DD0C08A81445}"/>
              </a:ext>
            </a:extLst>
          </p:cNvPr>
          <p:cNvSpPr>
            <a:spLocks noGrp="1"/>
          </p:cNvSpPr>
          <p:nvPr>
            <p:ph type="body" sz="quarter" idx="20" hasCustomPrompt="1"/>
          </p:nvPr>
        </p:nvSpPr>
        <p:spPr>
          <a:xfrm>
            <a:off x="3562967" y="466529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210" name="Text Placeholder 22">
            <a:extLst>
              <a:ext uri="{FF2B5EF4-FFF2-40B4-BE49-F238E27FC236}">
                <a16:creationId xmlns:a16="http://schemas.microsoft.com/office/drawing/2014/main" id="{122DEA4A-1767-466F-AA95-6973A781C268}"/>
              </a:ext>
            </a:extLst>
          </p:cNvPr>
          <p:cNvSpPr>
            <a:spLocks noGrp="1"/>
          </p:cNvSpPr>
          <p:nvPr>
            <p:ph type="body" sz="quarter" idx="21" hasCustomPrompt="1"/>
          </p:nvPr>
        </p:nvSpPr>
        <p:spPr>
          <a:xfrm>
            <a:off x="3562967"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11" name="Text Placeholder 20">
            <a:extLst>
              <a:ext uri="{FF2B5EF4-FFF2-40B4-BE49-F238E27FC236}">
                <a16:creationId xmlns:a16="http://schemas.microsoft.com/office/drawing/2014/main" id="{86017C97-AFB4-44AA-A439-C68609610E50}"/>
              </a:ext>
            </a:extLst>
          </p:cNvPr>
          <p:cNvSpPr>
            <a:spLocks noGrp="1"/>
          </p:cNvSpPr>
          <p:nvPr>
            <p:ph type="body" sz="quarter" idx="22" hasCustomPrompt="1"/>
          </p:nvPr>
        </p:nvSpPr>
        <p:spPr>
          <a:xfrm>
            <a:off x="6363934" y="466529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212" name="Text Placeholder 22">
            <a:extLst>
              <a:ext uri="{FF2B5EF4-FFF2-40B4-BE49-F238E27FC236}">
                <a16:creationId xmlns:a16="http://schemas.microsoft.com/office/drawing/2014/main" id="{4B0F2A42-984B-4954-93AB-562CFC5530AB}"/>
              </a:ext>
            </a:extLst>
          </p:cNvPr>
          <p:cNvSpPr>
            <a:spLocks noGrp="1"/>
          </p:cNvSpPr>
          <p:nvPr>
            <p:ph type="body" sz="quarter" idx="23" hasCustomPrompt="1"/>
          </p:nvPr>
        </p:nvSpPr>
        <p:spPr>
          <a:xfrm>
            <a:off x="6363934"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13" name="Text Placeholder 20">
            <a:extLst>
              <a:ext uri="{FF2B5EF4-FFF2-40B4-BE49-F238E27FC236}">
                <a16:creationId xmlns:a16="http://schemas.microsoft.com/office/drawing/2014/main" id="{69EF6D11-7269-44E1-8E49-E99D4B1BFB63}"/>
              </a:ext>
            </a:extLst>
          </p:cNvPr>
          <p:cNvSpPr>
            <a:spLocks noGrp="1"/>
          </p:cNvSpPr>
          <p:nvPr>
            <p:ph type="body" sz="quarter" idx="24" hasCustomPrompt="1"/>
          </p:nvPr>
        </p:nvSpPr>
        <p:spPr>
          <a:xfrm>
            <a:off x="9164901" y="466529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214" name="Text Placeholder 22">
            <a:extLst>
              <a:ext uri="{FF2B5EF4-FFF2-40B4-BE49-F238E27FC236}">
                <a16:creationId xmlns:a16="http://schemas.microsoft.com/office/drawing/2014/main" id="{A9F605D5-51E7-44EE-825A-7BDC49BE7E75}"/>
              </a:ext>
            </a:extLst>
          </p:cNvPr>
          <p:cNvSpPr>
            <a:spLocks noGrp="1"/>
          </p:cNvSpPr>
          <p:nvPr>
            <p:ph type="body" sz="quarter" idx="25" hasCustomPrompt="1"/>
          </p:nvPr>
        </p:nvSpPr>
        <p:spPr>
          <a:xfrm>
            <a:off x="9164901"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Tree>
    <p:extLst>
      <p:ext uri="{BB962C8B-B14F-4D97-AF65-F5344CB8AC3E}">
        <p14:creationId xmlns:p14="http://schemas.microsoft.com/office/powerpoint/2010/main" val="3285644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40" name="Title 1">
            <a:extLst>
              <a:ext uri="{FF2B5EF4-FFF2-40B4-BE49-F238E27FC236}">
                <a16:creationId xmlns:a16="http://schemas.microsoft.com/office/drawing/2014/main" id="{EE6F8E7F-679D-42F0-88D7-BA75AB73A7AC}"/>
              </a:ext>
            </a:extLst>
          </p:cNvPr>
          <p:cNvSpPr>
            <a:spLocks noGrp="1"/>
          </p:cNvSpPr>
          <p:nvPr>
            <p:ph type="title" hasCustomPrompt="1"/>
          </p:nvPr>
        </p:nvSpPr>
        <p:spPr>
          <a:xfrm>
            <a:off x="1885186" y="174173"/>
            <a:ext cx="4198182" cy="1158857"/>
          </a:xfrm>
        </p:spPr>
        <p:txBody>
          <a:bodyPr anchor="b">
            <a:normAutofit/>
          </a:bodyPr>
          <a:lstStyle>
            <a:lvl1pPr>
              <a:defRPr/>
            </a:lvl1pPr>
          </a:lstStyle>
          <a:p>
            <a:r>
              <a:rPr lang="en-US" dirty="0"/>
              <a:t>Click to add title</a:t>
            </a:r>
          </a:p>
        </p:txBody>
      </p:sp>
      <p:sp>
        <p:nvSpPr>
          <p:cNvPr id="41" name="Date Placeholder 10">
            <a:extLst>
              <a:ext uri="{FF2B5EF4-FFF2-40B4-BE49-F238E27FC236}">
                <a16:creationId xmlns:a16="http://schemas.microsoft.com/office/drawing/2014/main" id="{F9CD22CB-9DB7-4D08-90A2-83321438699D}"/>
              </a:ext>
            </a:extLst>
          </p:cNvPr>
          <p:cNvSpPr>
            <a:spLocks noGrp="1"/>
          </p:cNvSpPr>
          <p:nvPr>
            <p:ph type="dt" sz="half" idx="10"/>
          </p:nvPr>
        </p:nvSpPr>
        <p:spPr>
          <a:xfrm>
            <a:off x="838200" y="6356350"/>
            <a:ext cx="2743200" cy="365125"/>
          </a:xfrm>
        </p:spPr>
        <p:txBody>
          <a:bodyPr/>
          <a:lstStyle/>
          <a:p>
            <a:r>
              <a:rPr lang="en-US" dirty="0"/>
              <a:t>2/1/XXXXX</a:t>
            </a:r>
          </a:p>
        </p:txBody>
      </p:sp>
      <p:sp>
        <p:nvSpPr>
          <p:cNvPr id="42" name="Footer Placeholder 11">
            <a:extLst>
              <a:ext uri="{FF2B5EF4-FFF2-40B4-BE49-F238E27FC236}">
                <a16:creationId xmlns:a16="http://schemas.microsoft.com/office/drawing/2014/main" id="{E73B6A3D-ED70-47FE-B03E-3D568C1A2FC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43" name="Slide Number Placeholder 12">
            <a:extLst>
              <a:ext uri="{FF2B5EF4-FFF2-40B4-BE49-F238E27FC236}">
                <a16:creationId xmlns:a16="http://schemas.microsoft.com/office/drawing/2014/main" id="{1AE4879C-133B-465E-81C4-7AF394EAA205}"/>
              </a:ext>
            </a:extLst>
          </p:cNvPr>
          <p:cNvSpPr>
            <a:spLocks noGrp="1"/>
          </p:cNvSpPr>
          <p:nvPr>
            <p:ph type="sldNum" sz="quarter" idx="12"/>
          </p:nvPr>
        </p:nvSpPr>
        <p:spPr>
          <a:xfrm>
            <a:off x="8610600" y="6356350"/>
            <a:ext cx="2743200" cy="365125"/>
          </a:xfrm>
        </p:spPr>
        <p:txBody>
          <a:bodyPr/>
          <a:lstStyle/>
          <a:p>
            <a:fld id="{80967E29-1480-472A-9FC5-C4768A52587C}" type="slidenum">
              <a:rPr lang="en-US" smtClean="0"/>
              <a:t>‹#›</a:t>
            </a:fld>
            <a:endParaRPr lang="en-US" dirty="0"/>
          </a:p>
        </p:txBody>
      </p:sp>
      <p:grpSp>
        <p:nvGrpSpPr>
          <p:cNvPr id="48" name="Graphic 190">
            <a:extLst>
              <a:ext uri="{FF2B5EF4-FFF2-40B4-BE49-F238E27FC236}">
                <a16:creationId xmlns:a16="http://schemas.microsoft.com/office/drawing/2014/main" id="{F71248FC-CE92-435C-87F1-74B88F23766A}"/>
              </a:ext>
              <a:ext uri="{C183D7F6-B498-43B3-948B-1728B52AA6E4}">
                <adec:decorative xmlns:adec="http://schemas.microsoft.com/office/drawing/2017/decorative" val="1"/>
              </a:ext>
            </a:extLst>
          </p:cNvPr>
          <p:cNvGrpSpPr/>
          <p:nvPr userDrawn="1"/>
        </p:nvGrpSpPr>
        <p:grpSpPr>
          <a:xfrm>
            <a:off x="0" y="713137"/>
            <a:ext cx="1598829" cy="531293"/>
            <a:chOff x="2504802" y="1755501"/>
            <a:chExt cx="1598829" cy="531293"/>
          </a:xfrm>
          <a:solidFill>
            <a:schemeClr val="tx1"/>
          </a:solidFill>
        </p:grpSpPr>
        <p:sp>
          <p:nvSpPr>
            <p:cNvPr id="49" name="Freeform: Shape 48">
              <a:extLst>
                <a:ext uri="{FF2B5EF4-FFF2-40B4-BE49-F238E27FC236}">
                  <a16:creationId xmlns:a16="http://schemas.microsoft.com/office/drawing/2014/main" id="{7C98EBE9-5DF5-4117-BA8E-B1A9640F2A3F}"/>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CEEC69FB-23D9-4DB3-93B4-D8A4DAC52589}"/>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51" name="Graphic 4">
            <a:extLst>
              <a:ext uri="{FF2B5EF4-FFF2-40B4-BE49-F238E27FC236}">
                <a16:creationId xmlns:a16="http://schemas.microsoft.com/office/drawing/2014/main" id="{A2ACF54E-CF09-4ADF-AF42-8940A36E167D}"/>
              </a:ext>
              <a:ext uri="{C183D7F6-B498-43B3-948B-1728B52AA6E4}">
                <adec:decorative xmlns:adec="http://schemas.microsoft.com/office/drawing/2017/decorative" val="1"/>
              </a:ext>
            </a:extLst>
          </p:cNvPr>
          <p:cNvGrpSpPr/>
          <p:nvPr userDrawn="1"/>
        </p:nvGrpSpPr>
        <p:grpSpPr>
          <a:xfrm>
            <a:off x="11102977" y="-67591"/>
            <a:ext cx="1089023" cy="1089034"/>
            <a:chOff x="5734037" y="3067039"/>
            <a:chExt cx="724483" cy="724489"/>
          </a:xfrm>
          <a:solidFill>
            <a:schemeClr val="tx1"/>
          </a:solidFill>
        </p:grpSpPr>
        <p:sp>
          <p:nvSpPr>
            <p:cNvPr id="52" name="Freeform: Shape 51">
              <a:extLst>
                <a:ext uri="{FF2B5EF4-FFF2-40B4-BE49-F238E27FC236}">
                  <a16:creationId xmlns:a16="http://schemas.microsoft.com/office/drawing/2014/main" id="{9FAA0A99-7C77-42CE-9E71-1DCD63BF4E6F}"/>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831DB661-8F52-4D08-B3A4-0CA0FB8B80EA}"/>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45931018-70AF-4320-9F7B-CF7CA242091A}"/>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B6586B07-F10A-4BBA-B002-6A9A89D3CF29}"/>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9EA06D0-1B1A-4D0F-B3C1-DC74AECBE31F}"/>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91F3F0B-FC7C-403F-B034-0372ED170FE7}"/>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2E1D61F7-4B69-498F-80B9-3108F4873D75}"/>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F3561D3B-1436-4683-9CDF-E904A91D1FFB}"/>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9BC0132A-DC93-4CFA-BFAD-5C13FFFE9F4E}"/>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33BECCB-954A-4356-8DB8-109763ACF1F6}"/>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C722F0F9-FC02-4F7C-B1AE-90AB1ABC380D}"/>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591D23B9-698D-4047-94A4-469F74601153}"/>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DB990AFF-79EB-44A5-8E6F-68D78CA5A103}"/>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8BC8CE23-ABF0-44A4-B651-F340EA038ECB}"/>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1618B38E-8D0A-4E3D-AB2D-DCD61B3DE6A7}"/>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099691C7-B4EE-459B-B118-DB37E0D34AEE}"/>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CD63978D-58CC-49E7-9755-108437FACBC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D8C2E87B-EB6B-4AEE-9462-E8883AF56940}"/>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B54162CF-DBDC-4702-8BB3-28E251AFACDB}"/>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7B442FDE-6724-4D51-9280-2C53DCE6CBF1}"/>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D638975F-285B-44C6-B22C-F9D4825A3183}"/>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81B0C926-95B7-455C-893D-0F26D8D928FB}"/>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D71D4797-4330-475F-8270-78233B3527B0}"/>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C07B8B82-0B72-4ED8-9B81-34F4FFE36D03}"/>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B5D9EAF9-CAEF-4FF0-9058-814B8ACBF733}"/>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D306CA-AE96-4770-AAC2-329436299FD5}"/>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5862B6D5-3EEE-436C-BBBC-F1659763ED9B}"/>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A62E78C8-8408-4F72-8CE4-33F4074906BC}"/>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5DA04B1-3A54-49FF-9074-CB0BF5193DE0}"/>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0588DD8D-4661-4483-82D6-07A669902745}"/>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6427B20B-173D-4E73-BA16-6B70B039591A}"/>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EC4AB2BC-0366-48DE-A7BC-31B0C7FDF81C}"/>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3CDC0462-EDF1-4DC6-B022-B9D6A4883C97}"/>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CB57D5F-1A85-4067-A884-5FF7697972BF}"/>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E996A340-2E9C-4C3B-AB03-1CD09E34956E}"/>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C7BFB716-CE13-4D34-BF72-03D902C777E6}"/>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174C1C5-4C0C-4661-BCCF-41A5ACFE21C7}"/>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C5A6027B-DD9D-4CE2-BD61-5C04290BCF40}"/>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0708877B-8D92-4FC4-8A65-38968B9E3241}"/>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33525F5F-F114-43F3-A9F7-261A28B24DF9}"/>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7339711F-C386-4DCE-9FBF-EE6BC2C1FE35}"/>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FB4BAE73-7982-46FB-A57B-811E3B8F79E4}"/>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14175C9A-42C7-461B-A3DC-84B7A21771C1}"/>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22F385D0-D050-42A4-898F-83C653F24C4F}"/>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FFD7E539-37B2-48C9-B730-CDB7A4FCADCD}"/>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EE26C0AC-F299-48BD-AED7-26C5A1998D41}"/>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15E478F3-0C5B-477C-819A-BF4A72B4CC5D}"/>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9DE8A1B0-551E-4693-928C-BBFDAC2DE894}"/>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9565C552-100C-4C0F-9727-52B462CB5777}"/>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65AF3C8-A7D3-4F7E-8297-70B16E682C87}"/>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989C4C3A-B0E7-45DB-9736-2820F1E48582}"/>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5DF9AE49-EBF5-4E8B-811B-A95469060E7B}"/>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4A6E6901-66E0-4614-A82A-4C8B199F313E}"/>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AF4D28A-9C05-4C54-8EC3-A4AF071575B8}"/>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E13432FE-A2F7-40F1-A071-5299288F21B5}"/>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C70FB6A9-6497-4E63-9C82-7B0BAEB50225}"/>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71159FE3-5513-4772-A657-6925C879024E}"/>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E48E9D8E-3725-4460-951D-FD784F1A5725}"/>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99A1AA77-CF8C-4018-A5A1-E7AA82889B35}"/>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6B44DD95-1ACE-4B45-A9F7-5277F77037AA}"/>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88913144-E9E6-4FF3-9830-F8CC75BA0FD1}"/>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DB38853C-E3C5-43FA-B193-280C55043055}"/>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D38EA362-05F8-4A48-9412-7BBAC11BA14C}"/>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1986071F-7E83-4C85-9A61-81C2026DAEDB}"/>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7FDA9302-0D40-4468-A5DD-D042113E2366}"/>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1D4012E0-8F7C-4DE5-80F7-EC9FE67F8A50}"/>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F2D5F08D-D985-415A-AFD2-BF4B2E33AE44}"/>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F3552DCF-A7DB-46EF-AB70-400B7601A95C}"/>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762A78F9-AE4E-43D9-8540-ACC05C3AFCE9}"/>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097F9892-F0B3-404B-BF30-774A0E7D064D}"/>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C9711B14-C3D0-4038-9F77-4F2810AB7637}"/>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54BABD95-EAA5-40A2-9BE7-9220A1375240}"/>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55DE9C0C-8FEB-47C6-8542-A4EE2AA550A4}"/>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8EE9D466-41E1-42ED-BA06-5819D8A65201}"/>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B06234EB-F295-43D3-8303-50B8DF50BE70}"/>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565A7745-646B-4492-B740-D431772E0C73}"/>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FC32B0E9-76CF-4864-AACB-A734AB760A68}"/>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D230E29-009F-49CA-BB92-73F86BD65B42}"/>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1894DA4D-D2BF-472E-A609-7943EEA754A3}"/>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15980D6F-F1D0-4C25-BD24-95BAF8036A61}"/>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4DE745B8-6FD8-4E30-B0D8-7912083CA4A1}"/>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57C8DB3C-E614-4BE6-87F5-CA32D2A55B75}"/>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B8B52997-BEA9-4CB3-A854-B3D1838ABDEB}"/>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1933A5D4-5140-4C75-AC1B-357A8E14ABE0}"/>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EB5D21A-EECD-4B3F-99C4-5135E8A84554}"/>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9509CDAC-09A7-42A6-82B7-2F994603039F}"/>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2DC9C344-3F87-4F2B-B2CE-477CCA2AF14C}"/>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7083C972-4528-4FD9-9C2E-B24CB38AAD6A}"/>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DF55C190-3D83-46E7-9393-6C1BA9856045}"/>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FEAF47D9-E0F4-4FBF-9A49-B35DA68BC132}"/>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C8AA1DB-E111-4637-9F48-CDFCFAAFF2DE}"/>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544529F9-47A4-4695-B030-A673999D19D4}"/>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4DDF4B72-D66C-4F6A-B4EC-0C4E1B5F8D84}"/>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2C5331D9-FE79-42B2-8EC6-DC0C634CEDAB}"/>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7840DAEE-8157-464A-8948-78E3C30D0665}"/>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D530B50C-AAB8-462D-B26D-B3391536F404}"/>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52300202-9247-4B3F-921C-53A1A1EE0A81}"/>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2D84AB20-9D72-4966-B0AB-743C78D65A13}"/>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E33F4E79-F105-44E6-929F-38221991F8A8}"/>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58615D19-16A8-473B-97FF-9CD54467E969}"/>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DA68BB2-B80D-4DC7-9E06-62B7C7CB341B}"/>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EC7CE019-6A1D-4D07-9DD2-26DA83EAE648}"/>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BFF2711B-36A2-44D5-861A-325515F1B3A2}"/>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C9F33789-5EC0-4861-B3A6-F1F3833566B6}"/>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7A765877-A648-49F6-A82F-C3B1CD6F9459}"/>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1EE0D3F8-1149-447E-A758-6FFB952C223C}"/>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C4C60FB1-2BFD-41F4-91B6-F30907BA513E}"/>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B54E315F-BD6B-48F7-B642-0A0FA00A6F10}"/>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CE87E3B1-F721-4C81-AB9C-ED095F39666D}"/>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8FE2FEEA-33F7-4909-9F95-FC2DDDFDF104}"/>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6CDD8031-905C-4817-BAC6-1ABE1CC54A1E}"/>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C5457991-3D14-4869-83CD-94BFC24D2205}"/>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60CA9119-3432-41C3-8E5C-03632F91F2DF}"/>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8945319D-F9DA-40B8-BC36-E0945135A266}"/>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363375D8-F3F5-4DCF-8284-435210ED5725}"/>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2C9D694E-32F3-4BB8-AC44-A4D1F0842245}"/>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F1849A04-3813-404D-A26A-D71EA9E5C2B8}"/>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5F7225E6-9707-4DEA-AA2A-32BF4DC04596}"/>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4AD33F38-9A81-4862-ABA6-D45EB1E0583A}"/>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C8C55B26-52B8-4804-97E8-1208419C51D2}"/>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A2ED0D31-C12F-4094-8E98-B6600A35162E}"/>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5BFD0D47-41D7-46C9-BFC2-18F9CD6D9D9D}"/>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B3F309EC-D80A-4EB6-B52F-8FB82DA7D6F3}"/>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8C54A0CE-91C6-42D9-9FF5-41F199BB636F}"/>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CABACA6C-A5CB-4CF3-A4AE-EA706CF3BE88}"/>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2E78ADF2-5052-4A16-9639-10C563738913}"/>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6D8F4523-43DA-44FA-9636-7AF8A2017629}"/>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111F429A-3257-492D-8A29-84A1D13A36A6}"/>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92ECE09F-60A8-4210-93A0-A106F86E72D5}"/>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2F6510AF-26CB-4C15-9721-25DAF4D11227}"/>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3733FA97-3A4B-4FEC-9E4D-17709501D2CF}"/>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C157C8E6-B080-484E-BC21-50304625D3C4}"/>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0489747D-9419-477E-9DDC-DB0013D6C38C}"/>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A6275509-2E49-4FF1-9F40-856F58B8252F}"/>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303736E0-472B-482C-928D-B5F49E4771B9}"/>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7FBD502F-54A6-4808-BEAC-AC2D41D5643C}"/>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F1ED3136-A06E-4DCC-88B2-3875E5743FFE}"/>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4DE0F6C0-6228-48B9-9CAD-C38CE231CEEA}"/>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5B7C3C42-11DB-4B15-B8CB-FE18C3105A2F}"/>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A8886BDE-918B-4409-AAEF-72E92A4DC866}"/>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B8C8E6BF-0F3A-4589-A8AF-B3714E74FDF4}"/>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DDC44D30-863E-43FB-8742-44C1D9F3E531}"/>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D8DB85FA-14C6-4973-A4D7-44562B42CA44}"/>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3E7FE024-6E32-462A-871F-8F6B72188B3C}"/>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E69BFA7E-0AB9-498B-BA39-EF3C3C5BEB21}"/>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3236D4A1-FC5C-4C5E-B889-9D912A0011BB}"/>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8" name="Freeform: Shape 197">
              <a:extLst>
                <a:ext uri="{FF2B5EF4-FFF2-40B4-BE49-F238E27FC236}">
                  <a16:creationId xmlns:a16="http://schemas.microsoft.com/office/drawing/2014/main" id="{BA5D4991-8CE2-4793-A6ED-3328CA691D90}"/>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9" name="Freeform: Shape 198">
              <a:extLst>
                <a:ext uri="{FF2B5EF4-FFF2-40B4-BE49-F238E27FC236}">
                  <a16:creationId xmlns:a16="http://schemas.microsoft.com/office/drawing/2014/main" id="{1AC542D8-71BB-423D-AF81-5DE3851C896C}"/>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200" name="Freeform: Shape 199">
              <a:extLst>
                <a:ext uri="{FF2B5EF4-FFF2-40B4-BE49-F238E27FC236}">
                  <a16:creationId xmlns:a16="http://schemas.microsoft.com/office/drawing/2014/main" id="{3D45D6A6-37C0-42D7-8B67-0F131703EC77}"/>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1" name="Freeform: Shape 200">
              <a:extLst>
                <a:ext uri="{FF2B5EF4-FFF2-40B4-BE49-F238E27FC236}">
                  <a16:creationId xmlns:a16="http://schemas.microsoft.com/office/drawing/2014/main" id="{699C817A-290E-4BD1-9FAE-7AA9BFE7C3DB}"/>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202" name="Freeform: Shape 201">
              <a:extLst>
                <a:ext uri="{FF2B5EF4-FFF2-40B4-BE49-F238E27FC236}">
                  <a16:creationId xmlns:a16="http://schemas.microsoft.com/office/drawing/2014/main" id="{D8DD7577-F544-4731-AC1E-4C33460CE0C1}"/>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3" name="Freeform: Shape 202">
              <a:extLst>
                <a:ext uri="{FF2B5EF4-FFF2-40B4-BE49-F238E27FC236}">
                  <a16:creationId xmlns:a16="http://schemas.microsoft.com/office/drawing/2014/main" id="{021297F1-D0B8-4026-8CC5-221E54FDD063}"/>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4" name="Freeform: Shape 203">
              <a:extLst>
                <a:ext uri="{FF2B5EF4-FFF2-40B4-BE49-F238E27FC236}">
                  <a16:creationId xmlns:a16="http://schemas.microsoft.com/office/drawing/2014/main" id="{04A984F3-E660-429F-AED9-04786475F634}"/>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5" name="Freeform: Shape 204">
              <a:extLst>
                <a:ext uri="{FF2B5EF4-FFF2-40B4-BE49-F238E27FC236}">
                  <a16:creationId xmlns:a16="http://schemas.microsoft.com/office/drawing/2014/main" id="{2DB17F0D-D77B-4483-9E8E-319177789665}"/>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206" name="Freeform: Shape 205">
              <a:extLst>
                <a:ext uri="{FF2B5EF4-FFF2-40B4-BE49-F238E27FC236}">
                  <a16:creationId xmlns:a16="http://schemas.microsoft.com/office/drawing/2014/main" id="{9046B41E-0F2B-4082-A3E4-5548644371A4}"/>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7" name="Freeform: Shape 206">
              <a:extLst>
                <a:ext uri="{FF2B5EF4-FFF2-40B4-BE49-F238E27FC236}">
                  <a16:creationId xmlns:a16="http://schemas.microsoft.com/office/drawing/2014/main" id="{850BC367-3EFE-468D-9C0E-57BEEACBB42B}"/>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208" name="Freeform: Shape 207">
              <a:extLst>
                <a:ext uri="{FF2B5EF4-FFF2-40B4-BE49-F238E27FC236}">
                  <a16:creationId xmlns:a16="http://schemas.microsoft.com/office/drawing/2014/main" id="{C9888921-C8FE-4492-B32A-237D6C8F7DC1}"/>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9" name="Freeform: Shape 208">
              <a:extLst>
                <a:ext uri="{FF2B5EF4-FFF2-40B4-BE49-F238E27FC236}">
                  <a16:creationId xmlns:a16="http://schemas.microsoft.com/office/drawing/2014/main" id="{E44D46CA-77FA-4BB6-87FB-E3B22CE18FAC}"/>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0" name="Freeform: Shape 209">
              <a:extLst>
                <a:ext uri="{FF2B5EF4-FFF2-40B4-BE49-F238E27FC236}">
                  <a16:creationId xmlns:a16="http://schemas.microsoft.com/office/drawing/2014/main" id="{222FFF28-1339-4CEC-9507-5712688B707A}"/>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97046F8D-E7F8-4947-BD15-F7C277D10455}"/>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95C1D3F5-E6A3-481D-9011-52EB6B1F4E6A}"/>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09E45670-225D-440E-B5FD-B4D2F8238333}"/>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214" name="Freeform: Shape 213">
              <a:extLst>
                <a:ext uri="{FF2B5EF4-FFF2-40B4-BE49-F238E27FC236}">
                  <a16:creationId xmlns:a16="http://schemas.microsoft.com/office/drawing/2014/main" id="{B8901341-7B58-4B5C-B203-C00AC80C4AA2}"/>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5" name="Freeform: Shape 214">
              <a:extLst>
                <a:ext uri="{FF2B5EF4-FFF2-40B4-BE49-F238E27FC236}">
                  <a16:creationId xmlns:a16="http://schemas.microsoft.com/office/drawing/2014/main" id="{6721ACE4-99CD-4E6B-9A31-175DB6EFB94D}"/>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16" name="Freeform: Shape 215">
              <a:extLst>
                <a:ext uri="{FF2B5EF4-FFF2-40B4-BE49-F238E27FC236}">
                  <a16:creationId xmlns:a16="http://schemas.microsoft.com/office/drawing/2014/main" id="{B939B2D0-D432-4960-96D1-9ACE70E71B73}"/>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17" name="Freeform: Shape 216">
              <a:extLst>
                <a:ext uri="{FF2B5EF4-FFF2-40B4-BE49-F238E27FC236}">
                  <a16:creationId xmlns:a16="http://schemas.microsoft.com/office/drawing/2014/main" id="{837922C9-5AF6-4E8E-9DB4-8F356EFD836F}"/>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218" name="Freeform: Shape 217">
              <a:extLst>
                <a:ext uri="{FF2B5EF4-FFF2-40B4-BE49-F238E27FC236}">
                  <a16:creationId xmlns:a16="http://schemas.microsoft.com/office/drawing/2014/main" id="{84F52B65-D542-4CB4-BBDA-44C1A78A81C9}"/>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19" name="Freeform: Shape 218">
              <a:extLst>
                <a:ext uri="{FF2B5EF4-FFF2-40B4-BE49-F238E27FC236}">
                  <a16:creationId xmlns:a16="http://schemas.microsoft.com/office/drawing/2014/main" id="{B61086A9-C1C4-4A2C-B6F1-5956D0261016}"/>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220" name="Freeform: Shape 219">
              <a:extLst>
                <a:ext uri="{FF2B5EF4-FFF2-40B4-BE49-F238E27FC236}">
                  <a16:creationId xmlns:a16="http://schemas.microsoft.com/office/drawing/2014/main" id="{1AA397D9-9689-4FC7-ADA7-F05661CC4C54}"/>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221" name="Group 220">
            <a:extLst>
              <a:ext uri="{FF2B5EF4-FFF2-40B4-BE49-F238E27FC236}">
                <a16:creationId xmlns:a16="http://schemas.microsoft.com/office/drawing/2014/main" id="{EE1171A0-B1C0-438A-B262-BE014FA1F4BD}"/>
              </a:ext>
              <a:ext uri="{C183D7F6-B498-43B3-948B-1728B52AA6E4}">
                <adec:decorative xmlns:adec="http://schemas.microsoft.com/office/drawing/2017/decorative" val="1"/>
              </a:ext>
            </a:extLst>
          </p:cNvPr>
          <p:cNvGrpSpPr/>
          <p:nvPr userDrawn="1"/>
        </p:nvGrpSpPr>
        <p:grpSpPr>
          <a:xfrm>
            <a:off x="10579799" y="466375"/>
            <a:ext cx="1089022" cy="1089022"/>
            <a:chOff x="4741467" y="593941"/>
            <a:chExt cx="932200" cy="932200"/>
          </a:xfrm>
        </p:grpSpPr>
        <p:sp>
          <p:nvSpPr>
            <p:cNvPr id="222" name="Graphic 212">
              <a:extLst>
                <a:ext uri="{FF2B5EF4-FFF2-40B4-BE49-F238E27FC236}">
                  <a16:creationId xmlns:a16="http://schemas.microsoft.com/office/drawing/2014/main" id="{14F2FEF3-50D1-40FC-B4B4-77A1F7E21F16}"/>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23" name="Graphic 212">
              <a:extLst>
                <a:ext uri="{FF2B5EF4-FFF2-40B4-BE49-F238E27FC236}">
                  <a16:creationId xmlns:a16="http://schemas.microsoft.com/office/drawing/2014/main" id="{BD9CE92B-22AD-4B2F-992F-14F8CEC882D4}"/>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224" name="Group 223">
            <a:extLst>
              <a:ext uri="{FF2B5EF4-FFF2-40B4-BE49-F238E27FC236}">
                <a16:creationId xmlns:a16="http://schemas.microsoft.com/office/drawing/2014/main" id="{C3915ABD-0965-4BFC-BC2C-9614D5970349}"/>
              </a:ext>
              <a:ext uri="{C183D7F6-B498-43B3-948B-1728B52AA6E4}">
                <adec:decorative xmlns:adec="http://schemas.microsoft.com/office/drawing/2017/decorative" val="1"/>
              </a:ext>
            </a:extLst>
          </p:cNvPr>
          <p:cNvGrpSpPr/>
          <p:nvPr userDrawn="1"/>
        </p:nvGrpSpPr>
        <p:grpSpPr>
          <a:xfrm>
            <a:off x="487753" y="5626538"/>
            <a:ext cx="319941" cy="319941"/>
            <a:chOff x="1185735" y="4917084"/>
            <a:chExt cx="319941" cy="319941"/>
          </a:xfrm>
        </p:grpSpPr>
        <p:sp>
          <p:nvSpPr>
            <p:cNvPr id="225" name="Oval 224">
              <a:extLst>
                <a:ext uri="{FF2B5EF4-FFF2-40B4-BE49-F238E27FC236}">
                  <a16:creationId xmlns:a16="http://schemas.microsoft.com/office/drawing/2014/main" id="{9FE4684E-2475-4E37-AA4F-264F7CA762D8}"/>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26" name="Oval 225">
              <a:extLst>
                <a:ext uri="{FF2B5EF4-FFF2-40B4-BE49-F238E27FC236}">
                  <a16:creationId xmlns:a16="http://schemas.microsoft.com/office/drawing/2014/main" id="{AF59A320-BCCE-4552-ABEC-E6072F986ED1}"/>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007528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F02A036E-555E-452E-A03E-C23B0204B568}"/>
              </a:ext>
              <a:ext uri="{C183D7F6-B498-43B3-948B-1728B52AA6E4}">
                <adec:decorative xmlns:adec="http://schemas.microsoft.com/office/drawing/2017/decorative" val="1"/>
              </a:ext>
            </a:extLst>
          </p:cNvPr>
          <p:cNvGrpSpPr/>
          <p:nvPr userDrawn="1"/>
        </p:nvGrpSpPr>
        <p:grpSpPr>
          <a:xfrm>
            <a:off x="9847291" y="292656"/>
            <a:ext cx="1861854" cy="717514"/>
            <a:chOff x="0" y="292656"/>
            <a:chExt cx="1861854" cy="717514"/>
          </a:xfrm>
        </p:grpSpPr>
        <p:sp>
          <p:nvSpPr>
            <p:cNvPr id="18" name="Freeform: Shape 17">
              <a:extLst>
                <a:ext uri="{FF2B5EF4-FFF2-40B4-BE49-F238E27FC236}">
                  <a16:creationId xmlns:a16="http://schemas.microsoft.com/office/drawing/2014/main" id="{D022D41B-79E8-48CF-B2C1-81682892F7AB}"/>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9" name="Freeform: Shape 18">
              <a:extLst>
                <a:ext uri="{FF2B5EF4-FFF2-40B4-BE49-F238E27FC236}">
                  <a16:creationId xmlns:a16="http://schemas.microsoft.com/office/drawing/2014/main" id="{B3C39C16-6EA8-4E23-96CD-35016A14A657}"/>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grpSp>
      <p:grpSp>
        <p:nvGrpSpPr>
          <p:cNvPr id="34" name="Group 33">
            <a:extLst>
              <a:ext uri="{FF2B5EF4-FFF2-40B4-BE49-F238E27FC236}">
                <a16:creationId xmlns:a16="http://schemas.microsoft.com/office/drawing/2014/main" id="{88349EA7-4C35-41B7-ADAE-D5A8A2B6B935}"/>
              </a:ext>
              <a:ext uri="{C183D7F6-B498-43B3-948B-1728B52AA6E4}">
                <adec:decorative xmlns:adec="http://schemas.microsoft.com/office/drawing/2017/decorative" val="1"/>
              </a:ext>
            </a:extLst>
          </p:cNvPr>
          <p:cNvGrpSpPr/>
          <p:nvPr userDrawn="1"/>
        </p:nvGrpSpPr>
        <p:grpSpPr>
          <a:xfrm>
            <a:off x="-8878" y="-8878"/>
            <a:ext cx="1242819" cy="1314996"/>
            <a:chOff x="79900" y="122321"/>
            <a:chExt cx="2232251" cy="2361890"/>
          </a:xfrm>
        </p:grpSpPr>
        <p:sp>
          <p:nvSpPr>
            <p:cNvPr id="16" name="Freeform: Shape 15">
              <a:extLst>
                <a:ext uri="{FF2B5EF4-FFF2-40B4-BE49-F238E27FC236}">
                  <a16:creationId xmlns:a16="http://schemas.microsoft.com/office/drawing/2014/main" id="{40BB9AE5-B3F9-4910-8739-DCBEE4532722}"/>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1" name="Freeform: Shape 20">
              <a:extLst>
                <a:ext uri="{FF2B5EF4-FFF2-40B4-BE49-F238E27FC236}">
                  <a16:creationId xmlns:a16="http://schemas.microsoft.com/office/drawing/2014/main" id="{03E19069-8C91-4A11-ABFB-54DACDBFBB11}"/>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grpSp>
      <p:sp>
        <p:nvSpPr>
          <p:cNvPr id="40" name="Title 1">
            <a:extLst>
              <a:ext uri="{FF2B5EF4-FFF2-40B4-BE49-F238E27FC236}">
                <a16:creationId xmlns:a16="http://schemas.microsoft.com/office/drawing/2014/main" id="{5DFCC9E4-D2C1-4336-ADFB-27826CD054DE}"/>
              </a:ext>
            </a:extLst>
          </p:cNvPr>
          <p:cNvSpPr>
            <a:spLocks noGrp="1"/>
          </p:cNvSpPr>
          <p:nvPr>
            <p:ph type="title" hasCustomPrompt="1"/>
          </p:nvPr>
        </p:nvSpPr>
        <p:spPr>
          <a:xfrm>
            <a:off x="1691324" y="358614"/>
            <a:ext cx="7710127" cy="1044058"/>
          </a:xfrm>
        </p:spPr>
        <p:txBody>
          <a:bodyPr anchor="t"/>
          <a:lstStyle>
            <a:lvl1pPr>
              <a:defRPr/>
            </a:lvl1pPr>
          </a:lstStyle>
          <a:p>
            <a:r>
              <a:rPr lang="en-US" dirty="0"/>
              <a:t>Click to add title</a:t>
            </a:r>
          </a:p>
        </p:txBody>
      </p:sp>
      <p:sp>
        <p:nvSpPr>
          <p:cNvPr id="35" name="Text Placeholder 23">
            <a:extLst>
              <a:ext uri="{FF2B5EF4-FFF2-40B4-BE49-F238E27FC236}">
                <a16:creationId xmlns:a16="http://schemas.microsoft.com/office/drawing/2014/main" id="{0F74E023-C0D5-41E7-919F-5C8B489C6509}"/>
              </a:ext>
            </a:extLst>
          </p:cNvPr>
          <p:cNvSpPr>
            <a:spLocks noGrp="1"/>
          </p:cNvSpPr>
          <p:nvPr>
            <p:ph type="body" sz="quarter" idx="13" hasCustomPrompt="1"/>
          </p:nvPr>
        </p:nvSpPr>
        <p:spPr>
          <a:xfrm>
            <a:off x="1691325" y="1765954"/>
            <a:ext cx="4307160" cy="518874"/>
          </a:xfrm>
        </p:spPr>
        <p:txBody>
          <a:bodyPr/>
          <a:lstStyle>
            <a:lvl1pPr>
              <a:buNone/>
              <a:defRPr b="1"/>
            </a:lvl1pPr>
          </a:lstStyle>
          <a:p>
            <a:pPr lvl="0"/>
            <a:r>
              <a:rPr lang="en-US" dirty="0"/>
              <a:t>Click to add title</a:t>
            </a:r>
          </a:p>
        </p:txBody>
      </p:sp>
      <p:sp>
        <p:nvSpPr>
          <p:cNvPr id="36" name="Text Placeholder 25">
            <a:extLst>
              <a:ext uri="{FF2B5EF4-FFF2-40B4-BE49-F238E27FC236}">
                <a16:creationId xmlns:a16="http://schemas.microsoft.com/office/drawing/2014/main" id="{DFEFE027-FE1B-489A-A696-4FD8C4E65652}"/>
              </a:ext>
            </a:extLst>
          </p:cNvPr>
          <p:cNvSpPr>
            <a:spLocks noGrp="1"/>
          </p:cNvSpPr>
          <p:nvPr>
            <p:ph type="body" sz="quarter" idx="14" hasCustomPrompt="1"/>
          </p:nvPr>
        </p:nvSpPr>
        <p:spPr>
          <a:xfrm>
            <a:off x="1691325" y="2417734"/>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37" name="Text Placeholder 23">
            <a:extLst>
              <a:ext uri="{FF2B5EF4-FFF2-40B4-BE49-F238E27FC236}">
                <a16:creationId xmlns:a16="http://schemas.microsoft.com/office/drawing/2014/main" id="{3DB0FA80-1E07-4384-94AE-AC639E42FC7E}"/>
              </a:ext>
            </a:extLst>
          </p:cNvPr>
          <p:cNvSpPr>
            <a:spLocks noGrp="1"/>
          </p:cNvSpPr>
          <p:nvPr>
            <p:ph type="body" sz="quarter" idx="15" hasCustomPrompt="1"/>
          </p:nvPr>
        </p:nvSpPr>
        <p:spPr>
          <a:xfrm>
            <a:off x="6317484" y="1765954"/>
            <a:ext cx="4307160" cy="518874"/>
          </a:xfrm>
        </p:spPr>
        <p:txBody>
          <a:bodyPr/>
          <a:lstStyle>
            <a:lvl1pPr>
              <a:buNone/>
              <a:defRPr b="1"/>
            </a:lvl1pPr>
          </a:lstStyle>
          <a:p>
            <a:pPr lvl="0"/>
            <a:r>
              <a:rPr lang="en-US" dirty="0"/>
              <a:t>Click to add title</a:t>
            </a:r>
          </a:p>
        </p:txBody>
      </p:sp>
      <p:sp>
        <p:nvSpPr>
          <p:cNvPr id="38" name="Text Placeholder 25">
            <a:extLst>
              <a:ext uri="{FF2B5EF4-FFF2-40B4-BE49-F238E27FC236}">
                <a16:creationId xmlns:a16="http://schemas.microsoft.com/office/drawing/2014/main" id="{99C1CF62-099A-440A-BEFC-058944B90845}"/>
              </a:ext>
            </a:extLst>
          </p:cNvPr>
          <p:cNvSpPr>
            <a:spLocks noGrp="1"/>
          </p:cNvSpPr>
          <p:nvPr>
            <p:ph type="body" sz="quarter" idx="16" hasCustomPrompt="1"/>
          </p:nvPr>
        </p:nvSpPr>
        <p:spPr>
          <a:xfrm>
            <a:off x="6317484" y="2417734"/>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5" name="Date Placeholder 178">
            <a:extLst>
              <a:ext uri="{FF2B5EF4-FFF2-40B4-BE49-F238E27FC236}">
                <a16:creationId xmlns:a16="http://schemas.microsoft.com/office/drawing/2014/main" id="{D233886F-CB8B-488F-AC80-91A3C6FC6812}"/>
              </a:ext>
            </a:extLst>
          </p:cNvPr>
          <p:cNvSpPr>
            <a:spLocks noGrp="1"/>
          </p:cNvSpPr>
          <p:nvPr>
            <p:ph type="dt" sz="half" idx="10"/>
          </p:nvPr>
        </p:nvSpPr>
        <p:spPr>
          <a:xfrm>
            <a:off x="838200" y="6356350"/>
            <a:ext cx="2743200" cy="365125"/>
          </a:xfrm>
        </p:spPr>
        <p:txBody>
          <a:bodyPr/>
          <a:lstStyle/>
          <a:p>
            <a:r>
              <a:rPr lang="en-US" dirty="0"/>
              <a:t>2/1/XXXXX</a:t>
            </a:r>
          </a:p>
        </p:txBody>
      </p:sp>
      <p:sp>
        <p:nvSpPr>
          <p:cNvPr id="26" name="Footer Placeholder 179">
            <a:extLst>
              <a:ext uri="{FF2B5EF4-FFF2-40B4-BE49-F238E27FC236}">
                <a16:creationId xmlns:a16="http://schemas.microsoft.com/office/drawing/2014/main" id="{31C750C1-1A40-46E0-B48D-F1D78058D722}"/>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33" name="Slide Number Placeholder 180">
            <a:extLst>
              <a:ext uri="{FF2B5EF4-FFF2-40B4-BE49-F238E27FC236}">
                <a16:creationId xmlns:a16="http://schemas.microsoft.com/office/drawing/2014/main" id="{8FDDDBE7-8A2B-4ABD-AA8A-56DAFD0C8665}"/>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EA792F7-1D9E-4C7E-A103-E8EDFDC2691E}" type="slidenum">
              <a:rPr lang="en-US" smtClean="0"/>
              <a:pPr/>
              <a:t>‹#›</a:t>
            </a:fld>
            <a:endParaRPr lang="en-US" dirty="0"/>
          </a:p>
        </p:txBody>
      </p:sp>
      <p:grpSp>
        <p:nvGrpSpPr>
          <p:cNvPr id="56" name="Group 55">
            <a:extLst>
              <a:ext uri="{FF2B5EF4-FFF2-40B4-BE49-F238E27FC236}">
                <a16:creationId xmlns:a16="http://schemas.microsoft.com/office/drawing/2014/main" id="{094A3771-4C60-4CFE-8E9E-37289AB0317E}"/>
              </a:ext>
              <a:ext uri="{C183D7F6-B498-43B3-948B-1728B52AA6E4}">
                <adec:decorative xmlns:adec="http://schemas.microsoft.com/office/drawing/2017/decorative" val="1"/>
              </a:ext>
            </a:extLst>
          </p:cNvPr>
          <p:cNvGrpSpPr/>
          <p:nvPr userDrawn="1"/>
        </p:nvGrpSpPr>
        <p:grpSpPr>
          <a:xfrm>
            <a:off x="10056904" y="5782880"/>
            <a:ext cx="1054467" cy="469689"/>
            <a:chOff x="10056904" y="5720734"/>
            <a:chExt cx="1054467" cy="469689"/>
          </a:xfrm>
        </p:grpSpPr>
        <p:grpSp>
          <p:nvGrpSpPr>
            <p:cNvPr id="44" name="Graphic 185">
              <a:extLst>
                <a:ext uri="{FF2B5EF4-FFF2-40B4-BE49-F238E27FC236}">
                  <a16:creationId xmlns:a16="http://schemas.microsoft.com/office/drawing/2014/main" id="{82CA434A-3484-456D-AE0D-D55E9CABFA96}"/>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tx1"/>
            </a:solidFill>
          </p:grpSpPr>
          <p:sp>
            <p:nvSpPr>
              <p:cNvPr id="45" name="Freeform: Shape 44">
                <a:extLst>
                  <a:ext uri="{FF2B5EF4-FFF2-40B4-BE49-F238E27FC236}">
                    <a16:creationId xmlns:a16="http://schemas.microsoft.com/office/drawing/2014/main" id="{1207C719-43F0-4665-8018-8838DD423DA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BC5E6BE1-0377-492E-8C35-C9751467B64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7A539B71-0508-4FCA-9C39-AEC6A2EA999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8C5469B1-9998-4419-9D88-48A73CF4B76B}"/>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CD09A9A1-8B7A-428A-825F-54D38DDB316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50" name="Graphic 185">
              <a:extLst>
                <a:ext uri="{FF2B5EF4-FFF2-40B4-BE49-F238E27FC236}">
                  <a16:creationId xmlns:a16="http://schemas.microsoft.com/office/drawing/2014/main" id="{D4D999BA-0F0D-4C71-9EBD-B63A0BEAD62B}"/>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accent3">
                <a:alpha val="20000"/>
              </a:schemeClr>
            </a:solidFill>
          </p:grpSpPr>
          <p:sp>
            <p:nvSpPr>
              <p:cNvPr id="51" name="Freeform: Shape 50">
                <a:extLst>
                  <a:ext uri="{FF2B5EF4-FFF2-40B4-BE49-F238E27FC236}">
                    <a16:creationId xmlns:a16="http://schemas.microsoft.com/office/drawing/2014/main" id="{FDE4F78B-7D0A-4A9C-8A51-279A4EE2983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45979898-184B-4CB1-A3A0-FD02604EAD01}"/>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A65087BF-15DB-40DB-AFFA-F8401659A2F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626290F3-DCED-4500-B758-5F184B3CEF17}"/>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AF7E19E5-76ED-4A38-BB6F-CBF416DA8A78}"/>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39613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588BAEF-9B22-4B78-838B-7DC11C0EA2C4}"/>
              </a:ext>
              <a:ext uri="{C183D7F6-B498-43B3-948B-1728B52AA6E4}">
                <adec:decorative xmlns:adec="http://schemas.microsoft.com/office/drawing/2017/decorative" val="1"/>
              </a:ext>
            </a:extLst>
          </p:cNvPr>
          <p:cNvGrpSpPr/>
          <p:nvPr userDrawn="1"/>
        </p:nvGrpSpPr>
        <p:grpSpPr>
          <a:xfrm>
            <a:off x="9847291" y="292656"/>
            <a:ext cx="1861854" cy="717514"/>
            <a:chOff x="0" y="292656"/>
            <a:chExt cx="1861854" cy="717514"/>
          </a:xfrm>
        </p:grpSpPr>
        <p:sp>
          <p:nvSpPr>
            <p:cNvPr id="16" name="Freeform: Shape 15">
              <a:extLst>
                <a:ext uri="{FF2B5EF4-FFF2-40B4-BE49-F238E27FC236}">
                  <a16:creationId xmlns:a16="http://schemas.microsoft.com/office/drawing/2014/main" id="{420212D7-7787-4FFC-B8D9-35F729D185FA}"/>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7" name="Freeform: Shape 16">
              <a:extLst>
                <a:ext uri="{FF2B5EF4-FFF2-40B4-BE49-F238E27FC236}">
                  <a16:creationId xmlns:a16="http://schemas.microsoft.com/office/drawing/2014/main" id="{67577D49-4464-484D-8792-C20C8556A145}"/>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grpSp>
      <p:grpSp>
        <p:nvGrpSpPr>
          <p:cNvPr id="18" name="Group 17">
            <a:extLst>
              <a:ext uri="{FF2B5EF4-FFF2-40B4-BE49-F238E27FC236}">
                <a16:creationId xmlns:a16="http://schemas.microsoft.com/office/drawing/2014/main" id="{CFF06135-5FEE-41FD-9B18-A0441D2A7B3B}"/>
              </a:ext>
              <a:ext uri="{C183D7F6-B498-43B3-948B-1728B52AA6E4}">
                <adec:decorative xmlns:adec="http://schemas.microsoft.com/office/drawing/2017/decorative" val="1"/>
              </a:ext>
            </a:extLst>
          </p:cNvPr>
          <p:cNvGrpSpPr/>
          <p:nvPr userDrawn="1"/>
        </p:nvGrpSpPr>
        <p:grpSpPr>
          <a:xfrm>
            <a:off x="-8878" y="-8878"/>
            <a:ext cx="1242819" cy="1314996"/>
            <a:chOff x="79900" y="122321"/>
            <a:chExt cx="2232251" cy="2361890"/>
          </a:xfrm>
        </p:grpSpPr>
        <p:sp>
          <p:nvSpPr>
            <p:cNvPr id="19" name="Freeform: Shape 18">
              <a:extLst>
                <a:ext uri="{FF2B5EF4-FFF2-40B4-BE49-F238E27FC236}">
                  <a16:creationId xmlns:a16="http://schemas.microsoft.com/office/drawing/2014/main" id="{53AEB7B2-43A7-459D-9CFA-1C75B3351CC6}"/>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0" name="Freeform: Shape 19">
              <a:extLst>
                <a:ext uri="{FF2B5EF4-FFF2-40B4-BE49-F238E27FC236}">
                  <a16:creationId xmlns:a16="http://schemas.microsoft.com/office/drawing/2014/main" id="{FA095D62-486F-47DD-A58F-7F4BE6617E8E}"/>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grpSp>
      <p:sp>
        <p:nvSpPr>
          <p:cNvPr id="37" name="Title 1">
            <a:extLst>
              <a:ext uri="{FF2B5EF4-FFF2-40B4-BE49-F238E27FC236}">
                <a16:creationId xmlns:a16="http://schemas.microsoft.com/office/drawing/2014/main" id="{A4FD0935-8B36-453D-B28E-23C060B3E273}"/>
              </a:ext>
            </a:extLst>
          </p:cNvPr>
          <p:cNvSpPr>
            <a:spLocks noGrp="1"/>
          </p:cNvSpPr>
          <p:nvPr>
            <p:ph type="title" hasCustomPrompt="1"/>
          </p:nvPr>
        </p:nvSpPr>
        <p:spPr>
          <a:xfrm>
            <a:off x="1691324" y="358614"/>
            <a:ext cx="7710127" cy="1044058"/>
          </a:xfrm>
        </p:spPr>
        <p:txBody>
          <a:bodyPr anchor="t"/>
          <a:lstStyle>
            <a:lvl1pPr>
              <a:defRPr/>
            </a:lvl1pPr>
          </a:lstStyle>
          <a:p>
            <a:r>
              <a:rPr lang="en-US" dirty="0"/>
              <a:t>Click to add title</a:t>
            </a:r>
          </a:p>
        </p:txBody>
      </p:sp>
      <p:sp>
        <p:nvSpPr>
          <p:cNvPr id="38" name="Text Placeholder 23">
            <a:extLst>
              <a:ext uri="{FF2B5EF4-FFF2-40B4-BE49-F238E27FC236}">
                <a16:creationId xmlns:a16="http://schemas.microsoft.com/office/drawing/2014/main" id="{FD196DEF-9124-464A-BE20-4F758F4E31C4}"/>
              </a:ext>
            </a:extLst>
          </p:cNvPr>
          <p:cNvSpPr>
            <a:spLocks noGrp="1"/>
          </p:cNvSpPr>
          <p:nvPr>
            <p:ph type="body" sz="quarter" idx="13" hasCustomPrompt="1"/>
          </p:nvPr>
        </p:nvSpPr>
        <p:spPr>
          <a:xfrm>
            <a:off x="470103" y="1758956"/>
            <a:ext cx="3534208" cy="518874"/>
          </a:xfrm>
        </p:spPr>
        <p:txBody>
          <a:bodyPr/>
          <a:lstStyle>
            <a:lvl1pPr>
              <a:buNone/>
              <a:defRPr b="1"/>
            </a:lvl1pPr>
          </a:lstStyle>
          <a:p>
            <a:pPr lvl="0"/>
            <a:r>
              <a:rPr lang="en-US" dirty="0"/>
              <a:t>Click to add title</a:t>
            </a:r>
          </a:p>
        </p:txBody>
      </p:sp>
      <p:sp>
        <p:nvSpPr>
          <p:cNvPr id="39" name="Text Placeholder 25">
            <a:extLst>
              <a:ext uri="{FF2B5EF4-FFF2-40B4-BE49-F238E27FC236}">
                <a16:creationId xmlns:a16="http://schemas.microsoft.com/office/drawing/2014/main" id="{A0F85BB1-4795-429F-8AC3-DACE25FEB6F3}"/>
              </a:ext>
            </a:extLst>
          </p:cNvPr>
          <p:cNvSpPr>
            <a:spLocks noGrp="1"/>
          </p:cNvSpPr>
          <p:nvPr>
            <p:ph type="body" sz="quarter" idx="14" hasCustomPrompt="1"/>
          </p:nvPr>
        </p:nvSpPr>
        <p:spPr>
          <a:xfrm>
            <a:off x="470103" y="2410736"/>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40" name="Text Placeholder 23">
            <a:extLst>
              <a:ext uri="{FF2B5EF4-FFF2-40B4-BE49-F238E27FC236}">
                <a16:creationId xmlns:a16="http://schemas.microsoft.com/office/drawing/2014/main" id="{68F13C61-FEA2-4F84-ADB4-B072944A1F2E}"/>
              </a:ext>
            </a:extLst>
          </p:cNvPr>
          <p:cNvSpPr>
            <a:spLocks noGrp="1"/>
          </p:cNvSpPr>
          <p:nvPr>
            <p:ph type="body" sz="quarter" idx="15" hasCustomPrompt="1"/>
          </p:nvPr>
        </p:nvSpPr>
        <p:spPr>
          <a:xfrm>
            <a:off x="4322520" y="1758956"/>
            <a:ext cx="3534208" cy="518874"/>
          </a:xfrm>
        </p:spPr>
        <p:txBody>
          <a:bodyPr/>
          <a:lstStyle>
            <a:lvl1pPr>
              <a:buNone/>
              <a:defRPr b="1"/>
            </a:lvl1pPr>
          </a:lstStyle>
          <a:p>
            <a:pPr lvl="0"/>
            <a:r>
              <a:rPr lang="en-US" dirty="0"/>
              <a:t>Click to add title</a:t>
            </a:r>
          </a:p>
        </p:txBody>
      </p:sp>
      <p:sp>
        <p:nvSpPr>
          <p:cNvPr id="41" name="Text Placeholder 25">
            <a:extLst>
              <a:ext uri="{FF2B5EF4-FFF2-40B4-BE49-F238E27FC236}">
                <a16:creationId xmlns:a16="http://schemas.microsoft.com/office/drawing/2014/main" id="{0931B5D4-0C97-40D5-93AF-A0CA590E8FE7}"/>
              </a:ext>
            </a:extLst>
          </p:cNvPr>
          <p:cNvSpPr>
            <a:spLocks noGrp="1"/>
          </p:cNvSpPr>
          <p:nvPr>
            <p:ph type="body" sz="quarter" idx="16" hasCustomPrompt="1"/>
          </p:nvPr>
        </p:nvSpPr>
        <p:spPr>
          <a:xfrm>
            <a:off x="4322520" y="2410736"/>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42" name="Text Placeholder 23">
            <a:extLst>
              <a:ext uri="{FF2B5EF4-FFF2-40B4-BE49-F238E27FC236}">
                <a16:creationId xmlns:a16="http://schemas.microsoft.com/office/drawing/2014/main" id="{57C721C7-54E7-4F91-AC64-A6CB4A58FBAC}"/>
              </a:ext>
            </a:extLst>
          </p:cNvPr>
          <p:cNvSpPr>
            <a:spLocks noGrp="1"/>
          </p:cNvSpPr>
          <p:nvPr>
            <p:ph type="body" sz="quarter" idx="17" hasCustomPrompt="1"/>
          </p:nvPr>
        </p:nvSpPr>
        <p:spPr>
          <a:xfrm>
            <a:off x="8174937" y="1758956"/>
            <a:ext cx="3534208" cy="518874"/>
          </a:xfrm>
        </p:spPr>
        <p:txBody>
          <a:bodyPr/>
          <a:lstStyle>
            <a:lvl1pPr>
              <a:buNone/>
              <a:defRPr b="1"/>
            </a:lvl1pPr>
          </a:lstStyle>
          <a:p>
            <a:pPr lvl="0"/>
            <a:r>
              <a:rPr lang="en-US" dirty="0"/>
              <a:t>Click to add title</a:t>
            </a:r>
          </a:p>
        </p:txBody>
      </p:sp>
      <p:sp>
        <p:nvSpPr>
          <p:cNvPr id="43" name="Text Placeholder 25">
            <a:extLst>
              <a:ext uri="{FF2B5EF4-FFF2-40B4-BE49-F238E27FC236}">
                <a16:creationId xmlns:a16="http://schemas.microsoft.com/office/drawing/2014/main" id="{6F350A6E-AE98-42CD-9742-7F116F9AF609}"/>
              </a:ext>
            </a:extLst>
          </p:cNvPr>
          <p:cNvSpPr>
            <a:spLocks noGrp="1"/>
          </p:cNvSpPr>
          <p:nvPr>
            <p:ph type="body" sz="quarter" idx="18" hasCustomPrompt="1"/>
          </p:nvPr>
        </p:nvSpPr>
        <p:spPr>
          <a:xfrm>
            <a:off x="8174937" y="2410736"/>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4" name="Date Placeholder 178">
            <a:extLst>
              <a:ext uri="{FF2B5EF4-FFF2-40B4-BE49-F238E27FC236}">
                <a16:creationId xmlns:a16="http://schemas.microsoft.com/office/drawing/2014/main" id="{C04F291D-0D54-49CD-9169-A039D453D8C7}"/>
              </a:ext>
            </a:extLst>
          </p:cNvPr>
          <p:cNvSpPr>
            <a:spLocks noGrp="1"/>
          </p:cNvSpPr>
          <p:nvPr>
            <p:ph type="dt" sz="half" idx="10"/>
          </p:nvPr>
        </p:nvSpPr>
        <p:spPr>
          <a:xfrm>
            <a:off x="838200" y="6356350"/>
            <a:ext cx="2743200" cy="365125"/>
          </a:xfrm>
        </p:spPr>
        <p:txBody>
          <a:bodyPr/>
          <a:lstStyle/>
          <a:p>
            <a:r>
              <a:rPr lang="en-US" dirty="0"/>
              <a:t>2/1/XXXXX</a:t>
            </a:r>
          </a:p>
        </p:txBody>
      </p:sp>
      <p:sp>
        <p:nvSpPr>
          <p:cNvPr id="25" name="Footer Placeholder 179">
            <a:extLst>
              <a:ext uri="{FF2B5EF4-FFF2-40B4-BE49-F238E27FC236}">
                <a16:creationId xmlns:a16="http://schemas.microsoft.com/office/drawing/2014/main" id="{0625F097-2116-4450-AC09-0BB7311D0E76}"/>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32" name="Slide Number Placeholder 180">
            <a:extLst>
              <a:ext uri="{FF2B5EF4-FFF2-40B4-BE49-F238E27FC236}">
                <a16:creationId xmlns:a16="http://schemas.microsoft.com/office/drawing/2014/main" id="{5936DA3D-F2F0-4997-A41B-0FE9AFEDC22E}"/>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EA792F7-1D9E-4C7E-A103-E8EDFDC2691E}" type="slidenum">
              <a:rPr lang="en-US" smtClean="0"/>
              <a:pPr/>
              <a:t>‹#›</a:t>
            </a:fld>
            <a:endParaRPr lang="en-US" dirty="0"/>
          </a:p>
        </p:txBody>
      </p:sp>
      <p:grpSp>
        <p:nvGrpSpPr>
          <p:cNvPr id="44" name="Group 43">
            <a:extLst>
              <a:ext uri="{FF2B5EF4-FFF2-40B4-BE49-F238E27FC236}">
                <a16:creationId xmlns:a16="http://schemas.microsoft.com/office/drawing/2014/main" id="{2AC563FF-7AA4-42A5-8F4E-9C62398C16A5}"/>
              </a:ext>
              <a:ext uri="{C183D7F6-B498-43B3-948B-1728B52AA6E4}">
                <adec:decorative xmlns:adec="http://schemas.microsoft.com/office/drawing/2017/decorative" val="1"/>
              </a:ext>
            </a:extLst>
          </p:cNvPr>
          <p:cNvGrpSpPr/>
          <p:nvPr userDrawn="1"/>
        </p:nvGrpSpPr>
        <p:grpSpPr>
          <a:xfrm>
            <a:off x="10056904" y="5782880"/>
            <a:ext cx="1054467" cy="469689"/>
            <a:chOff x="10056904" y="5720734"/>
            <a:chExt cx="1054467" cy="469689"/>
          </a:xfrm>
        </p:grpSpPr>
        <p:grpSp>
          <p:nvGrpSpPr>
            <p:cNvPr id="45" name="Graphic 185">
              <a:extLst>
                <a:ext uri="{FF2B5EF4-FFF2-40B4-BE49-F238E27FC236}">
                  <a16:creationId xmlns:a16="http://schemas.microsoft.com/office/drawing/2014/main" id="{2F57252D-B141-4A8D-A8E0-321B5580CF62}"/>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tx1"/>
            </a:solidFill>
          </p:grpSpPr>
          <p:sp>
            <p:nvSpPr>
              <p:cNvPr id="52" name="Freeform: Shape 51">
                <a:extLst>
                  <a:ext uri="{FF2B5EF4-FFF2-40B4-BE49-F238E27FC236}">
                    <a16:creationId xmlns:a16="http://schemas.microsoft.com/office/drawing/2014/main" id="{297FCD16-1C56-4DA4-B8C9-51BFC88A889B}"/>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47497B0E-345C-4CE9-99D5-BE1A7B8D172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E669A919-E94D-4EBD-9BEF-E0D88107D0EB}"/>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D1BA1768-AECB-478D-8E11-2C1B926C120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3DC23997-45DE-4735-AC40-8284598C4E7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46" name="Graphic 185">
              <a:extLst>
                <a:ext uri="{FF2B5EF4-FFF2-40B4-BE49-F238E27FC236}">
                  <a16:creationId xmlns:a16="http://schemas.microsoft.com/office/drawing/2014/main" id="{C4D33E31-7264-4B2D-B2DD-12BE09194094}"/>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accent3">
                <a:alpha val="20000"/>
              </a:schemeClr>
            </a:solidFill>
          </p:grpSpPr>
          <p:sp>
            <p:nvSpPr>
              <p:cNvPr id="47" name="Freeform: Shape 46">
                <a:extLst>
                  <a:ext uri="{FF2B5EF4-FFF2-40B4-BE49-F238E27FC236}">
                    <a16:creationId xmlns:a16="http://schemas.microsoft.com/office/drawing/2014/main" id="{06E4DFCB-D813-48EA-886A-E63C75F2551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88750DAC-820B-45EB-8027-61B308D93D68}"/>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77CDEC08-9D69-429D-B9FE-8CD9D1808BA8}"/>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FA1D2AF9-5184-4BCB-9C38-AED1CF745378}"/>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DAF345D8-C962-4DCF-9681-C4051FBDF178}"/>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1309511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pSp>
        <p:nvGrpSpPr>
          <p:cNvPr id="23" name="Graphic 185">
            <a:extLst>
              <a:ext uri="{FF2B5EF4-FFF2-40B4-BE49-F238E27FC236}">
                <a16:creationId xmlns:a16="http://schemas.microsoft.com/office/drawing/2014/main" id="{03C23AC4-0E0E-4B04-94AB-656B79835708}"/>
              </a:ext>
              <a:ext uri="{C183D7F6-B498-43B3-948B-1728B52AA6E4}">
                <adec:decorative xmlns:adec="http://schemas.microsoft.com/office/drawing/2017/decorative" val="1"/>
              </a:ext>
            </a:extLst>
          </p:cNvPr>
          <p:cNvGrpSpPr/>
          <p:nvPr userDrawn="1"/>
        </p:nvGrpSpPr>
        <p:grpSpPr>
          <a:xfrm>
            <a:off x="5150984" y="5322067"/>
            <a:ext cx="1054467" cy="469689"/>
            <a:chOff x="9841624" y="4115729"/>
            <a:chExt cx="602170" cy="268223"/>
          </a:xfrm>
          <a:solidFill>
            <a:schemeClr val="tx1"/>
          </a:solidFill>
        </p:grpSpPr>
        <p:sp>
          <p:nvSpPr>
            <p:cNvPr id="24" name="Freeform: Shape 23">
              <a:extLst>
                <a:ext uri="{FF2B5EF4-FFF2-40B4-BE49-F238E27FC236}">
                  <a16:creationId xmlns:a16="http://schemas.microsoft.com/office/drawing/2014/main" id="{264AAD27-15A5-42BC-BF66-178316D4A9B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28151D8B-16F6-4DFA-84A7-74C1CA765C4C}"/>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9928ED69-CA55-4819-B094-40A5461EF35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C19F1DB6-063C-4ACD-8F9E-7C75D4EB3F37}"/>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A871AB0B-7EF1-42FC-B508-B3FC6DF4063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
        <p:nvSpPr>
          <p:cNvPr id="7" name="Title 1">
            <a:extLst>
              <a:ext uri="{FF2B5EF4-FFF2-40B4-BE49-F238E27FC236}">
                <a16:creationId xmlns:a16="http://schemas.microsoft.com/office/drawing/2014/main" id="{1F761865-6361-457C-9D13-6D8F084B21B5}"/>
              </a:ext>
            </a:extLst>
          </p:cNvPr>
          <p:cNvSpPr>
            <a:spLocks noGrp="1"/>
          </p:cNvSpPr>
          <p:nvPr>
            <p:ph type="title" hasCustomPrompt="1"/>
          </p:nvPr>
        </p:nvSpPr>
        <p:spPr>
          <a:xfrm>
            <a:off x="6562063" y="401247"/>
            <a:ext cx="4617803" cy="1154400"/>
          </a:xfrm>
        </p:spPr>
        <p:txBody>
          <a:bodyPr anchor="b"/>
          <a:lstStyle>
            <a:lvl1pPr>
              <a:defRPr/>
            </a:lvl1pPr>
          </a:lstStyle>
          <a:p>
            <a:r>
              <a:rPr lang="en-US" dirty="0"/>
              <a:t>Click to add title</a:t>
            </a:r>
          </a:p>
        </p:txBody>
      </p:sp>
      <p:sp>
        <p:nvSpPr>
          <p:cNvPr id="32" name="Picture Placeholder 31">
            <a:extLst>
              <a:ext uri="{FF2B5EF4-FFF2-40B4-BE49-F238E27FC236}">
                <a16:creationId xmlns:a16="http://schemas.microsoft.com/office/drawing/2014/main" id="{961125EE-E1B2-4624-A70D-CA37680B140A}"/>
              </a:ext>
            </a:extLst>
          </p:cNvPr>
          <p:cNvSpPr>
            <a:spLocks noGrp="1"/>
          </p:cNvSpPr>
          <p:nvPr>
            <p:ph type="pic" sz="quarter" idx="13" hasCustomPrompt="1"/>
          </p:nvPr>
        </p:nvSpPr>
        <p:spPr>
          <a:xfrm>
            <a:off x="477542" y="269355"/>
            <a:ext cx="3296556" cy="3296556"/>
          </a:xfrm>
          <a:custGeom>
            <a:avLst/>
            <a:gdLst>
              <a:gd name="connsiteX0" fmla="*/ 1648278 w 3296556"/>
              <a:gd name="connsiteY0" fmla="*/ 0 h 3296556"/>
              <a:gd name="connsiteX1" fmla="*/ 3296556 w 3296556"/>
              <a:gd name="connsiteY1" fmla="*/ 1648278 h 3296556"/>
              <a:gd name="connsiteX2" fmla="*/ 1648278 w 3296556"/>
              <a:gd name="connsiteY2" fmla="*/ 3296556 h 3296556"/>
              <a:gd name="connsiteX3" fmla="*/ 0 w 3296556"/>
              <a:gd name="connsiteY3" fmla="*/ 1648278 h 3296556"/>
              <a:gd name="connsiteX4" fmla="*/ 1648278 w 3296556"/>
              <a:gd name="connsiteY4" fmla="*/ 0 h 3296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6556" h="3296556">
                <a:moveTo>
                  <a:pt x="1648278" y="0"/>
                </a:moveTo>
                <a:cubicBezTo>
                  <a:pt x="2558596" y="0"/>
                  <a:pt x="3296556" y="737960"/>
                  <a:pt x="3296556" y="1648278"/>
                </a:cubicBezTo>
                <a:cubicBezTo>
                  <a:pt x="3296556" y="2558596"/>
                  <a:pt x="2558596" y="3296556"/>
                  <a:pt x="1648278" y="3296556"/>
                </a:cubicBezTo>
                <a:cubicBezTo>
                  <a:pt x="737960" y="3296556"/>
                  <a:pt x="0" y="2558596"/>
                  <a:pt x="0" y="1648278"/>
                </a:cubicBezTo>
                <a:cubicBezTo>
                  <a:pt x="0" y="737960"/>
                  <a:pt x="737960" y="0"/>
                  <a:pt x="1648278" y="0"/>
                </a:cubicBezTo>
                <a:close/>
              </a:path>
            </a:pathLst>
          </a:custGeom>
        </p:spPr>
        <p:txBody>
          <a:bodyPr wrap="square" anchor="ctr">
            <a:noAutofit/>
          </a:bodyPr>
          <a:lstStyle>
            <a:lvl1pPr algn="ctr">
              <a:buNone/>
              <a:defRPr/>
            </a:lvl1pPr>
          </a:lstStyle>
          <a:p>
            <a:r>
              <a:rPr lang="en-US" dirty="0"/>
              <a:t>Click to add photo</a:t>
            </a:r>
          </a:p>
        </p:txBody>
      </p:sp>
      <p:sp>
        <p:nvSpPr>
          <p:cNvPr id="35" name="Picture Placeholder 34">
            <a:extLst>
              <a:ext uri="{FF2B5EF4-FFF2-40B4-BE49-F238E27FC236}">
                <a16:creationId xmlns:a16="http://schemas.microsoft.com/office/drawing/2014/main" id="{BEDC59BC-2638-4FC0-B7A9-40AC4E437E1A}"/>
              </a:ext>
            </a:extLst>
          </p:cNvPr>
          <p:cNvSpPr>
            <a:spLocks noGrp="1"/>
          </p:cNvSpPr>
          <p:nvPr>
            <p:ph type="pic" sz="quarter" idx="14" hasCustomPrompt="1"/>
          </p:nvPr>
        </p:nvSpPr>
        <p:spPr>
          <a:xfrm>
            <a:off x="3820701" y="1675969"/>
            <a:ext cx="2167719" cy="2167719"/>
          </a:xfrm>
          <a:custGeom>
            <a:avLst/>
            <a:gdLst>
              <a:gd name="connsiteX0" fmla="*/ 1083860 w 2167719"/>
              <a:gd name="connsiteY0" fmla="*/ 0 h 2167719"/>
              <a:gd name="connsiteX1" fmla="*/ 2167719 w 2167719"/>
              <a:gd name="connsiteY1" fmla="*/ 1083860 h 2167719"/>
              <a:gd name="connsiteX2" fmla="*/ 1083860 w 2167719"/>
              <a:gd name="connsiteY2" fmla="*/ 2167719 h 2167719"/>
              <a:gd name="connsiteX3" fmla="*/ 0 w 2167719"/>
              <a:gd name="connsiteY3" fmla="*/ 1083860 h 2167719"/>
              <a:gd name="connsiteX4" fmla="*/ 1083860 w 2167719"/>
              <a:gd name="connsiteY4" fmla="*/ 0 h 2167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719" h="2167719">
                <a:moveTo>
                  <a:pt x="1083860" y="0"/>
                </a:moveTo>
                <a:cubicBezTo>
                  <a:pt x="1682458" y="0"/>
                  <a:pt x="2167719" y="485261"/>
                  <a:pt x="2167719" y="1083860"/>
                </a:cubicBezTo>
                <a:cubicBezTo>
                  <a:pt x="2167719" y="1682458"/>
                  <a:pt x="1682458" y="2167719"/>
                  <a:pt x="1083860" y="2167719"/>
                </a:cubicBezTo>
                <a:cubicBezTo>
                  <a:pt x="485261" y="2167719"/>
                  <a:pt x="0" y="1682458"/>
                  <a:pt x="0" y="1083860"/>
                </a:cubicBezTo>
                <a:cubicBezTo>
                  <a:pt x="0" y="485261"/>
                  <a:pt x="485261" y="0"/>
                  <a:pt x="1083860" y="0"/>
                </a:cubicBezTo>
                <a:close/>
              </a:path>
            </a:pathLst>
          </a:custGeom>
        </p:spPr>
        <p:txBody>
          <a:bodyPr wrap="square" anchor="ctr">
            <a:noAutofit/>
          </a:bodyPr>
          <a:lstStyle>
            <a:lvl1pPr marL="0" algn="ctr">
              <a:buNone/>
              <a:defRPr/>
            </a:lvl1pPr>
          </a:lstStyle>
          <a:p>
            <a:r>
              <a:rPr lang="en-US" dirty="0"/>
              <a:t>Click to add photo</a:t>
            </a:r>
          </a:p>
        </p:txBody>
      </p:sp>
      <p:sp>
        <p:nvSpPr>
          <p:cNvPr id="38" name="Picture Placeholder 37">
            <a:extLst>
              <a:ext uri="{FF2B5EF4-FFF2-40B4-BE49-F238E27FC236}">
                <a16:creationId xmlns:a16="http://schemas.microsoft.com/office/drawing/2014/main" id="{5AF1A638-9A7A-4550-A710-9678AFAA6BD3}"/>
              </a:ext>
            </a:extLst>
          </p:cNvPr>
          <p:cNvSpPr>
            <a:spLocks noGrp="1"/>
          </p:cNvSpPr>
          <p:nvPr>
            <p:ph type="pic" sz="quarter" idx="15" hasCustomPrompt="1"/>
          </p:nvPr>
        </p:nvSpPr>
        <p:spPr>
          <a:xfrm>
            <a:off x="1828492" y="3481328"/>
            <a:ext cx="2965878" cy="2965878"/>
          </a:xfrm>
          <a:custGeom>
            <a:avLst/>
            <a:gdLst>
              <a:gd name="connsiteX0" fmla="*/ 1482939 w 2965878"/>
              <a:gd name="connsiteY0" fmla="*/ 0 h 2965878"/>
              <a:gd name="connsiteX1" fmla="*/ 2965878 w 2965878"/>
              <a:gd name="connsiteY1" fmla="*/ 1482939 h 2965878"/>
              <a:gd name="connsiteX2" fmla="*/ 1482939 w 2965878"/>
              <a:gd name="connsiteY2" fmla="*/ 2965878 h 2965878"/>
              <a:gd name="connsiteX3" fmla="*/ 0 w 2965878"/>
              <a:gd name="connsiteY3" fmla="*/ 1482939 h 2965878"/>
              <a:gd name="connsiteX4" fmla="*/ 1482939 w 2965878"/>
              <a:gd name="connsiteY4" fmla="*/ 0 h 2965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5878" h="2965878">
                <a:moveTo>
                  <a:pt x="1482939" y="0"/>
                </a:moveTo>
                <a:cubicBezTo>
                  <a:pt x="2301943" y="0"/>
                  <a:pt x="2965878" y="663935"/>
                  <a:pt x="2965878" y="1482939"/>
                </a:cubicBezTo>
                <a:cubicBezTo>
                  <a:pt x="2965878" y="2301943"/>
                  <a:pt x="2301943" y="2965878"/>
                  <a:pt x="1482939" y="2965878"/>
                </a:cubicBezTo>
                <a:cubicBezTo>
                  <a:pt x="663935" y="2965878"/>
                  <a:pt x="0" y="2301943"/>
                  <a:pt x="0" y="1482939"/>
                </a:cubicBezTo>
                <a:cubicBezTo>
                  <a:pt x="0" y="663935"/>
                  <a:pt x="663935" y="0"/>
                  <a:pt x="1482939" y="0"/>
                </a:cubicBezTo>
                <a:close/>
              </a:path>
            </a:pathLst>
          </a:custGeom>
        </p:spPr>
        <p:txBody>
          <a:bodyPr wrap="square" anchor="ctr">
            <a:noAutofit/>
          </a:bodyPr>
          <a:lstStyle>
            <a:lvl1pPr algn="ctr">
              <a:buNone/>
              <a:defRPr/>
            </a:lvl1pPr>
          </a:lstStyle>
          <a:p>
            <a:r>
              <a:rPr lang="en-US" dirty="0"/>
              <a:t>Click to add photo</a:t>
            </a:r>
          </a:p>
        </p:txBody>
      </p:sp>
      <p:grpSp>
        <p:nvGrpSpPr>
          <p:cNvPr id="8" name="Group 7">
            <a:extLst>
              <a:ext uri="{FF2B5EF4-FFF2-40B4-BE49-F238E27FC236}">
                <a16:creationId xmlns:a16="http://schemas.microsoft.com/office/drawing/2014/main" id="{3210EA05-DF52-42EC-BE02-1A684F299F20}"/>
              </a:ext>
              <a:ext uri="{C183D7F6-B498-43B3-948B-1728B52AA6E4}">
                <adec:decorative xmlns:adec="http://schemas.microsoft.com/office/drawing/2017/decorative" val="1"/>
              </a:ext>
            </a:extLst>
          </p:cNvPr>
          <p:cNvGrpSpPr/>
          <p:nvPr userDrawn="1"/>
        </p:nvGrpSpPr>
        <p:grpSpPr>
          <a:xfrm>
            <a:off x="0" y="377893"/>
            <a:ext cx="1861854" cy="717514"/>
            <a:chOff x="0" y="377893"/>
            <a:chExt cx="1861854" cy="717514"/>
          </a:xfrm>
          <a:solidFill>
            <a:schemeClr val="tx1"/>
          </a:solidFill>
        </p:grpSpPr>
        <p:sp>
          <p:nvSpPr>
            <p:cNvPr id="9" name="Freeform: Shape 8" descr="Tag=AccentColor&#10;Flavor=Light&#10;Target=Fill">
              <a:extLst>
                <a:ext uri="{FF2B5EF4-FFF2-40B4-BE49-F238E27FC236}">
                  <a16:creationId xmlns:a16="http://schemas.microsoft.com/office/drawing/2014/main" id="{756EB315-89ED-469B-A0F9-0C9E1BB3C7C3}"/>
                </a:ext>
              </a:extLst>
            </p:cNvPr>
            <p:cNvSpPr/>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dirty="0"/>
            </a:p>
          </p:txBody>
        </p:sp>
        <p:sp>
          <p:nvSpPr>
            <p:cNvPr id="10" name="Freeform: Shape 9" descr="Tag=AccentColor&#10;Flavor=Light&#10;Target=Fill">
              <a:extLst>
                <a:ext uri="{FF2B5EF4-FFF2-40B4-BE49-F238E27FC236}">
                  <a16:creationId xmlns:a16="http://schemas.microsoft.com/office/drawing/2014/main" id="{A90B356A-9828-4D6C-A05C-383FB9E1418F}"/>
                </a:ext>
              </a:extLst>
            </p:cNvPr>
            <p:cNvSpPr/>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Content Placeholder 2">
            <a:extLst>
              <a:ext uri="{FF2B5EF4-FFF2-40B4-BE49-F238E27FC236}">
                <a16:creationId xmlns:a16="http://schemas.microsoft.com/office/drawing/2014/main" id="{18AAF910-D618-41EF-9B84-D33581DF79CF}"/>
              </a:ext>
            </a:extLst>
          </p:cNvPr>
          <p:cNvSpPr>
            <a:spLocks noGrp="1"/>
          </p:cNvSpPr>
          <p:nvPr>
            <p:ph idx="1" hasCustomPrompt="1"/>
          </p:nvPr>
        </p:nvSpPr>
        <p:spPr>
          <a:xfrm>
            <a:off x="6562065" y="1820369"/>
            <a:ext cx="4590487" cy="3971387"/>
          </a:xfrm>
        </p:spPr>
        <p:txBody>
          <a:bodyPr>
            <a:normAutofit/>
          </a:bodyPr>
          <a:lstStyle>
            <a:lvl1pPr marL="0" indent="0">
              <a:lnSpc>
                <a:spcPct val="100000"/>
              </a:lnSpc>
              <a:buNone/>
              <a:defRPr sz="1800" baseline="0"/>
            </a:lvl1pPr>
          </a:lstStyle>
          <a:p>
            <a:pPr>
              <a:lnSpc>
                <a:spcPct val="130000"/>
              </a:lnSpc>
            </a:pPr>
            <a:r>
              <a:rPr lang="en-US" dirty="0"/>
              <a:t>Click to add text</a:t>
            </a:r>
          </a:p>
        </p:txBody>
      </p:sp>
      <p:sp>
        <p:nvSpPr>
          <p:cNvPr id="21" name="Date Placeholder 178">
            <a:extLst>
              <a:ext uri="{FF2B5EF4-FFF2-40B4-BE49-F238E27FC236}">
                <a16:creationId xmlns:a16="http://schemas.microsoft.com/office/drawing/2014/main" id="{2B539AEF-461D-40D1-BF76-AA7A3A1ED49D}"/>
              </a:ext>
            </a:extLst>
          </p:cNvPr>
          <p:cNvSpPr>
            <a:spLocks noGrp="1"/>
          </p:cNvSpPr>
          <p:nvPr>
            <p:ph type="dt" sz="half" idx="10"/>
          </p:nvPr>
        </p:nvSpPr>
        <p:spPr>
          <a:xfrm>
            <a:off x="838200" y="6356350"/>
            <a:ext cx="1549400" cy="365125"/>
          </a:xfrm>
        </p:spPr>
        <p:txBody>
          <a:bodyPr/>
          <a:lstStyle/>
          <a:p>
            <a:r>
              <a:rPr lang="en-US" dirty="0"/>
              <a:t>2/1/XXXXX</a:t>
            </a:r>
          </a:p>
        </p:txBody>
      </p:sp>
      <p:sp>
        <p:nvSpPr>
          <p:cNvPr id="22" name="Footer Placeholder 179">
            <a:extLst>
              <a:ext uri="{FF2B5EF4-FFF2-40B4-BE49-F238E27FC236}">
                <a16:creationId xmlns:a16="http://schemas.microsoft.com/office/drawing/2014/main" id="{3F52EA80-4345-42EF-95FE-8BFE88A4451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9" name="Slide Number Placeholder 180">
            <a:extLst>
              <a:ext uri="{FF2B5EF4-FFF2-40B4-BE49-F238E27FC236}">
                <a16:creationId xmlns:a16="http://schemas.microsoft.com/office/drawing/2014/main" id="{99E3E6FF-6858-443A-AC8C-AD49CC1D3EBF}"/>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t>‹#›</a:t>
            </a:fld>
            <a:endParaRPr lang="en-US" dirty="0"/>
          </a:p>
        </p:txBody>
      </p:sp>
      <p:grpSp>
        <p:nvGrpSpPr>
          <p:cNvPr id="19" name="Group 18">
            <a:extLst>
              <a:ext uri="{FF2B5EF4-FFF2-40B4-BE49-F238E27FC236}">
                <a16:creationId xmlns:a16="http://schemas.microsoft.com/office/drawing/2014/main" id="{BE5F9943-296E-47D0-AE23-CAD9E510A6C8}"/>
              </a:ext>
              <a:ext uri="{C183D7F6-B498-43B3-948B-1728B52AA6E4}">
                <adec:decorative xmlns:adec="http://schemas.microsoft.com/office/drawing/2017/decorative" val="1"/>
              </a:ext>
            </a:extLst>
          </p:cNvPr>
          <p:cNvGrpSpPr/>
          <p:nvPr userDrawn="1"/>
        </p:nvGrpSpPr>
        <p:grpSpPr>
          <a:xfrm>
            <a:off x="750064" y="3797696"/>
            <a:ext cx="805908" cy="805908"/>
            <a:chOff x="750064" y="2828266"/>
            <a:chExt cx="805908" cy="805908"/>
          </a:xfrm>
        </p:grpSpPr>
        <p:grpSp>
          <p:nvGrpSpPr>
            <p:cNvPr id="30" name="Group 29">
              <a:extLst>
                <a:ext uri="{FF2B5EF4-FFF2-40B4-BE49-F238E27FC236}">
                  <a16:creationId xmlns:a16="http://schemas.microsoft.com/office/drawing/2014/main" id="{9F7B3EA0-9668-4864-8EAB-87002E634FF3}"/>
                </a:ext>
                <a:ext uri="{C183D7F6-B498-43B3-948B-1728B52AA6E4}">
                  <adec:decorative xmlns:adec="http://schemas.microsoft.com/office/drawing/2017/decorative" val="1"/>
                </a:ext>
              </a:extLst>
            </p:cNvPr>
            <p:cNvGrpSpPr/>
            <p:nvPr userDrawn="1"/>
          </p:nvGrpSpPr>
          <p:grpSpPr>
            <a:xfrm>
              <a:off x="750064" y="2828266"/>
              <a:ext cx="805908" cy="805908"/>
              <a:chOff x="817371" y="4276255"/>
              <a:chExt cx="413564" cy="413564"/>
            </a:xfrm>
            <a:solidFill>
              <a:srgbClr val="FFFFFF"/>
            </a:solidFill>
          </p:grpSpPr>
          <p:sp>
            <p:nvSpPr>
              <p:cNvPr id="36" name="Graphic 212" descr="Tag=AccentColor&#10;Flavor=Light&#10;Target=Fill">
                <a:extLst>
                  <a:ext uri="{FF2B5EF4-FFF2-40B4-BE49-F238E27FC236}">
                    <a16:creationId xmlns:a16="http://schemas.microsoft.com/office/drawing/2014/main" id="{9422C49C-25CD-4F71-83CF-6DCCF530C086}"/>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7" name="Graphic 212" descr="Tag=AccentColor&#10;Flavor=Light&#10;Target=Fill">
                <a:extLst>
                  <a:ext uri="{FF2B5EF4-FFF2-40B4-BE49-F238E27FC236}">
                    <a16:creationId xmlns:a16="http://schemas.microsoft.com/office/drawing/2014/main" id="{CCFCB46B-E9CD-466D-A54D-E2936C236CB5}"/>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31" name="Group 30">
              <a:extLst>
                <a:ext uri="{FF2B5EF4-FFF2-40B4-BE49-F238E27FC236}">
                  <a16:creationId xmlns:a16="http://schemas.microsoft.com/office/drawing/2014/main" id="{3E62CF97-C608-4582-968F-CB4B12F9EF8F}"/>
                </a:ext>
                <a:ext uri="{C183D7F6-B498-43B3-948B-1728B52AA6E4}">
                  <adec:decorative xmlns:adec="http://schemas.microsoft.com/office/drawing/2017/decorative" val="1"/>
                </a:ext>
              </a:extLst>
            </p:cNvPr>
            <p:cNvGrpSpPr/>
            <p:nvPr userDrawn="1"/>
          </p:nvGrpSpPr>
          <p:grpSpPr>
            <a:xfrm>
              <a:off x="750064" y="2828266"/>
              <a:ext cx="805908" cy="805908"/>
              <a:chOff x="817371" y="4276255"/>
              <a:chExt cx="413564" cy="413564"/>
            </a:xfrm>
            <a:solidFill>
              <a:schemeClr val="accent1">
                <a:alpha val="20000"/>
              </a:schemeClr>
            </a:solidFill>
          </p:grpSpPr>
          <p:sp>
            <p:nvSpPr>
              <p:cNvPr id="33" name="Graphic 212" descr="Tag=AccentColor&#10;Flavor=Light&#10;Target=Fill">
                <a:extLst>
                  <a:ext uri="{FF2B5EF4-FFF2-40B4-BE49-F238E27FC236}">
                    <a16:creationId xmlns:a16="http://schemas.microsoft.com/office/drawing/2014/main" id="{E53D6F2D-CDAD-40B9-92F1-57BE444CCBB8}"/>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4" name="Graphic 212" descr="Tag=AccentColor&#10;Flavor=Light&#10;Target=Fill">
                <a:extLst>
                  <a:ext uri="{FF2B5EF4-FFF2-40B4-BE49-F238E27FC236}">
                    <a16:creationId xmlns:a16="http://schemas.microsoft.com/office/drawing/2014/main" id="{8331FF8E-7BEE-4B6B-8CAF-D211BB3AB155}"/>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spTree>
    <p:extLst>
      <p:ext uri="{BB962C8B-B14F-4D97-AF65-F5344CB8AC3E}">
        <p14:creationId xmlns:p14="http://schemas.microsoft.com/office/powerpoint/2010/main" val="3513729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1DC5A68-D71B-430D-A02A-5A4C7608C2C2}"/>
              </a:ext>
              <a:ext uri="{C183D7F6-B498-43B3-948B-1728B52AA6E4}">
                <adec:decorative xmlns:adec="http://schemas.microsoft.com/office/drawing/2017/decorative" val="1"/>
              </a:ext>
            </a:extLst>
          </p:cNvPr>
          <p:cNvGrpSpPr/>
          <p:nvPr userDrawn="1"/>
        </p:nvGrpSpPr>
        <p:grpSpPr>
          <a:xfrm>
            <a:off x="566550" y="555675"/>
            <a:ext cx="4860256" cy="5696169"/>
            <a:chOff x="1481312" y="743744"/>
            <a:chExt cx="4860256" cy="4589316"/>
          </a:xfrm>
        </p:grpSpPr>
        <p:sp>
          <p:nvSpPr>
            <p:cNvPr id="8" name="Rectangle 7" descr="Tag=AccentColor&#10;Flavor=Light&#10;Target=Fill">
              <a:extLst>
                <a:ext uri="{FF2B5EF4-FFF2-40B4-BE49-F238E27FC236}">
                  <a16:creationId xmlns:a16="http://schemas.microsoft.com/office/drawing/2014/main" id="{C6645C41-2751-4BBE-A22D-C583AD4858E4}"/>
                </a:ext>
              </a:extLst>
            </p:cNvPr>
            <p:cNvSpPr/>
            <p:nvPr/>
          </p:nvSpPr>
          <p:spPr>
            <a:xfrm>
              <a:off x="1481312" y="743744"/>
              <a:ext cx="4860256" cy="4589316"/>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9" name="Rectangle 8" descr="Tag=AccentColor&#10;Flavor=Light&#10;Target=Fill">
              <a:extLst>
                <a:ext uri="{FF2B5EF4-FFF2-40B4-BE49-F238E27FC236}">
                  <a16:creationId xmlns:a16="http://schemas.microsoft.com/office/drawing/2014/main" id="{D1FA9207-2C4F-44B5-8662-99610A796453}"/>
                </a:ext>
              </a:extLst>
            </p:cNvPr>
            <p:cNvSpPr/>
            <p:nvPr/>
          </p:nvSpPr>
          <p:spPr>
            <a:xfrm>
              <a:off x="1481312" y="743744"/>
              <a:ext cx="4860256" cy="4589316"/>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useBgFill="1">
        <p:nvSpPr>
          <p:cNvPr id="10" name="Rectangle 9">
            <a:extLst>
              <a:ext uri="{FF2B5EF4-FFF2-40B4-BE49-F238E27FC236}">
                <a16:creationId xmlns:a16="http://schemas.microsoft.com/office/drawing/2014/main" id="{B9987485-764D-493B-8597-A03C406EE546}"/>
              </a:ext>
              <a:ext uri="{C183D7F6-B498-43B3-948B-1728B52AA6E4}">
                <adec:decorative xmlns:adec="http://schemas.microsoft.com/office/drawing/2017/decorative" val="1"/>
              </a:ext>
            </a:extLst>
          </p:cNvPr>
          <p:cNvSpPr/>
          <p:nvPr userDrawn="1"/>
        </p:nvSpPr>
        <p:spPr>
          <a:xfrm>
            <a:off x="464967" y="460296"/>
            <a:ext cx="4860256" cy="5696169"/>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D670EFC6-682D-4CB0-BAC5-9AAF57E77B81}"/>
              </a:ext>
            </a:extLst>
          </p:cNvPr>
          <p:cNvSpPr>
            <a:spLocks noGrp="1"/>
          </p:cNvSpPr>
          <p:nvPr>
            <p:ph type="ctrTitle" hasCustomPrompt="1"/>
          </p:nvPr>
        </p:nvSpPr>
        <p:spPr>
          <a:xfrm>
            <a:off x="677119" y="810623"/>
            <a:ext cx="4429556" cy="3210961"/>
          </a:xfrm>
        </p:spPr>
        <p:txBody>
          <a:bodyPr anchor="b">
            <a:normAutofit/>
          </a:bodyPr>
          <a:lstStyle>
            <a:lvl1pPr>
              <a:defRPr sz="6000" b="1" spc="1500" baseline="0"/>
            </a:lvl1pPr>
          </a:lstStyle>
          <a:p>
            <a:r>
              <a:rPr lang="en-US" dirty="0"/>
              <a:t>CLICK TO ADD TITLE</a:t>
            </a:r>
          </a:p>
        </p:txBody>
      </p:sp>
      <p:sp>
        <p:nvSpPr>
          <p:cNvPr id="12" name="Subtitle 2">
            <a:extLst>
              <a:ext uri="{FF2B5EF4-FFF2-40B4-BE49-F238E27FC236}">
                <a16:creationId xmlns:a16="http://schemas.microsoft.com/office/drawing/2014/main" id="{9FBF58CF-163B-4119-997D-4989A40755B7}"/>
              </a:ext>
            </a:extLst>
          </p:cNvPr>
          <p:cNvSpPr>
            <a:spLocks noGrp="1"/>
          </p:cNvSpPr>
          <p:nvPr>
            <p:ph type="subTitle" idx="1" hasCustomPrompt="1"/>
          </p:nvPr>
        </p:nvSpPr>
        <p:spPr>
          <a:xfrm>
            <a:off x="677119" y="4276532"/>
            <a:ext cx="4429556" cy="1559117"/>
          </a:xfrm>
        </p:spPr>
        <p:txBody>
          <a:bodyPr/>
          <a:lstStyle>
            <a:lvl1pPr marL="0">
              <a:lnSpc>
                <a:spcPct val="100000"/>
              </a:lnSpc>
              <a:spcBef>
                <a:spcPts val="0"/>
              </a:spcBef>
              <a:buNone/>
              <a:defRPr sz="2400" spc="400" baseline="0"/>
            </a:lvl1pPr>
          </a:lstStyle>
          <a:p>
            <a:r>
              <a:rPr lang="en-US" dirty="0"/>
              <a:t>CLICK TO ADD SUBTITLE</a:t>
            </a:r>
          </a:p>
        </p:txBody>
      </p:sp>
      <p:sp>
        <p:nvSpPr>
          <p:cNvPr id="24" name="Date Placeholder 8">
            <a:extLst>
              <a:ext uri="{FF2B5EF4-FFF2-40B4-BE49-F238E27FC236}">
                <a16:creationId xmlns:a16="http://schemas.microsoft.com/office/drawing/2014/main" id="{4D26C2E6-A562-4AE8-9971-3FA6E680B9B9}"/>
              </a:ext>
            </a:extLst>
          </p:cNvPr>
          <p:cNvSpPr>
            <a:spLocks noGrp="1"/>
          </p:cNvSpPr>
          <p:nvPr>
            <p:ph type="dt" sz="half" idx="10"/>
          </p:nvPr>
        </p:nvSpPr>
        <p:spPr>
          <a:xfrm>
            <a:off x="838200" y="6356350"/>
            <a:ext cx="2743200" cy="365125"/>
          </a:xfrm>
        </p:spPr>
        <p:txBody>
          <a:bodyPr/>
          <a:lstStyle/>
          <a:p>
            <a:r>
              <a:rPr lang="en-US" dirty="0"/>
              <a:t>2/1/XXXXX</a:t>
            </a:r>
          </a:p>
        </p:txBody>
      </p:sp>
      <p:sp>
        <p:nvSpPr>
          <p:cNvPr id="25" name="Footer Placeholder 9">
            <a:extLst>
              <a:ext uri="{FF2B5EF4-FFF2-40B4-BE49-F238E27FC236}">
                <a16:creationId xmlns:a16="http://schemas.microsoft.com/office/drawing/2014/main" id="{1E3E3462-0536-4693-81D5-FC7894149D0D}"/>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6" name="Slide Number Placeholder 10">
            <a:extLst>
              <a:ext uri="{FF2B5EF4-FFF2-40B4-BE49-F238E27FC236}">
                <a16:creationId xmlns:a16="http://schemas.microsoft.com/office/drawing/2014/main" id="{EAFE03D5-6EE3-4408-BA56-7D68B937F8CE}"/>
              </a:ext>
            </a:extLst>
          </p:cNvPr>
          <p:cNvSpPr>
            <a:spLocks noGrp="1"/>
          </p:cNvSpPr>
          <p:nvPr>
            <p:ph type="sldNum" sz="quarter" idx="12"/>
          </p:nvPr>
        </p:nvSpPr>
        <p:spPr>
          <a:xfrm>
            <a:off x="8610600" y="6356350"/>
            <a:ext cx="2743200" cy="365125"/>
          </a:xfrm>
        </p:spPr>
        <p:txBody>
          <a:bodyPr/>
          <a:lstStyle/>
          <a:p>
            <a:fld id="{F3450C42-9A0B-4425-92C2-70FCF7C45734}" type="slidenum">
              <a:rPr lang="en-US" smtClean="0"/>
              <a:t>‹#›</a:t>
            </a:fld>
            <a:endParaRPr lang="en-US" dirty="0"/>
          </a:p>
        </p:txBody>
      </p:sp>
      <p:sp>
        <p:nvSpPr>
          <p:cNvPr id="29" name="Picture Placeholder 27">
            <a:extLst>
              <a:ext uri="{FF2B5EF4-FFF2-40B4-BE49-F238E27FC236}">
                <a16:creationId xmlns:a16="http://schemas.microsoft.com/office/drawing/2014/main" id="{87E4E16D-DE97-4F27-86B1-CC1E0A280965}"/>
              </a:ext>
            </a:extLst>
          </p:cNvPr>
          <p:cNvSpPr>
            <a:spLocks noGrp="1"/>
          </p:cNvSpPr>
          <p:nvPr>
            <p:ph type="pic" sz="quarter" idx="13" hasCustomPrompt="1"/>
          </p:nvPr>
        </p:nvSpPr>
        <p:spPr>
          <a:xfrm>
            <a:off x="6359307" y="470931"/>
            <a:ext cx="4833901" cy="5696168"/>
          </a:xfrm>
        </p:spPr>
        <p:txBody>
          <a:bodyPr/>
          <a:lstStyle>
            <a:lvl1pPr>
              <a:buNone/>
              <a:defRPr/>
            </a:lvl1pPr>
          </a:lstStyle>
          <a:p>
            <a:r>
              <a:rPr lang="en-US" dirty="0"/>
              <a:t>Click to add photo</a:t>
            </a:r>
          </a:p>
        </p:txBody>
      </p:sp>
      <p:grpSp>
        <p:nvGrpSpPr>
          <p:cNvPr id="13" name="Group 12">
            <a:extLst>
              <a:ext uri="{FF2B5EF4-FFF2-40B4-BE49-F238E27FC236}">
                <a16:creationId xmlns:a16="http://schemas.microsoft.com/office/drawing/2014/main" id="{CC2E123B-B6D5-4E11-97BB-5D6909C3AC89}"/>
              </a:ext>
            </a:extLst>
          </p:cNvPr>
          <p:cNvGrpSpPr/>
          <p:nvPr userDrawn="1"/>
        </p:nvGrpSpPr>
        <p:grpSpPr>
          <a:xfrm>
            <a:off x="10762917" y="937735"/>
            <a:ext cx="891066" cy="891066"/>
            <a:chOff x="10762917" y="937735"/>
            <a:chExt cx="891066" cy="891066"/>
          </a:xfrm>
        </p:grpSpPr>
        <p:sp>
          <p:nvSpPr>
            <p:cNvPr id="14" name="Graphic 212">
              <a:extLst>
                <a:ext uri="{FF2B5EF4-FFF2-40B4-BE49-F238E27FC236}">
                  <a16:creationId xmlns:a16="http://schemas.microsoft.com/office/drawing/2014/main" id="{5316CEBD-338C-402C-BCD3-A4F16BC89E10}"/>
                </a:ext>
                <a:ext uri="{C183D7F6-B498-43B3-948B-1728B52AA6E4}">
                  <adec:decorative xmlns:adec="http://schemas.microsoft.com/office/drawing/2017/decorative" val="1"/>
                </a:ext>
              </a:extLst>
            </p:cNvPr>
            <p:cNvSpPr/>
            <p:nvPr userDrawn="1"/>
          </p:nvSpPr>
          <p:spPr>
            <a:xfrm>
              <a:off x="10762917" y="937735"/>
              <a:ext cx="891066" cy="89106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5" name="Graphic 212">
              <a:extLst>
                <a:ext uri="{FF2B5EF4-FFF2-40B4-BE49-F238E27FC236}">
                  <a16:creationId xmlns:a16="http://schemas.microsoft.com/office/drawing/2014/main" id="{C3EC749F-067B-4ADC-9D73-17D3DBA09152}"/>
                </a:ext>
                <a:ext uri="{C183D7F6-B498-43B3-948B-1728B52AA6E4}">
                  <adec:decorative xmlns:adec="http://schemas.microsoft.com/office/drawing/2017/decorative" val="1"/>
                </a:ext>
              </a:extLst>
            </p:cNvPr>
            <p:cNvSpPr/>
            <p:nvPr userDrawn="1"/>
          </p:nvSpPr>
          <p:spPr>
            <a:xfrm>
              <a:off x="10762917" y="937735"/>
              <a:ext cx="891066" cy="89106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6" name="Graphic 185">
            <a:extLst>
              <a:ext uri="{FF2B5EF4-FFF2-40B4-BE49-F238E27FC236}">
                <a16:creationId xmlns:a16="http://schemas.microsoft.com/office/drawing/2014/main" id="{CC5B33D5-B61A-4BB3-BE24-ED2DC91EA9CE}"/>
              </a:ext>
              <a:ext uri="{C183D7F6-B498-43B3-948B-1728B52AA6E4}">
                <adec:decorative xmlns:adec="http://schemas.microsoft.com/office/drawing/2017/decorative" val="1"/>
              </a:ext>
            </a:extLst>
          </p:cNvPr>
          <p:cNvGrpSpPr/>
          <p:nvPr userDrawn="1"/>
        </p:nvGrpSpPr>
        <p:grpSpPr>
          <a:xfrm>
            <a:off x="5858293" y="2360859"/>
            <a:ext cx="1054467" cy="469689"/>
            <a:chOff x="9841624" y="4115729"/>
            <a:chExt cx="602170" cy="268223"/>
          </a:xfrm>
          <a:solidFill>
            <a:schemeClr val="tx1"/>
          </a:solidFill>
        </p:grpSpPr>
        <p:sp>
          <p:nvSpPr>
            <p:cNvPr id="17" name="Freeform: Shape 16">
              <a:extLst>
                <a:ext uri="{FF2B5EF4-FFF2-40B4-BE49-F238E27FC236}">
                  <a16:creationId xmlns:a16="http://schemas.microsoft.com/office/drawing/2014/main" id="{573DED6B-3BBB-434A-81CA-EC0E5C4F28B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51325D91-D828-468A-ABC7-85FEF8A4B219}"/>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5B2A711B-93D3-4A4D-AA14-BD7367134B4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01AC7889-6DFF-4D32-859C-D0C55DE4CA1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48E8AC13-5239-47BE-ABE6-C1A3FEA721E3}"/>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22" name="Group 21">
            <a:extLst>
              <a:ext uri="{FF2B5EF4-FFF2-40B4-BE49-F238E27FC236}">
                <a16:creationId xmlns:a16="http://schemas.microsoft.com/office/drawing/2014/main" id="{BDCB67E8-A47C-4BBF-8167-443736632FB0}"/>
              </a:ext>
            </a:extLst>
          </p:cNvPr>
          <p:cNvGrpSpPr/>
          <p:nvPr userDrawn="1"/>
        </p:nvGrpSpPr>
        <p:grpSpPr>
          <a:xfrm>
            <a:off x="6162610" y="5308473"/>
            <a:ext cx="445835" cy="445835"/>
            <a:chOff x="6162610" y="5308473"/>
            <a:chExt cx="445835" cy="445835"/>
          </a:xfrm>
        </p:grpSpPr>
        <p:sp>
          <p:nvSpPr>
            <p:cNvPr id="23" name="Oval 22">
              <a:extLst>
                <a:ext uri="{FF2B5EF4-FFF2-40B4-BE49-F238E27FC236}">
                  <a16:creationId xmlns:a16="http://schemas.microsoft.com/office/drawing/2014/main" id="{EE2409D7-BC76-4E3D-A9C1-491922D3534F}"/>
                </a:ext>
                <a:ext uri="{C183D7F6-B498-43B3-948B-1728B52AA6E4}">
                  <adec:decorative xmlns:adec="http://schemas.microsoft.com/office/drawing/2017/decorative" val="1"/>
                </a:ext>
              </a:extLst>
            </p:cNvPr>
            <p:cNvSpPr/>
            <p:nvPr userDrawn="1"/>
          </p:nvSpPr>
          <p:spPr>
            <a:xfrm>
              <a:off x="6162610" y="5308473"/>
              <a:ext cx="445835" cy="445835"/>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Oval 26">
              <a:extLst>
                <a:ext uri="{FF2B5EF4-FFF2-40B4-BE49-F238E27FC236}">
                  <a16:creationId xmlns:a16="http://schemas.microsoft.com/office/drawing/2014/main" id="{80211AD5-F7D3-45F7-8766-86B7813C2643}"/>
                </a:ext>
                <a:ext uri="{C183D7F6-B498-43B3-948B-1728B52AA6E4}">
                  <adec:decorative xmlns:adec="http://schemas.microsoft.com/office/drawing/2017/decorative" val="1"/>
                </a:ext>
              </a:extLst>
            </p:cNvPr>
            <p:cNvSpPr/>
            <p:nvPr userDrawn="1"/>
          </p:nvSpPr>
          <p:spPr>
            <a:xfrm>
              <a:off x="6162610" y="5308473"/>
              <a:ext cx="445835" cy="445835"/>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2760177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r>
              <a:rPr lang="en-US" dirty="0"/>
              <a:t>2/1/XXXXX</a:t>
            </a:r>
            <a:endParaRPr lang="en-US" b="1"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b="1" dirty="0"/>
              <a:t>PRESENTATION TITLE</a:t>
            </a:r>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dirty="0"/>
          </a:p>
        </p:txBody>
      </p:sp>
    </p:spTree>
    <p:extLst>
      <p:ext uri="{BB962C8B-B14F-4D97-AF65-F5344CB8AC3E}">
        <p14:creationId xmlns:p14="http://schemas.microsoft.com/office/powerpoint/2010/main" val="1694802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l" defTabSz="914400" rtl="0" eaLnBrk="1" latinLnBrk="0" hangingPunct="1">
        <a:lnSpc>
          <a:spcPct val="90000"/>
        </a:lnSpc>
        <a:spcBef>
          <a:spcPct val="0"/>
        </a:spcBef>
        <a:buNone/>
        <a:defRPr sz="4400" b="1" i="0" kern="1200" spc="3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0.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10.xml"/><Relationship Id="rId5" Type="http://schemas.openxmlformats.org/officeDocument/2006/relationships/image" Target="../media/image26.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10.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607C874-782B-4427-B581-0597FA74FF03}"/>
              </a:ext>
            </a:extLst>
          </p:cNvPr>
          <p:cNvSpPr>
            <a:spLocks noGrp="1"/>
          </p:cNvSpPr>
          <p:nvPr>
            <p:ph type="ctrTitle"/>
          </p:nvPr>
        </p:nvSpPr>
        <p:spPr>
          <a:xfrm>
            <a:off x="735702" y="503497"/>
            <a:ext cx="6174463" cy="3845891"/>
          </a:xfrm>
        </p:spPr>
        <p:txBody>
          <a:bodyPr/>
          <a:lstStyle/>
          <a:p>
            <a:r>
              <a:rPr lang="en-US" dirty="0"/>
              <a:t>BLENDER III.</a:t>
            </a:r>
            <a:endParaRPr lang="sk-SK" dirty="0"/>
          </a:p>
        </p:txBody>
      </p:sp>
      <p:sp>
        <p:nvSpPr>
          <p:cNvPr id="10" name="Subtitle 9">
            <a:extLst>
              <a:ext uri="{FF2B5EF4-FFF2-40B4-BE49-F238E27FC236}">
                <a16:creationId xmlns:a16="http://schemas.microsoft.com/office/drawing/2014/main" id="{9DDF89BC-6718-4D28-9005-F42DB4D8B4BD}"/>
              </a:ext>
            </a:extLst>
          </p:cNvPr>
          <p:cNvSpPr>
            <a:spLocks noGrp="1"/>
          </p:cNvSpPr>
          <p:nvPr>
            <p:ph type="subTitle" idx="1"/>
          </p:nvPr>
        </p:nvSpPr>
        <p:spPr>
          <a:xfrm>
            <a:off x="735702" y="4441463"/>
            <a:ext cx="5581971" cy="1781123"/>
          </a:xfrm>
        </p:spPr>
        <p:txBody>
          <a:bodyPr vert="horz" lIns="91440" tIns="45720" rIns="91440" bIns="45720" rtlCol="0" anchor="t">
            <a:normAutofit/>
          </a:bodyPr>
          <a:lstStyle/>
          <a:p>
            <a:r>
              <a:rPr lang="sk-SK" dirty="0">
                <a:ea typeface="Source Sans Pro"/>
              </a:rPr>
              <a:t>TOPOLÓGIA MODELU</a:t>
            </a:r>
            <a:endParaRPr lang="en-US" dirty="0">
              <a:ea typeface="Source Sans Pro"/>
            </a:endParaRPr>
          </a:p>
        </p:txBody>
      </p:sp>
      <p:pic>
        <p:nvPicPr>
          <p:cNvPr id="13" name="Zástupný objekt pre obrázok 12" descr="File:Blender logo no text.svg - Wikimedia Commons">
            <a:extLst>
              <a:ext uri="{FF2B5EF4-FFF2-40B4-BE49-F238E27FC236}">
                <a16:creationId xmlns:a16="http://schemas.microsoft.com/office/drawing/2014/main" id="{08ED68E8-0151-C477-1553-6071EB540BB5}"/>
              </a:ext>
            </a:extLst>
          </p:cNvPr>
          <p:cNvPicPr>
            <a:picLocks noGrp="1" noChangeAspect="1"/>
          </p:cNvPicPr>
          <p:nvPr>
            <p:ph type="pic" sz="quarter" idx="13"/>
          </p:nvPr>
        </p:nvPicPr>
        <p:blipFill>
          <a:blip r:embed="rId2"/>
          <a:srcRect l="9109" r="9109"/>
          <a:stretch/>
        </p:blipFill>
        <p:spPr>
          <a:xfrm>
            <a:off x="6434333" y="1070340"/>
            <a:ext cx="4222340" cy="4259511"/>
          </a:xfrm>
        </p:spPr>
      </p:pic>
    </p:spTree>
    <p:extLst>
      <p:ext uri="{BB962C8B-B14F-4D97-AF65-F5344CB8AC3E}">
        <p14:creationId xmlns:p14="http://schemas.microsoft.com/office/powerpoint/2010/main" val="245498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71BFCC-C778-470F-BB14-3025B2A7A4C5}"/>
              </a:ext>
            </a:extLst>
          </p:cNvPr>
          <p:cNvSpPr>
            <a:spLocks noGrp="1"/>
          </p:cNvSpPr>
          <p:nvPr>
            <p:ph type="title"/>
          </p:nvPr>
        </p:nvSpPr>
        <p:spPr>
          <a:xfrm>
            <a:off x="1885186" y="174173"/>
            <a:ext cx="4198182" cy="1158857"/>
          </a:xfrm>
        </p:spPr>
        <p:txBody>
          <a:bodyPr/>
          <a:lstStyle/>
          <a:p>
            <a:r>
              <a:rPr lang="en-US"/>
              <a:t>OBSAH</a:t>
            </a:r>
            <a:endParaRPr lang="en-US" b="0">
              <a:solidFill>
                <a:srgbClr val="000000"/>
              </a:solidFill>
            </a:endParaRPr>
          </a:p>
        </p:txBody>
      </p:sp>
      <p:graphicFrame>
        <p:nvGraphicFramePr>
          <p:cNvPr id="8" name="Content Placeholder 3" descr="Timeline Smart Art">
            <a:extLst>
              <a:ext uri="{FF2B5EF4-FFF2-40B4-BE49-F238E27FC236}">
                <a16:creationId xmlns:a16="http://schemas.microsoft.com/office/drawing/2014/main" id="{01E34475-3A07-401D-8FA7-0B194C2C14AE}"/>
              </a:ext>
            </a:extLst>
          </p:cNvPr>
          <p:cNvGraphicFramePr>
            <a:graphicFrameLocks/>
          </p:cNvGraphicFramePr>
          <p:nvPr>
            <p:extLst>
              <p:ext uri="{D42A27DB-BD31-4B8C-83A1-F6EECF244321}">
                <p14:modId xmlns:p14="http://schemas.microsoft.com/office/powerpoint/2010/main" val="1662079776"/>
              </p:ext>
            </p:extLst>
          </p:nvPr>
        </p:nvGraphicFramePr>
        <p:xfrm>
          <a:off x="522514" y="1452763"/>
          <a:ext cx="1114697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Slide Number Placeholder 15">
            <a:extLst>
              <a:ext uri="{FF2B5EF4-FFF2-40B4-BE49-F238E27FC236}">
                <a16:creationId xmlns:a16="http://schemas.microsoft.com/office/drawing/2014/main" id="{34F73589-7D96-4F49-9646-473516AD9A58}"/>
              </a:ext>
            </a:extLst>
          </p:cNvPr>
          <p:cNvSpPr>
            <a:spLocks noGrp="1"/>
          </p:cNvSpPr>
          <p:nvPr>
            <p:ph type="sldNum" sz="quarter" idx="12"/>
          </p:nvPr>
        </p:nvSpPr>
        <p:spPr/>
        <p:txBody>
          <a:bodyPr/>
          <a:lstStyle/>
          <a:p>
            <a:fld id="{80967E29-1480-472A-9FC5-C4768A52587C}" type="slidenum">
              <a:rPr lang="en-US" smtClean="0"/>
              <a:t>2</a:t>
            </a:fld>
            <a:endParaRPr lang="en-US" dirty="0"/>
          </a:p>
        </p:txBody>
      </p:sp>
    </p:spTree>
    <p:extLst>
      <p:ext uri="{BB962C8B-B14F-4D97-AF65-F5344CB8AC3E}">
        <p14:creationId xmlns:p14="http://schemas.microsoft.com/office/powerpoint/2010/main" val="1303195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9526B4-0363-4BAB-BC46-80456D5E41E0}"/>
              </a:ext>
            </a:extLst>
          </p:cNvPr>
          <p:cNvSpPr>
            <a:spLocks noGrp="1"/>
          </p:cNvSpPr>
          <p:nvPr>
            <p:ph type="ctrTitle"/>
          </p:nvPr>
        </p:nvSpPr>
        <p:spPr>
          <a:xfrm>
            <a:off x="2545517" y="2193085"/>
            <a:ext cx="3912544" cy="2577893"/>
          </a:xfrm>
        </p:spPr>
        <p:txBody>
          <a:bodyPr>
            <a:normAutofit/>
          </a:bodyPr>
          <a:lstStyle/>
          <a:p>
            <a:r>
              <a:rPr lang="sk-SK" sz="2500" dirty="0">
                <a:ea typeface="Source Sans Pro"/>
              </a:rPr>
              <a:t>TOPOLÓGIA MODELU</a:t>
            </a:r>
            <a:endParaRPr lang="en-US" sz="2500" dirty="0">
              <a:ea typeface="Source Sans Pro"/>
            </a:endParaRPr>
          </a:p>
        </p:txBody>
      </p:sp>
      <p:sp>
        <p:nvSpPr>
          <p:cNvPr id="5" name="Zástupný objekt pre obrázok 4">
            <a:extLst>
              <a:ext uri="{FF2B5EF4-FFF2-40B4-BE49-F238E27FC236}">
                <a16:creationId xmlns:a16="http://schemas.microsoft.com/office/drawing/2014/main" id="{B44C0375-86CB-59E2-E8D8-D385C1CF046A}"/>
              </a:ext>
            </a:extLst>
          </p:cNvPr>
          <p:cNvSpPr>
            <a:spLocks noGrp="1"/>
          </p:cNvSpPr>
          <p:nvPr>
            <p:ph type="pic" sz="quarter" idx="10"/>
          </p:nvPr>
        </p:nvSpPr>
        <p:spPr/>
        <p:txBody>
          <a:bodyPr/>
          <a:lstStyle/>
          <a:p>
            <a:endParaRPr lang="en-US"/>
          </a:p>
        </p:txBody>
      </p:sp>
      <p:pic>
        <p:nvPicPr>
          <p:cNvPr id="9" name="Zástupný objekt pre obrázok 12" descr="File:Blender logo no text.svg - Wikimedia Commons">
            <a:extLst>
              <a:ext uri="{FF2B5EF4-FFF2-40B4-BE49-F238E27FC236}">
                <a16:creationId xmlns:a16="http://schemas.microsoft.com/office/drawing/2014/main" id="{5F0650C2-6C53-58B1-5065-E2BD76CDDC59}"/>
              </a:ext>
            </a:extLst>
          </p:cNvPr>
          <p:cNvPicPr>
            <a:picLocks noChangeAspect="1"/>
          </p:cNvPicPr>
          <p:nvPr/>
        </p:nvPicPr>
        <p:blipFill>
          <a:blip r:embed="rId3"/>
          <a:srcRect l="9109" r="9109"/>
          <a:stretch/>
        </p:blipFill>
        <p:spPr>
          <a:xfrm>
            <a:off x="6434333" y="1070340"/>
            <a:ext cx="4222340" cy="4259511"/>
          </a:xfrm>
          <a:custGeom>
            <a:avLst/>
            <a:gdLst>
              <a:gd name="connsiteX0" fmla="*/ 2645499 w 5290998"/>
              <a:gd name="connsiteY0" fmla="*/ 0 h 5290998"/>
              <a:gd name="connsiteX1" fmla="*/ 5290998 w 5290998"/>
              <a:gd name="connsiteY1" fmla="*/ 2645499 h 5290998"/>
              <a:gd name="connsiteX2" fmla="*/ 2645499 w 5290998"/>
              <a:gd name="connsiteY2" fmla="*/ 5290998 h 5290998"/>
              <a:gd name="connsiteX3" fmla="*/ 0 w 5290998"/>
              <a:gd name="connsiteY3" fmla="*/ 2645499 h 5290998"/>
              <a:gd name="connsiteX4" fmla="*/ 2645499 w 5290998"/>
              <a:gd name="connsiteY4" fmla="*/ 0 h 5290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p:spPr>
      </p:pic>
    </p:spTree>
    <p:extLst>
      <p:ext uri="{BB962C8B-B14F-4D97-AF65-F5344CB8AC3E}">
        <p14:creationId xmlns:p14="http://schemas.microsoft.com/office/powerpoint/2010/main" val="1725359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normAutofit fontScale="90000"/>
          </a:bodyPr>
          <a:lstStyle/>
          <a:p>
            <a:r>
              <a:rPr lang="sk-SK" dirty="0"/>
              <a:t>ÚVOD DO TOPOLÓGIE MODELU</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4</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8665428" cy="4122698"/>
          </a:xfrm>
        </p:spPr>
        <p:txBody>
          <a:bodyPr vert="horz" lIns="91440" tIns="45720" rIns="91440" bIns="45720" rtlCol="0" anchor="t">
            <a:normAutofit/>
          </a:bodyPr>
          <a:lstStyle/>
          <a:p>
            <a:r>
              <a:rPr lang="en-US" sz="2000" dirty="0" err="1"/>
              <a:t>Topológia</a:t>
            </a:r>
            <a:r>
              <a:rPr lang="en-US" sz="2000" dirty="0"/>
              <a:t> je </a:t>
            </a:r>
            <a:r>
              <a:rPr lang="en-US" sz="2000" dirty="0" err="1"/>
              <a:t>kľúčovým</a:t>
            </a:r>
            <a:r>
              <a:rPr lang="en-US" sz="2000" dirty="0"/>
              <a:t> </a:t>
            </a:r>
            <a:r>
              <a:rPr lang="en-US" sz="2000" dirty="0" err="1"/>
              <a:t>prvkom</a:t>
            </a:r>
            <a:r>
              <a:rPr lang="en-US" sz="2000" dirty="0"/>
              <a:t> 3D </a:t>
            </a:r>
            <a:r>
              <a:rPr lang="en-US" sz="2000" dirty="0" err="1"/>
              <a:t>modelovania</a:t>
            </a:r>
            <a:r>
              <a:rPr lang="en-US" sz="2000" dirty="0"/>
              <a:t>, </a:t>
            </a:r>
            <a:r>
              <a:rPr lang="en-US" sz="2000" dirty="0" err="1"/>
              <a:t>ktorý</a:t>
            </a:r>
            <a:r>
              <a:rPr lang="en-US" sz="2000" dirty="0"/>
              <a:t> </a:t>
            </a:r>
            <a:r>
              <a:rPr lang="en-US" sz="2000" dirty="0" err="1"/>
              <a:t>určuje</a:t>
            </a:r>
            <a:r>
              <a:rPr lang="en-US" sz="2000" dirty="0"/>
              <a:t>, </a:t>
            </a:r>
            <a:r>
              <a:rPr lang="en-US" sz="2000" dirty="0" err="1"/>
              <a:t>ako</a:t>
            </a:r>
            <a:r>
              <a:rPr lang="en-US" sz="2000" dirty="0"/>
              <a:t> </a:t>
            </a:r>
            <a:r>
              <a:rPr lang="en-US" sz="2000" dirty="0" err="1"/>
              <a:t>sú</a:t>
            </a:r>
            <a:r>
              <a:rPr lang="en-US" sz="2000" dirty="0"/>
              <a:t> </a:t>
            </a:r>
            <a:r>
              <a:rPr lang="en-US" sz="2000" dirty="0" err="1"/>
              <a:t>polygóny</a:t>
            </a:r>
            <a:r>
              <a:rPr lang="en-US" sz="2000" dirty="0"/>
              <a:t> (</a:t>
            </a:r>
            <a:r>
              <a:rPr lang="en-US" sz="2000" dirty="0" err="1"/>
              <a:t>plochy</a:t>
            </a:r>
            <a:r>
              <a:rPr lang="en-US" sz="2000" dirty="0"/>
              <a:t>), </a:t>
            </a:r>
            <a:r>
              <a:rPr lang="en-US" sz="2000" dirty="0" err="1"/>
              <a:t>hrany</a:t>
            </a:r>
            <a:r>
              <a:rPr lang="en-US" sz="2000" dirty="0"/>
              <a:t> a </a:t>
            </a:r>
            <a:r>
              <a:rPr lang="en-US" sz="2000" dirty="0" err="1"/>
              <a:t>vrcholy</a:t>
            </a:r>
            <a:r>
              <a:rPr lang="en-US" sz="2000" dirty="0"/>
              <a:t> (body) </a:t>
            </a:r>
            <a:r>
              <a:rPr lang="en-US" sz="2000" dirty="0" err="1"/>
              <a:t>usporiadané</a:t>
            </a:r>
            <a:r>
              <a:rPr lang="en-US" sz="2000" dirty="0"/>
              <a:t> </a:t>
            </a:r>
            <a:r>
              <a:rPr lang="en-US" sz="2000" dirty="0" err="1"/>
              <a:t>na</a:t>
            </a:r>
            <a:r>
              <a:rPr lang="en-US" sz="2000" dirty="0"/>
              <a:t> </a:t>
            </a:r>
            <a:r>
              <a:rPr lang="en-US" sz="2000" dirty="0" err="1"/>
              <a:t>povrchu</a:t>
            </a:r>
            <a:r>
              <a:rPr lang="en-US" sz="2000" dirty="0"/>
              <a:t> 3D </a:t>
            </a:r>
            <a:r>
              <a:rPr lang="en-US" sz="2000" dirty="0" err="1"/>
              <a:t>objektu</a:t>
            </a:r>
            <a:r>
              <a:rPr lang="en-US" sz="2000" dirty="0"/>
              <a:t>. </a:t>
            </a:r>
            <a:r>
              <a:rPr lang="en-US" sz="2000" dirty="0" err="1"/>
              <a:t>Správna</a:t>
            </a:r>
            <a:r>
              <a:rPr lang="en-US" sz="2000" dirty="0"/>
              <a:t> </a:t>
            </a:r>
            <a:r>
              <a:rPr lang="en-US" sz="2000" dirty="0" err="1"/>
              <a:t>topológia</a:t>
            </a:r>
            <a:r>
              <a:rPr lang="en-US" sz="2000" dirty="0"/>
              <a:t> </a:t>
            </a:r>
            <a:r>
              <a:rPr lang="en-US" sz="2000" dirty="0" err="1"/>
              <a:t>umožňuje</a:t>
            </a:r>
            <a:r>
              <a:rPr lang="en-US" sz="2000" dirty="0"/>
              <a:t> </a:t>
            </a:r>
            <a:r>
              <a:rPr lang="en-US" sz="2000" dirty="0" err="1"/>
              <a:t>vytvárať</a:t>
            </a:r>
            <a:r>
              <a:rPr lang="en-US" sz="2000" dirty="0"/>
              <a:t> </a:t>
            </a:r>
            <a:r>
              <a:rPr lang="en-US" sz="2000" dirty="0" err="1"/>
              <a:t>plynulé</a:t>
            </a:r>
            <a:r>
              <a:rPr lang="en-US" sz="2000" dirty="0"/>
              <a:t> a </a:t>
            </a:r>
            <a:r>
              <a:rPr lang="en-US" sz="2000" dirty="0" err="1"/>
              <a:t>realistické</a:t>
            </a:r>
            <a:r>
              <a:rPr lang="en-US" sz="2000" dirty="0"/>
              <a:t> </a:t>
            </a:r>
            <a:r>
              <a:rPr lang="en-US" sz="2000" dirty="0" err="1"/>
              <a:t>modely</a:t>
            </a:r>
            <a:r>
              <a:rPr lang="en-US" sz="2000" dirty="0"/>
              <a:t>, </a:t>
            </a:r>
            <a:r>
              <a:rPr lang="en-US" sz="2000" dirty="0" err="1"/>
              <a:t>ktoré</a:t>
            </a:r>
            <a:r>
              <a:rPr lang="en-US" sz="2000" dirty="0"/>
              <a:t> </a:t>
            </a:r>
            <a:r>
              <a:rPr lang="en-US" sz="2000" dirty="0" err="1"/>
              <a:t>sú</a:t>
            </a:r>
            <a:r>
              <a:rPr lang="en-US" sz="2000" dirty="0"/>
              <a:t> </a:t>
            </a:r>
            <a:r>
              <a:rPr lang="en-US" sz="2000" dirty="0" err="1"/>
              <a:t>efektívne</a:t>
            </a:r>
            <a:r>
              <a:rPr lang="en-US" sz="2000" dirty="0"/>
              <a:t> pre </a:t>
            </a:r>
            <a:r>
              <a:rPr lang="en-US" sz="2000" dirty="0" err="1"/>
              <a:t>textúrovanie</a:t>
            </a:r>
            <a:r>
              <a:rPr lang="en-US" sz="2000" dirty="0"/>
              <a:t>, </a:t>
            </a:r>
            <a:r>
              <a:rPr lang="en-US" sz="2000" dirty="0" err="1"/>
              <a:t>animáciu</a:t>
            </a:r>
            <a:r>
              <a:rPr lang="en-US" sz="2000" dirty="0"/>
              <a:t> a </a:t>
            </a:r>
            <a:r>
              <a:rPr lang="en-US" sz="2000" dirty="0" err="1"/>
              <a:t>ďalšie</a:t>
            </a:r>
            <a:r>
              <a:rPr lang="en-US" sz="2000" dirty="0"/>
              <a:t> </a:t>
            </a:r>
            <a:r>
              <a:rPr lang="en-US" sz="2000" dirty="0" err="1"/>
              <a:t>spracovanie</a:t>
            </a:r>
            <a:r>
              <a:rPr lang="en-US" sz="2000" dirty="0"/>
              <a:t>.</a:t>
            </a:r>
            <a:endParaRPr lang="sk-SK" sz="2000" dirty="0"/>
          </a:p>
          <a:p>
            <a:r>
              <a:rPr lang="en-US" sz="2000" dirty="0" err="1"/>
              <a:t>Topológia</a:t>
            </a:r>
            <a:r>
              <a:rPr lang="en-US" sz="2000" dirty="0"/>
              <a:t> </a:t>
            </a:r>
            <a:r>
              <a:rPr lang="en-US" sz="2000" dirty="0" err="1"/>
              <a:t>sa</a:t>
            </a:r>
            <a:r>
              <a:rPr lang="en-US" sz="2000" dirty="0"/>
              <a:t> v 3D </a:t>
            </a:r>
            <a:r>
              <a:rPr lang="en-US" sz="2000" dirty="0" err="1"/>
              <a:t>modelovaní</a:t>
            </a:r>
            <a:r>
              <a:rPr lang="en-US" sz="2000" dirty="0"/>
              <a:t> </a:t>
            </a:r>
            <a:r>
              <a:rPr lang="en-US" sz="2000" dirty="0" err="1"/>
              <a:t>vzťahuje</a:t>
            </a:r>
            <a:r>
              <a:rPr lang="en-US" sz="2000" dirty="0"/>
              <a:t> </a:t>
            </a:r>
            <a:r>
              <a:rPr lang="en-US" sz="2000" dirty="0" err="1"/>
              <a:t>na</a:t>
            </a:r>
            <a:r>
              <a:rPr lang="en-US" sz="2000" dirty="0"/>
              <a:t> </a:t>
            </a:r>
            <a:r>
              <a:rPr lang="en-US" sz="2000" dirty="0" err="1"/>
              <a:t>konkrétne</a:t>
            </a:r>
            <a:r>
              <a:rPr lang="en-US" sz="2000" dirty="0"/>
              <a:t> </a:t>
            </a:r>
            <a:r>
              <a:rPr lang="en-US" sz="2000" dirty="0" err="1"/>
              <a:t>usporiadanie</a:t>
            </a:r>
            <a:r>
              <a:rPr lang="en-US" sz="2000" dirty="0"/>
              <a:t> a </a:t>
            </a:r>
            <a:r>
              <a:rPr lang="en-US" sz="2000" dirty="0" err="1"/>
              <a:t>prepojenie</a:t>
            </a:r>
            <a:r>
              <a:rPr lang="en-US" sz="2000" dirty="0"/>
              <a:t> </a:t>
            </a:r>
            <a:r>
              <a:rPr lang="en-US" sz="2000" dirty="0" err="1"/>
              <a:t>geometrických</a:t>
            </a:r>
            <a:r>
              <a:rPr lang="en-US" sz="2000" dirty="0"/>
              <a:t> </a:t>
            </a:r>
            <a:r>
              <a:rPr lang="en-US" sz="2000" dirty="0" err="1"/>
              <a:t>prvkov</a:t>
            </a:r>
            <a:r>
              <a:rPr lang="en-US" sz="2000" dirty="0"/>
              <a:t> </a:t>
            </a:r>
            <a:r>
              <a:rPr lang="en-US" sz="2000" dirty="0" err="1"/>
              <a:t>modelu</a:t>
            </a:r>
            <a:r>
              <a:rPr lang="en-US" sz="2000" dirty="0"/>
              <a:t>. To </a:t>
            </a:r>
            <a:r>
              <a:rPr lang="en-US" sz="2000" dirty="0" err="1"/>
              <a:t>znamená</a:t>
            </a:r>
            <a:r>
              <a:rPr lang="en-US" sz="2000" dirty="0"/>
              <a:t>, </a:t>
            </a:r>
            <a:r>
              <a:rPr lang="en-US" sz="2000" dirty="0" err="1"/>
              <a:t>ako</a:t>
            </a:r>
            <a:r>
              <a:rPr lang="en-US" sz="2000" dirty="0"/>
              <a:t> </a:t>
            </a:r>
            <a:r>
              <a:rPr lang="en-US" sz="2000" dirty="0" err="1"/>
              <a:t>sú</a:t>
            </a:r>
            <a:r>
              <a:rPr lang="en-US" sz="2000" dirty="0"/>
              <a:t> </a:t>
            </a:r>
            <a:r>
              <a:rPr lang="en-US" sz="2000" dirty="0" err="1"/>
              <a:t>jednotlivé</a:t>
            </a:r>
            <a:r>
              <a:rPr lang="en-US" sz="2000" dirty="0"/>
              <a:t> </a:t>
            </a:r>
            <a:r>
              <a:rPr lang="en-US" sz="2000" dirty="0" err="1"/>
              <a:t>vrcholy</a:t>
            </a:r>
            <a:r>
              <a:rPr lang="en-US" sz="2000" dirty="0"/>
              <a:t>, </a:t>
            </a:r>
            <a:r>
              <a:rPr lang="en-US" sz="2000" dirty="0" err="1"/>
              <a:t>hrany</a:t>
            </a:r>
            <a:r>
              <a:rPr lang="en-US" sz="2000" dirty="0"/>
              <a:t> a </a:t>
            </a:r>
            <a:r>
              <a:rPr lang="en-US" sz="2000" dirty="0" err="1"/>
              <a:t>plochy</a:t>
            </a:r>
            <a:r>
              <a:rPr lang="en-US" sz="2000" dirty="0"/>
              <a:t> (</a:t>
            </a:r>
            <a:r>
              <a:rPr lang="en-US" sz="2000" dirty="0" err="1"/>
              <a:t>tzv</a:t>
            </a:r>
            <a:r>
              <a:rPr lang="en-US" sz="2000" dirty="0"/>
              <a:t>. </a:t>
            </a:r>
            <a:r>
              <a:rPr lang="en-US" sz="2000" dirty="0" err="1"/>
              <a:t>polygóny</a:t>
            </a:r>
            <a:r>
              <a:rPr lang="en-US" sz="2000" dirty="0"/>
              <a:t>) </a:t>
            </a:r>
            <a:r>
              <a:rPr lang="en-US" sz="2000" dirty="0" err="1"/>
              <a:t>navzájom</a:t>
            </a:r>
            <a:r>
              <a:rPr lang="en-US" sz="2000" dirty="0"/>
              <a:t> </a:t>
            </a:r>
            <a:r>
              <a:rPr lang="en-US" sz="2000" dirty="0" err="1"/>
              <a:t>prepojené</a:t>
            </a:r>
            <a:r>
              <a:rPr lang="en-US" sz="2000" dirty="0"/>
              <a:t>, a </a:t>
            </a:r>
            <a:r>
              <a:rPr lang="en-US" sz="2000" dirty="0" err="1"/>
              <a:t>akým</a:t>
            </a:r>
            <a:r>
              <a:rPr lang="en-US" sz="2000" dirty="0"/>
              <a:t> </a:t>
            </a:r>
            <a:r>
              <a:rPr lang="en-US" sz="2000" dirty="0" err="1"/>
              <a:t>spôsobom</a:t>
            </a:r>
            <a:r>
              <a:rPr lang="en-US" sz="2000" dirty="0"/>
              <a:t> </a:t>
            </a:r>
            <a:r>
              <a:rPr lang="en-US" sz="2000" dirty="0" err="1"/>
              <a:t>tvoria</a:t>
            </a:r>
            <a:r>
              <a:rPr lang="en-US" sz="2000" dirty="0"/>
              <a:t> </a:t>
            </a:r>
            <a:r>
              <a:rPr lang="en-US" sz="2000" dirty="0" err="1"/>
              <a:t>povrch</a:t>
            </a:r>
            <a:r>
              <a:rPr lang="en-US" sz="2000" dirty="0"/>
              <a:t> </a:t>
            </a:r>
            <a:r>
              <a:rPr lang="en-US" sz="2000" dirty="0" err="1"/>
              <a:t>objektu</a:t>
            </a:r>
            <a:r>
              <a:rPr lang="en-US" sz="2000" dirty="0"/>
              <a:t>. </a:t>
            </a:r>
            <a:r>
              <a:rPr lang="en-US" sz="2000" dirty="0" err="1"/>
              <a:t>Topológia</a:t>
            </a:r>
            <a:r>
              <a:rPr lang="en-US" sz="2000" dirty="0"/>
              <a:t> </a:t>
            </a:r>
            <a:r>
              <a:rPr lang="en-US" sz="2000" dirty="0" err="1"/>
              <a:t>určuje</a:t>
            </a:r>
            <a:r>
              <a:rPr lang="en-US" sz="2000" dirty="0"/>
              <a:t> </a:t>
            </a:r>
            <a:r>
              <a:rPr lang="en-US" sz="2000" dirty="0" err="1"/>
              <a:t>štruktúru</a:t>
            </a:r>
            <a:r>
              <a:rPr lang="en-US" sz="2000" dirty="0"/>
              <a:t> </a:t>
            </a:r>
            <a:r>
              <a:rPr lang="en-US" sz="2000" dirty="0" err="1"/>
              <a:t>modelu</a:t>
            </a:r>
            <a:r>
              <a:rPr lang="en-US" sz="2000" dirty="0"/>
              <a:t> a </a:t>
            </a:r>
            <a:r>
              <a:rPr lang="en-US" sz="2000" dirty="0" err="1"/>
              <a:t>ovplyvňuje</a:t>
            </a:r>
            <a:r>
              <a:rPr lang="en-US" sz="2000" dirty="0"/>
              <a:t> </a:t>
            </a:r>
            <a:r>
              <a:rPr lang="en-US" sz="2000" dirty="0" err="1"/>
              <a:t>jeho</a:t>
            </a:r>
            <a:r>
              <a:rPr lang="en-US" sz="2000" dirty="0"/>
              <a:t> </a:t>
            </a:r>
            <a:r>
              <a:rPr lang="en-US" sz="2000" dirty="0" err="1"/>
              <a:t>vizuálny</a:t>
            </a:r>
            <a:r>
              <a:rPr lang="en-US" sz="2000" dirty="0"/>
              <a:t> </a:t>
            </a:r>
            <a:r>
              <a:rPr lang="en-US" sz="2000" dirty="0" err="1"/>
              <a:t>vzhľad</a:t>
            </a:r>
            <a:r>
              <a:rPr lang="en-US" sz="2000" dirty="0"/>
              <a:t>, </a:t>
            </a:r>
            <a:r>
              <a:rPr lang="en-US" sz="2000" dirty="0" err="1"/>
              <a:t>spôsob</a:t>
            </a:r>
            <a:r>
              <a:rPr lang="en-US" sz="2000" dirty="0"/>
              <a:t>, </a:t>
            </a:r>
            <a:r>
              <a:rPr lang="en-US" sz="2000" dirty="0" err="1"/>
              <a:t>akým</a:t>
            </a:r>
            <a:r>
              <a:rPr lang="en-US" sz="2000" dirty="0"/>
              <a:t> </a:t>
            </a:r>
            <a:r>
              <a:rPr lang="en-US" sz="2000" dirty="0" err="1"/>
              <a:t>sa</a:t>
            </a:r>
            <a:r>
              <a:rPr lang="en-US" sz="2000" dirty="0"/>
              <a:t> </a:t>
            </a:r>
            <a:r>
              <a:rPr lang="en-US" sz="2000" dirty="0" err="1"/>
              <a:t>deformuje</a:t>
            </a:r>
            <a:r>
              <a:rPr lang="en-US" sz="2000" dirty="0"/>
              <a:t>, a </a:t>
            </a:r>
            <a:r>
              <a:rPr lang="en-US" sz="2000" dirty="0" err="1"/>
              <a:t>efektivitu</a:t>
            </a:r>
            <a:r>
              <a:rPr lang="en-US" sz="2000" dirty="0"/>
              <a:t> </a:t>
            </a:r>
            <a:r>
              <a:rPr lang="en-US" sz="2000" dirty="0" err="1"/>
              <a:t>jeho</a:t>
            </a:r>
            <a:r>
              <a:rPr lang="en-US" sz="2000" dirty="0"/>
              <a:t> </a:t>
            </a:r>
            <a:r>
              <a:rPr lang="en-US" sz="2000" dirty="0" err="1"/>
              <a:t>spracovania</a:t>
            </a:r>
            <a:r>
              <a:rPr lang="en-US" sz="2000" dirty="0"/>
              <a:t>.</a:t>
            </a:r>
            <a:endParaRPr lang="sk-SK" sz="2000" dirty="0"/>
          </a:p>
          <a:p>
            <a:endParaRPr lang="en-US" sz="2000" dirty="0"/>
          </a:p>
        </p:txBody>
      </p:sp>
      <p:pic>
        <p:nvPicPr>
          <p:cNvPr id="1026" name="Picture 2" descr="modeling - Curved mesh topology - Blender Stack Exchange">
            <a:extLst>
              <a:ext uri="{FF2B5EF4-FFF2-40B4-BE49-F238E27FC236}">
                <a16:creationId xmlns:a16="http://schemas.microsoft.com/office/drawing/2014/main" id="{325CD7D9-A35C-C58B-D05A-A6742C9AD9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842" y="4717092"/>
            <a:ext cx="3123118" cy="1811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088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normAutofit fontScale="90000"/>
          </a:bodyPr>
          <a:lstStyle/>
          <a:p>
            <a:r>
              <a:rPr lang="sk-SK" dirty="0"/>
              <a:t>ÚVOD DO TOPOLÓGIE MODELU</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5</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8665428" cy="4122698"/>
          </a:xfrm>
        </p:spPr>
        <p:txBody>
          <a:bodyPr vert="horz" lIns="91440" tIns="45720" rIns="91440" bIns="45720" rtlCol="0" anchor="t">
            <a:normAutofit/>
          </a:bodyPr>
          <a:lstStyle/>
          <a:p>
            <a:r>
              <a:rPr lang="en-US" sz="2000" b="1" dirty="0" err="1">
                <a:solidFill>
                  <a:schemeClr val="accent4"/>
                </a:solidFill>
              </a:rPr>
              <a:t>Správna</a:t>
            </a:r>
            <a:r>
              <a:rPr lang="en-US" sz="2000" b="1" dirty="0">
                <a:solidFill>
                  <a:schemeClr val="accent4"/>
                </a:solidFill>
              </a:rPr>
              <a:t> </a:t>
            </a:r>
            <a:r>
              <a:rPr lang="en-US" sz="2000" b="1" dirty="0" err="1">
                <a:solidFill>
                  <a:schemeClr val="accent4"/>
                </a:solidFill>
              </a:rPr>
              <a:t>topológia</a:t>
            </a:r>
            <a:r>
              <a:rPr lang="en-US" sz="2000" b="1" dirty="0">
                <a:solidFill>
                  <a:schemeClr val="accent4"/>
                </a:solidFill>
              </a:rPr>
              <a:t> je </a:t>
            </a:r>
            <a:r>
              <a:rPr lang="en-US" sz="2000" b="1" dirty="0" err="1">
                <a:solidFill>
                  <a:schemeClr val="accent4"/>
                </a:solidFill>
              </a:rPr>
              <a:t>dôležitá</a:t>
            </a:r>
            <a:r>
              <a:rPr lang="en-US" sz="2000" b="1" dirty="0">
                <a:solidFill>
                  <a:schemeClr val="accent4"/>
                </a:solidFill>
              </a:rPr>
              <a:t> z </a:t>
            </a:r>
            <a:r>
              <a:rPr lang="en-US" sz="2000" b="1" dirty="0" err="1">
                <a:solidFill>
                  <a:schemeClr val="accent4"/>
                </a:solidFill>
              </a:rPr>
              <a:t>viacerých</a:t>
            </a:r>
            <a:r>
              <a:rPr lang="en-US" sz="2000" b="1" dirty="0">
                <a:solidFill>
                  <a:schemeClr val="accent4"/>
                </a:solidFill>
              </a:rPr>
              <a:t> </a:t>
            </a:r>
            <a:r>
              <a:rPr lang="en-US" sz="2000" b="1" dirty="0" err="1">
                <a:solidFill>
                  <a:schemeClr val="accent4"/>
                </a:solidFill>
              </a:rPr>
              <a:t>dôvodov</a:t>
            </a:r>
            <a:r>
              <a:rPr lang="en-US" sz="2000" b="1" dirty="0">
                <a:solidFill>
                  <a:schemeClr val="accent4"/>
                </a:solidFill>
              </a:rPr>
              <a:t>:</a:t>
            </a:r>
          </a:p>
          <a:p>
            <a:pPr>
              <a:buFont typeface="Arial" panose="020B0604020202020204" pitchFamily="34" charset="0"/>
              <a:buChar char="•"/>
            </a:pPr>
            <a:r>
              <a:rPr lang="en-US" sz="2000" b="1" dirty="0" err="1">
                <a:solidFill>
                  <a:schemeClr val="accent4"/>
                </a:solidFill>
              </a:rPr>
              <a:t>Plynulosť</a:t>
            </a:r>
            <a:r>
              <a:rPr lang="en-US" sz="2000" b="1" dirty="0">
                <a:solidFill>
                  <a:schemeClr val="accent4"/>
                </a:solidFill>
              </a:rPr>
              <a:t> a </a:t>
            </a:r>
            <a:r>
              <a:rPr lang="en-US" sz="2000" b="1" dirty="0" err="1">
                <a:solidFill>
                  <a:schemeClr val="accent4"/>
                </a:solidFill>
              </a:rPr>
              <a:t>kvalita</a:t>
            </a:r>
            <a:r>
              <a:rPr lang="en-US" sz="2000" b="1" dirty="0">
                <a:solidFill>
                  <a:schemeClr val="accent4"/>
                </a:solidFill>
              </a:rPr>
              <a:t> </a:t>
            </a:r>
            <a:r>
              <a:rPr lang="en-US" sz="2000" b="1" dirty="0" err="1">
                <a:solidFill>
                  <a:schemeClr val="accent4"/>
                </a:solidFill>
              </a:rPr>
              <a:t>povrchu</a:t>
            </a:r>
            <a:r>
              <a:rPr lang="en-US" sz="2000" b="1" dirty="0">
                <a:solidFill>
                  <a:schemeClr val="accent4"/>
                </a:solidFill>
              </a:rPr>
              <a:t>:</a:t>
            </a:r>
            <a:r>
              <a:rPr lang="en-US" sz="2000" dirty="0">
                <a:solidFill>
                  <a:schemeClr val="accent4"/>
                </a:solidFill>
              </a:rPr>
              <a:t> </a:t>
            </a:r>
            <a:r>
              <a:rPr lang="en-US" sz="2000" dirty="0" err="1"/>
              <a:t>Dobrá</a:t>
            </a:r>
            <a:r>
              <a:rPr lang="en-US" sz="2000" dirty="0"/>
              <a:t> </a:t>
            </a:r>
            <a:r>
              <a:rPr lang="en-US" sz="2000" dirty="0" err="1"/>
              <a:t>topológia</a:t>
            </a:r>
            <a:r>
              <a:rPr lang="en-US" sz="2000" dirty="0"/>
              <a:t> </a:t>
            </a:r>
            <a:r>
              <a:rPr lang="en-US" sz="2000" dirty="0" err="1"/>
              <a:t>zaručuje</a:t>
            </a:r>
            <a:r>
              <a:rPr lang="en-US" sz="2000" dirty="0"/>
              <a:t>, </a:t>
            </a:r>
            <a:r>
              <a:rPr lang="en-US" sz="2000" dirty="0" err="1"/>
              <a:t>že</a:t>
            </a:r>
            <a:r>
              <a:rPr lang="en-US" sz="2000" dirty="0"/>
              <a:t> </a:t>
            </a:r>
            <a:r>
              <a:rPr lang="en-US" sz="2000" dirty="0" err="1"/>
              <a:t>povrch</a:t>
            </a:r>
            <a:r>
              <a:rPr lang="en-US" sz="2000" dirty="0"/>
              <a:t> </a:t>
            </a:r>
            <a:r>
              <a:rPr lang="en-US" sz="2000" dirty="0" err="1"/>
              <a:t>objektu</a:t>
            </a:r>
            <a:r>
              <a:rPr lang="en-US" sz="2000" dirty="0"/>
              <a:t> </a:t>
            </a:r>
            <a:r>
              <a:rPr lang="en-US" sz="2000" dirty="0" err="1"/>
              <a:t>bude</a:t>
            </a:r>
            <a:r>
              <a:rPr lang="en-US" sz="2000" dirty="0"/>
              <a:t> </a:t>
            </a:r>
            <a:r>
              <a:rPr lang="en-US" sz="2000" dirty="0" err="1"/>
              <a:t>hladký</a:t>
            </a:r>
            <a:r>
              <a:rPr lang="en-US" sz="2000" dirty="0"/>
              <a:t> a bez </a:t>
            </a:r>
            <a:r>
              <a:rPr lang="en-US" sz="2000" dirty="0" err="1"/>
              <a:t>nepravidelností</a:t>
            </a:r>
            <a:r>
              <a:rPr lang="en-US" sz="2000" dirty="0"/>
              <a:t>. </a:t>
            </a:r>
            <a:r>
              <a:rPr lang="en-US" sz="2000" dirty="0" err="1"/>
              <a:t>Pomáha</a:t>
            </a:r>
            <a:r>
              <a:rPr lang="en-US" sz="2000" dirty="0"/>
              <a:t> </a:t>
            </a:r>
            <a:r>
              <a:rPr lang="en-US" sz="2000" dirty="0" err="1"/>
              <a:t>dosiahnuť</a:t>
            </a:r>
            <a:r>
              <a:rPr lang="en-US" sz="2000" dirty="0"/>
              <a:t> </a:t>
            </a:r>
            <a:r>
              <a:rPr lang="en-US" sz="2000" dirty="0" err="1"/>
              <a:t>prirodzené</a:t>
            </a:r>
            <a:r>
              <a:rPr lang="en-US" sz="2000" dirty="0"/>
              <a:t> </a:t>
            </a:r>
            <a:r>
              <a:rPr lang="en-US" sz="2000" dirty="0" err="1"/>
              <a:t>krivky</a:t>
            </a:r>
            <a:r>
              <a:rPr lang="en-US" sz="2000" dirty="0"/>
              <a:t> a </a:t>
            </a:r>
            <a:r>
              <a:rPr lang="en-US" sz="2000" dirty="0" err="1"/>
              <a:t>hrany</a:t>
            </a:r>
            <a:r>
              <a:rPr lang="en-US" sz="2000" dirty="0"/>
              <a:t>, </a:t>
            </a:r>
            <a:r>
              <a:rPr lang="en-US" sz="2000" dirty="0" err="1"/>
              <a:t>čo</a:t>
            </a:r>
            <a:r>
              <a:rPr lang="en-US" sz="2000" dirty="0"/>
              <a:t> je </a:t>
            </a:r>
            <a:r>
              <a:rPr lang="en-US" sz="2000" dirty="0" err="1"/>
              <a:t>kľúčové</a:t>
            </a:r>
            <a:r>
              <a:rPr lang="en-US" sz="2000" dirty="0"/>
              <a:t> pre </a:t>
            </a:r>
            <a:r>
              <a:rPr lang="en-US" sz="2000" dirty="0" err="1"/>
              <a:t>realistické</a:t>
            </a:r>
            <a:r>
              <a:rPr lang="en-US" sz="2000" dirty="0"/>
              <a:t> </a:t>
            </a:r>
            <a:r>
              <a:rPr lang="en-US" sz="2000" dirty="0" err="1"/>
              <a:t>modely</a:t>
            </a:r>
            <a:r>
              <a:rPr lang="en-US" sz="2000" dirty="0"/>
              <a:t>.</a:t>
            </a:r>
          </a:p>
          <a:p>
            <a:pPr>
              <a:buFont typeface="Arial" panose="020B0604020202020204" pitchFamily="34" charset="0"/>
              <a:buChar char="•"/>
            </a:pPr>
            <a:r>
              <a:rPr lang="en-US" sz="2000" b="1" dirty="0" err="1">
                <a:solidFill>
                  <a:schemeClr val="accent4"/>
                </a:solidFill>
              </a:rPr>
              <a:t>Deformácie</a:t>
            </a:r>
            <a:r>
              <a:rPr lang="en-US" sz="2000" b="1" dirty="0">
                <a:solidFill>
                  <a:schemeClr val="accent4"/>
                </a:solidFill>
              </a:rPr>
              <a:t> </a:t>
            </a:r>
            <a:r>
              <a:rPr lang="en-US" sz="2000" b="1" dirty="0" err="1">
                <a:solidFill>
                  <a:schemeClr val="accent4"/>
                </a:solidFill>
              </a:rPr>
              <a:t>pri</a:t>
            </a:r>
            <a:r>
              <a:rPr lang="en-US" sz="2000" b="1" dirty="0">
                <a:solidFill>
                  <a:schemeClr val="accent4"/>
                </a:solidFill>
              </a:rPr>
              <a:t> </a:t>
            </a:r>
            <a:r>
              <a:rPr lang="en-US" sz="2000" b="1" dirty="0" err="1">
                <a:solidFill>
                  <a:schemeClr val="accent4"/>
                </a:solidFill>
              </a:rPr>
              <a:t>animácii</a:t>
            </a:r>
            <a:r>
              <a:rPr lang="en-US" sz="2000" b="1" dirty="0">
                <a:solidFill>
                  <a:schemeClr val="accent4"/>
                </a:solidFill>
              </a:rPr>
              <a:t>:</a:t>
            </a:r>
            <a:r>
              <a:rPr lang="en-US" sz="2000" dirty="0">
                <a:solidFill>
                  <a:schemeClr val="accent4"/>
                </a:solidFill>
              </a:rPr>
              <a:t> </a:t>
            </a:r>
            <a:r>
              <a:rPr lang="en-US" sz="2000" dirty="0"/>
              <a:t>V </a:t>
            </a:r>
            <a:r>
              <a:rPr lang="en-US" sz="2000" dirty="0" err="1"/>
              <a:t>modeloch</a:t>
            </a:r>
            <a:r>
              <a:rPr lang="en-US" sz="2000" dirty="0"/>
              <a:t>, </a:t>
            </a:r>
            <a:r>
              <a:rPr lang="en-US" sz="2000" dirty="0" err="1"/>
              <a:t>ktoré</a:t>
            </a:r>
            <a:r>
              <a:rPr lang="en-US" sz="2000" dirty="0"/>
              <a:t> </a:t>
            </a:r>
            <a:r>
              <a:rPr lang="en-US" sz="2000" dirty="0" err="1"/>
              <a:t>sú</a:t>
            </a:r>
            <a:r>
              <a:rPr lang="en-US" sz="2000" dirty="0"/>
              <a:t> </a:t>
            </a:r>
            <a:r>
              <a:rPr lang="en-US" sz="2000" dirty="0" err="1"/>
              <a:t>určené</a:t>
            </a:r>
            <a:r>
              <a:rPr lang="en-US" sz="2000" dirty="0"/>
              <a:t> </a:t>
            </a:r>
            <a:r>
              <a:rPr lang="en-US" sz="2000" dirty="0" err="1"/>
              <a:t>na</a:t>
            </a:r>
            <a:r>
              <a:rPr lang="en-US" sz="2000" dirty="0"/>
              <a:t> </a:t>
            </a:r>
            <a:r>
              <a:rPr lang="en-US" sz="2000" dirty="0" err="1"/>
              <a:t>animáciu</a:t>
            </a:r>
            <a:r>
              <a:rPr lang="en-US" sz="2000" dirty="0"/>
              <a:t>, </a:t>
            </a:r>
            <a:r>
              <a:rPr lang="en-US" sz="2000" dirty="0" err="1"/>
              <a:t>topológia</a:t>
            </a:r>
            <a:r>
              <a:rPr lang="en-US" sz="2000" dirty="0"/>
              <a:t> </a:t>
            </a:r>
            <a:r>
              <a:rPr lang="en-US" sz="2000" dirty="0" err="1"/>
              <a:t>ovplyvňuje</a:t>
            </a:r>
            <a:r>
              <a:rPr lang="en-US" sz="2000" dirty="0"/>
              <a:t>, </a:t>
            </a:r>
            <a:r>
              <a:rPr lang="en-US" sz="2000" dirty="0" err="1"/>
              <a:t>ako</a:t>
            </a:r>
            <a:r>
              <a:rPr lang="en-US" sz="2000" dirty="0"/>
              <a:t> </a:t>
            </a:r>
            <a:r>
              <a:rPr lang="en-US" sz="2000" dirty="0" err="1"/>
              <a:t>dobre</a:t>
            </a:r>
            <a:r>
              <a:rPr lang="en-US" sz="2000" dirty="0"/>
              <a:t> </a:t>
            </a:r>
            <a:r>
              <a:rPr lang="en-US" sz="2000" dirty="0" err="1"/>
              <a:t>sa</a:t>
            </a:r>
            <a:r>
              <a:rPr lang="en-US" sz="2000" dirty="0"/>
              <a:t> </a:t>
            </a:r>
            <a:r>
              <a:rPr lang="en-US" sz="2000" dirty="0" err="1"/>
              <a:t>objekt</a:t>
            </a:r>
            <a:r>
              <a:rPr lang="en-US" sz="2000" dirty="0"/>
              <a:t> </a:t>
            </a:r>
            <a:r>
              <a:rPr lang="en-US" sz="2000" dirty="0" err="1"/>
              <a:t>bude</a:t>
            </a:r>
            <a:r>
              <a:rPr lang="en-US" sz="2000" dirty="0"/>
              <a:t> </a:t>
            </a:r>
            <a:r>
              <a:rPr lang="en-US" sz="2000" dirty="0" err="1"/>
              <a:t>deformovať</a:t>
            </a:r>
            <a:r>
              <a:rPr lang="en-US" sz="2000" dirty="0"/>
              <a:t> </a:t>
            </a:r>
            <a:r>
              <a:rPr lang="en-US" sz="2000" dirty="0" err="1"/>
              <a:t>pri</a:t>
            </a:r>
            <a:r>
              <a:rPr lang="en-US" sz="2000" dirty="0"/>
              <a:t> </a:t>
            </a:r>
            <a:r>
              <a:rPr lang="en-US" sz="2000" dirty="0" err="1"/>
              <a:t>pohybe</a:t>
            </a:r>
            <a:r>
              <a:rPr lang="en-US" sz="2000" dirty="0"/>
              <a:t>. </a:t>
            </a:r>
            <a:r>
              <a:rPr lang="en-US" sz="2000" dirty="0" err="1"/>
              <a:t>Zlé</a:t>
            </a:r>
            <a:r>
              <a:rPr lang="en-US" sz="2000" dirty="0"/>
              <a:t> </a:t>
            </a:r>
            <a:r>
              <a:rPr lang="en-US" sz="2000" dirty="0" err="1"/>
              <a:t>usporiadanie</a:t>
            </a:r>
            <a:r>
              <a:rPr lang="en-US" sz="2000" dirty="0"/>
              <a:t> </a:t>
            </a:r>
            <a:r>
              <a:rPr lang="en-US" sz="2000" dirty="0" err="1"/>
              <a:t>hrán</a:t>
            </a:r>
            <a:r>
              <a:rPr lang="en-US" sz="2000" dirty="0"/>
              <a:t> a </a:t>
            </a:r>
            <a:r>
              <a:rPr lang="en-US" sz="2000" dirty="0" err="1"/>
              <a:t>vrcholov</a:t>
            </a:r>
            <a:r>
              <a:rPr lang="en-US" sz="2000" dirty="0"/>
              <a:t> </a:t>
            </a:r>
            <a:r>
              <a:rPr lang="en-US" sz="2000" dirty="0" err="1"/>
              <a:t>môže</a:t>
            </a:r>
            <a:r>
              <a:rPr lang="en-US" sz="2000" dirty="0"/>
              <a:t> </a:t>
            </a:r>
            <a:r>
              <a:rPr lang="en-US" sz="2000" dirty="0" err="1"/>
              <a:t>spôsobiť</a:t>
            </a:r>
            <a:r>
              <a:rPr lang="en-US" sz="2000" dirty="0"/>
              <a:t> </a:t>
            </a:r>
            <a:r>
              <a:rPr lang="en-US" sz="2000" dirty="0" err="1"/>
              <a:t>nežiaduce</a:t>
            </a:r>
            <a:r>
              <a:rPr lang="en-US" sz="2000" dirty="0"/>
              <a:t> </a:t>
            </a:r>
            <a:r>
              <a:rPr lang="en-US" sz="2000" dirty="0" err="1"/>
              <a:t>napätie</a:t>
            </a:r>
            <a:r>
              <a:rPr lang="en-US" sz="2000" dirty="0"/>
              <a:t> a </a:t>
            </a:r>
            <a:r>
              <a:rPr lang="en-US" sz="2000" dirty="0" err="1"/>
              <a:t>neprirodzené</a:t>
            </a:r>
            <a:r>
              <a:rPr lang="en-US" sz="2000" dirty="0"/>
              <a:t> </a:t>
            </a:r>
            <a:r>
              <a:rPr lang="en-US" sz="2000" dirty="0" err="1"/>
              <a:t>deformácie</a:t>
            </a:r>
            <a:r>
              <a:rPr lang="en-US" sz="2000" dirty="0"/>
              <a:t>. </a:t>
            </a:r>
            <a:r>
              <a:rPr lang="en-US" sz="2000" dirty="0" err="1"/>
              <a:t>Správne</a:t>
            </a:r>
            <a:r>
              <a:rPr lang="en-US" sz="2000" dirty="0"/>
              <a:t> </a:t>
            </a:r>
            <a:r>
              <a:rPr lang="en-US" sz="2000" dirty="0" err="1"/>
              <a:t>navrhnutá</a:t>
            </a:r>
            <a:r>
              <a:rPr lang="en-US" sz="2000" dirty="0"/>
              <a:t> </a:t>
            </a:r>
            <a:r>
              <a:rPr lang="en-US" sz="2000" dirty="0" err="1"/>
              <a:t>topológia</a:t>
            </a:r>
            <a:r>
              <a:rPr lang="en-US" sz="2000" dirty="0"/>
              <a:t> </a:t>
            </a:r>
            <a:r>
              <a:rPr lang="en-US" sz="2000" dirty="0" err="1"/>
              <a:t>umožňuje</a:t>
            </a:r>
            <a:r>
              <a:rPr lang="en-US" sz="2000" dirty="0"/>
              <a:t> </a:t>
            </a:r>
            <a:r>
              <a:rPr lang="en-US" sz="2000" dirty="0" err="1"/>
              <a:t>plynulé</a:t>
            </a:r>
            <a:r>
              <a:rPr lang="en-US" sz="2000" dirty="0"/>
              <a:t> a </a:t>
            </a:r>
            <a:r>
              <a:rPr lang="en-US" sz="2000" dirty="0" err="1"/>
              <a:t>realistické</a:t>
            </a:r>
            <a:r>
              <a:rPr lang="en-US" sz="2000" dirty="0"/>
              <a:t> </a:t>
            </a:r>
            <a:r>
              <a:rPr lang="en-US" sz="2000" dirty="0" err="1"/>
              <a:t>pohyby</a:t>
            </a:r>
            <a:r>
              <a:rPr lang="en-US" sz="2000" dirty="0"/>
              <a:t>.</a:t>
            </a:r>
          </a:p>
          <a:p>
            <a:pPr>
              <a:buFont typeface="Arial" panose="020B0604020202020204" pitchFamily="34" charset="0"/>
              <a:buChar char="•"/>
            </a:pPr>
            <a:r>
              <a:rPr lang="en-US" sz="2000" b="1" dirty="0" err="1">
                <a:solidFill>
                  <a:schemeClr val="accent4"/>
                </a:solidFill>
              </a:rPr>
              <a:t>Optimalizácia</a:t>
            </a:r>
            <a:r>
              <a:rPr lang="en-US" sz="2000" b="1" dirty="0">
                <a:solidFill>
                  <a:schemeClr val="accent4"/>
                </a:solidFill>
              </a:rPr>
              <a:t> </a:t>
            </a:r>
            <a:r>
              <a:rPr lang="en-US" sz="2000" b="1" dirty="0" err="1">
                <a:solidFill>
                  <a:schemeClr val="accent4"/>
                </a:solidFill>
              </a:rPr>
              <a:t>výkonu</a:t>
            </a:r>
            <a:r>
              <a:rPr lang="en-US" sz="2000" b="1" dirty="0">
                <a:solidFill>
                  <a:schemeClr val="accent4"/>
                </a:solidFill>
              </a:rPr>
              <a:t>:</a:t>
            </a:r>
            <a:r>
              <a:rPr lang="en-US" sz="2000" dirty="0">
                <a:solidFill>
                  <a:schemeClr val="accent4"/>
                </a:solidFill>
              </a:rPr>
              <a:t> </a:t>
            </a:r>
            <a:r>
              <a:rPr lang="en-US" sz="2000" dirty="0" err="1"/>
              <a:t>Vytvorením</a:t>
            </a:r>
            <a:r>
              <a:rPr lang="en-US" sz="2000" dirty="0"/>
              <a:t> </a:t>
            </a:r>
            <a:r>
              <a:rPr lang="en-US" sz="2000" dirty="0" err="1"/>
              <a:t>modelu</a:t>
            </a:r>
            <a:r>
              <a:rPr lang="en-US" sz="2000" dirty="0"/>
              <a:t> s </a:t>
            </a:r>
            <a:r>
              <a:rPr lang="en-US" sz="2000" dirty="0" err="1"/>
              <a:t>optimálnou</a:t>
            </a:r>
            <a:r>
              <a:rPr lang="en-US" sz="2000" dirty="0"/>
              <a:t> </a:t>
            </a:r>
            <a:r>
              <a:rPr lang="en-US" sz="2000" dirty="0" err="1"/>
              <a:t>topológiou</a:t>
            </a:r>
            <a:r>
              <a:rPr lang="en-US" sz="2000" dirty="0"/>
              <a:t> </a:t>
            </a:r>
            <a:r>
              <a:rPr lang="en-US" sz="2000" dirty="0" err="1"/>
              <a:t>sa</a:t>
            </a:r>
            <a:r>
              <a:rPr lang="en-US" sz="2000" dirty="0"/>
              <a:t> </a:t>
            </a:r>
            <a:r>
              <a:rPr lang="en-US" sz="2000" dirty="0" err="1"/>
              <a:t>znižuje</a:t>
            </a:r>
            <a:r>
              <a:rPr lang="en-US" sz="2000" dirty="0"/>
              <a:t> </a:t>
            </a:r>
            <a:r>
              <a:rPr lang="en-US" sz="2000" dirty="0" err="1"/>
              <a:t>počet</a:t>
            </a:r>
            <a:r>
              <a:rPr lang="en-US" sz="2000" dirty="0"/>
              <a:t> </a:t>
            </a:r>
            <a:r>
              <a:rPr lang="en-US" sz="2000" dirty="0" err="1"/>
              <a:t>polygónov</a:t>
            </a:r>
            <a:r>
              <a:rPr lang="en-US" sz="2000" dirty="0"/>
              <a:t>, </a:t>
            </a:r>
            <a:r>
              <a:rPr lang="en-US" sz="2000" dirty="0" err="1"/>
              <a:t>čo</a:t>
            </a:r>
            <a:r>
              <a:rPr lang="en-US" sz="2000" dirty="0"/>
              <a:t> </a:t>
            </a:r>
            <a:r>
              <a:rPr lang="en-US" sz="2000" dirty="0" err="1"/>
              <a:t>má</a:t>
            </a:r>
            <a:r>
              <a:rPr lang="en-US" sz="2000" dirty="0"/>
              <a:t> </a:t>
            </a:r>
            <a:r>
              <a:rPr lang="en-US" sz="2000" dirty="0" err="1"/>
              <a:t>priamy</a:t>
            </a:r>
            <a:r>
              <a:rPr lang="en-US" sz="2000" dirty="0"/>
              <a:t> </a:t>
            </a:r>
            <a:r>
              <a:rPr lang="en-US" sz="2000" dirty="0" err="1"/>
              <a:t>dopad</a:t>
            </a:r>
            <a:r>
              <a:rPr lang="en-US" sz="2000" dirty="0"/>
              <a:t> </a:t>
            </a:r>
            <a:r>
              <a:rPr lang="en-US" sz="2000" dirty="0" err="1"/>
              <a:t>na</a:t>
            </a:r>
            <a:r>
              <a:rPr lang="en-US" sz="2000" dirty="0"/>
              <a:t> </a:t>
            </a:r>
            <a:r>
              <a:rPr lang="en-US" sz="2000" dirty="0" err="1"/>
              <a:t>výkon</a:t>
            </a:r>
            <a:r>
              <a:rPr lang="en-US" sz="2000" dirty="0"/>
              <a:t> </a:t>
            </a:r>
            <a:r>
              <a:rPr lang="en-US" sz="2000" dirty="0" err="1"/>
              <a:t>softvéru</a:t>
            </a:r>
            <a:r>
              <a:rPr lang="en-US" sz="2000" dirty="0"/>
              <a:t>. </a:t>
            </a:r>
            <a:r>
              <a:rPr lang="en-US" sz="2000" dirty="0" err="1"/>
              <a:t>Efektívne</a:t>
            </a:r>
            <a:r>
              <a:rPr lang="en-US" sz="2000" dirty="0"/>
              <a:t> </a:t>
            </a:r>
            <a:r>
              <a:rPr lang="en-US" sz="2000" dirty="0" err="1"/>
              <a:t>modely</a:t>
            </a:r>
            <a:r>
              <a:rPr lang="en-US" sz="2000" dirty="0"/>
              <a:t> </a:t>
            </a:r>
            <a:r>
              <a:rPr lang="en-US" sz="2000" dirty="0" err="1"/>
              <a:t>sú</a:t>
            </a:r>
            <a:r>
              <a:rPr lang="en-US" sz="2000" dirty="0"/>
              <a:t> </a:t>
            </a:r>
            <a:r>
              <a:rPr lang="en-US" sz="2000" dirty="0" err="1"/>
              <a:t>vhodné</a:t>
            </a:r>
            <a:r>
              <a:rPr lang="en-US" sz="2000" dirty="0"/>
              <a:t> </a:t>
            </a:r>
            <a:r>
              <a:rPr lang="en-US" sz="2000" dirty="0" err="1"/>
              <a:t>na</a:t>
            </a:r>
            <a:r>
              <a:rPr lang="en-US" sz="2000" dirty="0"/>
              <a:t> </a:t>
            </a:r>
            <a:r>
              <a:rPr lang="en-US" sz="2000" dirty="0" err="1"/>
              <a:t>prácu</a:t>
            </a:r>
            <a:r>
              <a:rPr lang="en-US" sz="2000" dirty="0"/>
              <a:t> v </a:t>
            </a:r>
            <a:r>
              <a:rPr lang="en-US" sz="2000" dirty="0" err="1"/>
              <a:t>reálnom</a:t>
            </a:r>
            <a:r>
              <a:rPr lang="en-US" sz="2000" dirty="0"/>
              <a:t> </a:t>
            </a:r>
            <a:r>
              <a:rPr lang="en-US" sz="2000" dirty="0" err="1"/>
              <a:t>čase</a:t>
            </a:r>
            <a:r>
              <a:rPr lang="en-US" sz="2000" dirty="0"/>
              <a:t>, </a:t>
            </a:r>
            <a:r>
              <a:rPr lang="en-US" sz="2000" dirty="0" err="1"/>
              <a:t>čo</a:t>
            </a:r>
            <a:r>
              <a:rPr lang="en-US" sz="2000" dirty="0"/>
              <a:t> je </a:t>
            </a:r>
            <a:r>
              <a:rPr lang="en-US" sz="2000" dirty="0" err="1"/>
              <a:t>dôležité</a:t>
            </a:r>
            <a:r>
              <a:rPr lang="en-US" sz="2000" dirty="0"/>
              <a:t> </a:t>
            </a:r>
            <a:r>
              <a:rPr lang="en-US" sz="2000" dirty="0" err="1"/>
              <a:t>napríklad</a:t>
            </a:r>
            <a:r>
              <a:rPr lang="en-US" sz="2000" dirty="0"/>
              <a:t> </a:t>
            </a:r>
            <a:r>
              <a:rPr lang="en-US" sz="2000" dirty="0" err="1"/>
              <a:t>pri</a:t>
            </a:r>
            <a:r>
              <a:rPr lang="en-US" sz="2000" dirty="0"/>
              <a:t> </a:t>
            </a:r>
            <a:r>
              <a:rPr lang="en-US" sz="2000" dirty="0" err="1"/>
              <a:t>vývoji</a:t>
            </a:r>
            <a:r>
              <a:rPr lang="en-US" sz="2000" dirty="0"/>
              <a:t> </a:t>
            </a:r>
            <a:r>
              <a:rPr lang="en-US" sz="2000" dirty="0" err="1"/>
              <a:t>hier</a:t>
            </a:r>
            <a:r>
              <a:rPr lang="en-US" sz="2000" dirty="0"/>
              <a:t> </a:t>
            </a:r>
            <a:r>
              <a:rPr lang="en-US" sz="2000" dirty="0" err="1"/>
              <a:t>alebo</a:t>
            </a:r>
            <a:r>
              <a:rPr lang="en-US" sz="2000" dirty="0"/>
              <a:t> </a:t>
            </a:r>
            <a:r>
              <a:rPr lang="en-US" sz="2000" dirty="0" err="1"/>
              <a:t>virtuálnej</a:t>
            </a:r>
            <a:r>
              <a:rPr lang="en-US" sz="2000" dirty="0"/>
              <a:t> reality.</a:t>
            </a:r>
          </a:p>
        </p:txBody>
      </p:sp>
    </p:spTree>
    <p:extLst>
      <p:ext uri="{BB962C8B-B14F-4D97-AF65-F5344CB8AC3E}">
        <p14:creationId xmlns:p14="http://schemas.microsoft.com/office/powerpoint/2010/main" val="1046186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normAutofit fontScale="90000"/>
          </a:bodyPr>
          <a:lstStyle/>
          <a:p>
            <a:r>
              <a:rPr lang="sk-SK" dirty="0"/>
              <a:t>ÚVOD DO TOPOLÓGIE MODELU</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6</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8665428" cy="4122698"/>
          </a:xfrm>
        </p:spPr>
        <p:txBody>
          <a:bodyPr vert="horz" lIns="91440" tIns="45720" rIns="91440" bIns="45720" rtlCol="0" anchor="t">
            <a:normAutofit fontScale="92500" lnSpcReduction="10000"/>
          </a:bodyPr>
          <a:lstStyle/>
          <a:p>
            <a:pPr marL="0" indent="0">
              <a:buNone/>
            </a:pPr>
            <a:r>
              <a:rPr lang="en-US" sz="2000" b="1" dirty="0" err="1">
                <a:solidFill>
                  <a:schemeClr val="accent4"/>
                </a:solidFill>
              </a:rPr>
              <a:t>Vplyv</a:t>
            </a:r>
            <a:r>
              <a:rPr lang="en-US" sz="2000" b="1" dirty="0">
                <a:solidFill>
                  <a:schemeClr val="accent4"/>
                </a:solidFill>
              </a:rPr>
              <a:t> </a:t>
            </a:r>
            <a:r>
              <a:rPr lang="en-US" sz="2000" b="1" dirty="0" err="1">
                <a:solidFill>
                  <a:schemeClr val="accent4"/>
                </a:solidFill>
              </a:rPr>
              <a:t>topológie</a:t>
            </a:r>
            <a:r>
              <a:rPr lang="en-US" sz="2000" b="1" dirty="0">
                <a:solidFill>
                  <a:schemeClr val="accent4"/>
                </a:solidFill>
              </a:rPr>
              <a:t> </a:t>
            </a:r>
            <a:r>
              <a:rPr lang="en-US" sz="2000" b="1" dirty="0" err="1">
                <a:solidFill>
                  <a:schemeClr val="accent4"/>
                </a:solidFill>
              </a:rPr>
              <a:t>na</a:t>
            </a:r>
            <a:r>
              <a:rPr lang="en-US" sz="2000" b="1" dirty="0">
                <a:solidFill>
                  <a:schemeClr val="accent4"/>
                </a:solidFill>
              </a:rPr>
              <a:t> </a:t>
            </a:r>
            <a:r>
              <a:rPr lang="en-US" sz="2000" b="1" dirty="0" err="1">
                <a:solidFill>
                  <a:schemeClr val="accent4"/>
                </a:solidFill>
              </a:rPr>
              <a:t>modelovanie</a:t>
            </a:r>
            <a:r>
              <a:rPr lang="en-US" sz="2000" b="1" dirty="0">
                <a:solidFill>
                  <a:schemeClr val="accent4"/>
                </a:solidFill>
              </a:rPr>
              <a:t>, </a:t>
            </a:r>
            <a:r>
              <a:rPr lang="en-US" sz="2000" b="1" dirty="0" err="1">
                <a:solidFill>
                  <a:schemeClr val="accent4"/>
                </a:solidFill>
              </a:rPr>
              <a:t>textúrovanie</a:t>
            </a:r>
            <a:r>
              <a:rPr lang="en-US" sz="2000" b="1" dirty="0">
                <a:solidFill>
                  <a:schemeClr val="accent4"/>
                </a:solidFill>
              </a:rPr>
              <a:t> a </a:t>
            </a:r>
            <a:r>
              <a:rPr lang="en-US" sz="2000" b="1" dirty="0" err="1">
                <a:solidFill>
                  <a:schemeClr val="accent4"/>
                </a:solidFill>
              </a:rPr>
              <a:t>animáciu</a:t>
            </a:r>
            <a:r>
              <a:rPr lang="sk-SK" sz="2000" b="1" dirty="0">
                <a:solidFill>
                  <a:schemeClr val="accent4"/>
                </a:solidFill>
              </a:rPr>
              <a:t>:</a:t>
            </a:r>
            <a:endParaRPr lang="en-US" sz="2000" b="1" dirty="0">
              <a:solidFill>
                <a:schemeClr val="accent4"/>
              </a:solidFill>
            </a:endParaRPr>
          </a:p>
          <a:p>
            <a:pPr>
              <a:buFont typeface="Arial" panose="020B0604020202020204" pitchFamily="34" charset="0"/>
              <a:buChar char="•"/>
            </a:pPr>
            <a:r>
              <a:rPr lang="en-US" sz="2000" b="1" dirty="0" err="1">
                <a:solidFill>
                  <a:schemeClr val="accent4"/>
                </a:solidFill>
              </a:rPr>
              <a:t>Modelovanie</a:t>
            </a:r>
            <a:r>
              <a:rPr lang="en-US" sz="2000" b="1" dirty="0">
                <a:solidFill>
                  <a:schemeClr val="accent4"/>
                </a:solidFill>
              </a:rPr>
              <a:t>:</a:t>
            </a:r>
            <a:r>
              <a:rPr lang="en-US" sz="2000" dirty="0">
                <a:solidFill>
                  <a:schemeClr val="accent4"/>
                </a:solidFill>
              </a:rPr>
              <a:t> </a:t>
            </a:r>
            <a:r>
              <a:rPr lang="en-US" sz="2000" dirty="0" err="1"/>
              <a:t>Pri</a:t>
            </a:r>
            <a:r>
              <a:rPr lang="en-US" sz="2000" dirty="0"/>
              <a:t> </a:t>
            </a:r>
            <a:r>
              <a:rPr lang="en-US" sz="2000" dirty="0" err="1"/>
              <a:t>tvorbe</a:t>
            </a:r>
            <a:r>
              <a:rPr lang="en-US" sz="2000" dirty="0"/>
              <a:t> </a:t>
            </a:r>
            <a:r>
              <a:rPr lang="en-US" sz="2000" dirty="0" err="1"/>
              <a:t>modelov</a:t>
            </a:r>
            <a:r>
              <a:rPr lang="en-US" sz="2000" dirty="0"/>
              <a:t> </a:t>
            </a:r>
            <a:r>
              <a:rPr lang="en-US" sz="2000" dirty="0" err="1"/>
              <a:t>topológia</a:t>
            </a:r>
            <a:r>
              <a:rPr lang="en-US" sz="2000" dirty="0"/>
              <a:t> </a:t>
            </a:r>
            <a:r>
              <a:rPr lang="en-US" sz="2000" dirty="0" err="1"/>
              <a:t>umožňuje</a:t>
            </a:r>
            <a:r>
              <a:rPr lang="en-US" sz="2000" dirty="0"/>
              <a:t> </a:t>
            </a:r>
            <a:r>
              <a:rPr lang="en-US" sz="2000" dirty="0" err="1"/>
              <a:t>efektívne</a:t>
            </a:r>
            <a:r>
              <a:rPr lang="en-US" sz="2000" dirty="0"/>
              <a:t> </a:t>
            </a:r>
            <a:r>
              <a:rPr lang="en-US" sz="2000" dirty="0" err="1"/>
              <a:t>manipulovať</a:t>
            </a:r>
            <a:r>
              <a:rPr lang="en-US" sz="2000" dirty="0"/>
              <a:t> so </a:t>
            </a:r>
            <a:r>
              <a:rPr lang="en-US" sz="2000" dirty="0" err="1"/>
              <a:t>štruktúrou</a:t>
            </a:r>
            <a:r>
              <a:rPr lang="en-US" sz="2000" dirty="0"/>
              <a:t> </a:t>
            </a:r>
            <a:r>
              <a:rPr lang="en-US" sz="2000" dirty="0" err="1"/>
              <a:t>objektu</a:t>
            </a:r>
            <a:r>
              <a:rPr lang="en-US" sz="2000" dirty="0"/>
              <a:t> a </a:t>
            </a:r>
            <a:r>
              <a:rPr lang="en-US" sz="2000" dirty="0" err="1"/>
              <a:t>udržiavať</a:t>
            </a:r>
            <a:r>
              <a:rPr lang="en-US" sz="2000" dirty="0"/>
              <a:t> </a:t>
            </a:r>
            <a:r>
              <a:rPr lang="en-US" sz="2000" dirty="0" err="1"/>
              <a:t>konzistenciu</a:t>
            </a:r>
            <a:r>
              <a:rPr lang="en-US" sz="2000" dirty="0"/>
              <a:t> </a:t>
            </a:r>
            <a:r>
              <a:rPr lang="en-US" sz="2000" dirty="0" err="1"/>
              <a:t>počas</a:t>
            </a:r>
            <a:r>
              <a:rPr lang="en-US" sz="2000" dirty="0"/>
              <a:t> </a:t>
            </a:r>
            <a:r>
              <a:rPr lang="en-US" sz="2000" dirty="0" err="1"/>
              <a:t>úprav</a:t>
            </a:r>
            <a:r>
              <a:rPr lang="en-US" sz="2000" dirty="0"/>
              <a:t>. </a:t>
            </a:r>
            <a:r>
              <a:rPr lang="en-US" sz="2000" dirty="0" err="1"/>
              <a:t>Napríklad</a:t>
            </a:r>
            <a:r>
              <a:rPr lang="en-US" sz="2000" dirty="0"/>
              <a:t> </a:t>
            </a:r>
            <a:r>
              <a:rPr lang="en-US" sz="2000" dirty="0" err="1"/>
              <a:t>správne</a:t>
            </a:r>
            <a:r>
              <a:rPr lang="en-US" sz="2000" dirty="0"/>
              <a:t> </a:t>
            </a:r>
            <a:r>
              <a:rPr lang="en-US" sz="2000" dirty="0" err="1"/>
              <a:t>umiestnené</a:t>
            </a:r>
            <a:r>
              <a:rPr lang="en-US" sz="2000" dirty="0"/>
              <a:t> </a:t>
            </a:r>
            <a:r>
              <a:rPr lang="en-US" sz="2000" dirty="0" err="1"/>
              <a:t>prerezané</a:t>
            </a:r>
            <a:r>
              <a:rPr lang="en-US" sz="2000" dirty="0"/>
              <a:t> </a:t>
            </a:r>
            <a:r>
              <a:rPr lang="en-US" sz="2000" dirty="0" err="1"/>
              <a:t>hrany</a:t>
            </a:r>
            <a:r>
              <a:rPr lang="en-US" sz="2000" dirty="0"/>
              <a:t> (</a:t>
            </a:r>
            <a:r>
              <a:rPr lang="en-US" sz="2000" b="1" dirty="0"/>
              <a:t>loop cuts</a:t>
            </a:r>
            <a:r>
              <a:rPr lang="en-US" sz="2000" dirty="0"/>
              <a:t>) </a:t>
            </a:r>
            <a:r>
              <a:rPr lang="en-US" sz="2000" dirty="0" err="1"/>
              <a:t>môžu</a:t>
            </a:r>
            <a:r>
              <a:rPr lang="en-US" sz="2000" dirty="0"/>
              <a:t> </a:t>
            </a:r>
            <a:r>
              <a:rPr lang="en-US" sz="2000" dirty="0" err="1"/>
              <a:t>zlepšiť</a:t>
            </a:r>
            <a:r>
              <a:rPr lang="en-US" sz="2000" dirty="0"/>
              <a:t> </a:t>
            </a:r>
            <a:r>
              <a:rPr lang="en-US" sz="2000" dirty="0" err="1"/>
              <a:t>tok</a:t>
            </a:r>
            <a:r>
              <a:rPr lang="en-US" sz="2000" dirty="0"/>
              <a:t> </a:t>
            </a:r>
            <a:r>
              <a:rPr lang="en-US" sz="2000" dirty="0" err="1"/>
              <a:t>hrán</a:t>
            </a:r>
            <a:r>
              <a:rPr lang="en-US" sz="2000" dirty="0"/>
              <a:t> (</a:t>
            </a:r>
            <a:r>
              <a:rPr lang="en-US" sz="2000" b="1" dirty="0"/>
              <a:t>edge flow</a:t>
            </a:r>
            <a:r>
              <a:rPr lang="en-US" sz="2000" dirty="0"/>
              <a:t>) a </a:t>
            </a:r>
            <a:r>
              <a:rPr lang="en-US" sz="2000" dirty="0" err="1"/>
              <a:t>vytvoriť</a:t>
            </a:r>
            <a:r>
              <a:rPr lang="en-US" sz="2000" dirty="0"/>
              <a:t> </a:t>
            </a:r>
            <a:r>
              <a:rPr lang="en-US" sz="2000" dirty="0" err="1"/>
              <a:t>jemné</a:t>
            </a:r>
            <a:r>
              <a:rPr lang="en-US" sz="2000" dirty="0"/>
              <a:t> </a:t>
            </a:r>
            <a:r>
              <a:rPr lang="en-US" sz="2000" dirty="0" err="1"/>
              <a:t>prechody</a:t>
            </a:r>
            <a:r>
              <a:rPr lang="en-US" sz="2000" dirty="0"/>
              <a:t> </a:t>
            </a:r>
            <a:r>
              <a:rPr lang="en-US" sz="2000" dirty="0" err="1"/>
              <a:t>medzi</a:t>
            </a:r>
            <a:r>
              <a:rPr lang="en-US" sz="2000" dirty="0"/>
              <a:t> </a:t>
            </a:r>
            <a:r>
              <a:rPr lang="en-US" sz="2000" dirty="0" err="1"/>
              <a:t>plochami</a:t>
            </a:r>
            <a:r>
              <a:rPr lang="en-US" sz="2000" dirty="0"/>
              <a:t>.</a:t>
            </a:r>
          </a:p>
          <a:p>
            <a:pPr>
              <a:buFont typeface="Arial" panose="020B0604020202020204" pitchFamily="34" charset="0"/>
              <a:buChar char="•"/>
            </a:pPr>
            <a:r>
              <a:rPr lang="en-US" sz="2000" b="1" dirty="0" err="1">
                <a:solidFill>
                  <a:schemeClr val="accent4"/>
                </a:solidFill>
              </a:rPr>
              <a:t>Textúrovanie</a:t>
            </a:r>
            <a:r>
              <a:rPr lang="en-US" sz="2000" b="1" dirty="0">
                <a:solidFill>
                  <a:schemeClr val="accent4"/>
                </a:solidFill>
              </a:rPr>
              <a:t>:</a:t>
            </a:r>
            <a:r>
              <a:rPr lang="en-US" sz="2000" dirty="0">
                <a:solidFill>
                  <a:schemeClr val="accent4"/>
                </a:solidFill>
              </a:rPr>
              <a:t> </a:t>
            </a:r>
            <a:r>
              <a:rPr lang="en-US" sz="2000" dirty="0" err="1"/>
              <a:t>Topológia</a:t>
            </a:r>
            <a:r>
              <a:rPr lang="en-US" sz="2000" dirty="0"/>
              <a:t> </a:t>
            </a:r>
            <a:r>
              <a:rPr lang="en-US" sz="2000" dirty="0" err="1"/>
              <a:t>priamo</a:t>
            </a:r>
            <a:r>
              <a:rPr lang="en-US" sz="2000" dirty="0"/>
              <a:t> </a:t>
            </a:r>
            <a:r>
              <a:rPr lang="en-US" sz="2000" dirty="0" err="1"/>
              <a:t>ovplyvňuje</a:t>
            </a:r>
            <a:r>
              <a:rPr lang="en-US" sz="2000" dirty="0"/>
              <a:t>, </a:t>
            </a:r>
            <a:r>
              <a:rPr lang="en-US" sz="2000" dirty="0" err="1"/>
              <a:t>ako</a:t>
            </a:r>
            <a:r>
              <a:rPr lang="en-US" sz="2000" dirty="0"/>
              <a:t> </a:t>
            </a:r>
            <a:r>
              <a:rPr lang="en-US" sz="2000" dirty="0" err="1"/>
              <a:t>sa</a:t>
            </a:r>
            <a:r>
              <a:rPr lang="en-US" sz="2000" dirty="0"/>
              <a:t> </a:t>
            </a:r>
            <a:r>
              <a:rPr lang="en-US" sz="2000" dirty="0" err="1"/>
              <a:t>textúry</a:t>
            </a:r>
            <a:r>
              <a:rPr lang="en-US" sz="2000" dirty="0"/>
              <a:t> </a:t>
            </a:r>
            <a:r>
              <a:rPr lang="en-US" sz="2000" dirty="0" err="1"/>
              <a:t>nanášajú</a:t>
            </a:r>
            <a:r>
              <a:rPr lang="en-US" sz="2000" dirty="0"/>
              <a:t> </a:t>
            </a:r>
            <a:r>
              <a:rPr lang="en-US" sz="2000" dirty="0" err="1"/>
              <a:t>na</a:t>
            </a:r>
            <a:r>
              <a:rPr lang="en-US" sz="2000" dirty="0"/>
              <a:t> model. </a:t>
            </a:r>
            <a:r>
              <a:rPr lang="en-US" sz="2000" dirty="0" err="1"/>
              <a:t>Dobrá</a:t>
            </a:r>
            <a:r>
              <a:rPr lang="en-US" sz="2000" dirty="0"/>
              <a:t> </a:t>
            </a:r>
            <a:r>
              <a:rPr lang="en-US" sz="2000" dirty="0" err="1"/>
              <a:t>topológia</a:t>
            </a:r>
            <a:r>
              <a:rPr lang="en-US" sz="2000" dirty="0"/>
              <a:t> </a:t>
            </a:r>
            <a:r>
              <a:rPr lang="en-US" sz="2000" dirty="0" err="1"/>
              <a:t>uľahčuje</a:t>
            </a:r>
            <a:r>
              <a:rPr lang="en-US" sz="2000" dirty="0"/>
              <a:t> </a:t>
            </a:r>
            <a:r>
              <a:rPr lang="en-US" sz="2000" dirty="0" err="1"/>
              <a:t>proces</a:t>
            </a:r>
            <a:r>
              <a:rPr lang="en-US" sz="2000" dirty="0"/>
              <a:t> </a:t>
            </a:r>
            <a:r>
              <a:rPr lang="en-US" sz="2000" dirty="0" err="1"/>
              <a:t>rozbaľovania</a:t>
            </a:r>
            <a:r>
              <a:rPr lang="en-US" sz="2000" dirty="0"/>
              <a:t> UV </a:t>
            </a:r>
            <a:r>
              <a:rPr lang="en-US" sz="2000" dirty="0" err="1"/>
              <a:t>mapy</a:t>
            </a:r>
            <a:r>
              <a:rPr lang="en-US" sz="2000" dirty="0"/>
              <a:t>, </a:t>
            </a:r>
            <a:r>
              <a:rPr lang="en-US" sz="2000" dirty="0" err="1"/>
              <a:t>čo</a:t>
            </a:r>
            <a:r>
              <a:rPr lang="en-US" sz="2000" dirty="0"/>
              <a:t> je </a:t>
            </a:r>
            <a:r>
              <a:rPr lang="en-US" sz="2000" dirty="0" err="1"/>
              <a:t>krok</a:t>
            </a:r>
            <a:r>
              <a:rPr lang="en-US" sz="2000" dirty="0"/>
              <a:t>, v </a:t>
            </a:r>
            <a:r>
              <a:rPr lang="en-US" sz="2000" dirty="0" err="1"/>
              <a:t>ktorom</a:t>
            </a:r>
            <a:r>
              <a:rPr lang="en-US" sz="2000" dirty="0"/>
              <a:t> </a:t>
            </a:r>
            <a:r>
              <a:rPr lang="en-US" sz="2000" dirty="0" err="1"/>
              <a:t>sa</a:t>
            </a:r>
            <a:r>
              <a:rPr lang="en-US" sz="2000" dirty="0"/>
              <a:t> </a:t>
            </a:r>
            <a:r>
              <a:rPr lang="en-US" sz="2000" dirty="0" err="1"/>
              <a:t>povrch</a:t>
            </a:r>
            <a:r>
              <a:rPr lang="en-US" sz="2000" dirty="0"/>
              <a:t> 3D </a:t>
            </a:r>
            <a:r>
              <a:rPr lang="en-US" sz="2000" dirty="0" err="1"/>
              <a:t>modelu</a:t>
            </a:r>
            <a:r>
              <a:rPr lang="en-US" sz="2000" dirty="0"/>
              <a:t> </a:t>
            </a:r>
            <a:r>
              <a:rPr lang="en-US" sz="2000" dirty="0" err="1"/>
              <a:t>rozloží</a:t>
            </a:r>
            <a:r>
              <a:rPr lang="en-US" sz="2000" dirty="0"/>
              <a:t> do 2D </a:t>
            </a:r>
            <a:r>
              <a:rPr lang="en-US" sz="2000" dirty="0" err="1"/>
              <a:t>priestoru</a:t>
            </a:r>
            <a:r>
              <a:rPr lang="en-US" sz="2000" dirty="0"/>
              <a:t>, aby </a:t>
            </a:r>
            <a:r>
              <a:rPr lang="en-US" sz="2000" dirty="0" err="1"/>
              <a:t>sa</a:t>
            </a:r>
            <a:r>
              <a:rPr lang="en-US" sz="2000" dirty="0"/>
              <a:t> </a:t>
            </a:r>
            <a:r>
              <a:rPr lang="en-US" sz="2000" dirty="0" err="1"/>
              <a:t>naň</a:t>
            </a:r>
            <a:r>
              <a:rPr lang="en-US" sz="2000" dirty="0"/>
              <a:t> </a:t>
            </a:r>
            <a:r>
              <a:rPr lang="en-US" sz="2000" dirty="0" err="1"/>
              <a:t>mohla</a:t>
            </a:r>
            <a:r>
              <a:rPr lang="en-US" sz="2000" dirty="0"/>
              <a:t> </a:t>
            </a:r>
            <a:r>
              <a:rPr lang="en-US" sz="2000" dirty="0" err="1"/>
              <a:t>naniesť</a:t>
            </a:r>
            <a:r>
              <a:rPr lang="en-US" sz="2000" dirty="0"/>
              <a:t> </a:t>
            </a:r>
            <a:r>
              <a:rPr lang="en-US" sz="2000" dirty="0" err="1"/>
              <a:t>textúra</a:t>
            </a:r>
            <a:r>
              <a:rPr lang="en-US" sz="2000" dirty="0"/>
              <a:t>. </a:t>
            </a:r>
            <a:r>
              <a:rPr lang="en-US" sz="2000" dirty="0" err="1"/>
              <a:t>Usporiadané</a:t>
            </a:r>
            <a:r>
              <a:rPr lang="en-US" sz="2000" dirty="0"/>
              <a:t> quads </a:t>
            </a:r>
            <a:r>
              <a:rPr lang="en-US" sz="2000" dirty="0" err="1"/>
              <a:t>uľahčujú</a:t>
            </a:r>
            <a:r>
              <a:rPr lang="en-US" sz="2000" dirty="0"/>
              <a:t> </a:t>
            </a:r>
            <a:r>
              <a:rPr lang="en-US" sz="2000" dirty="0" err="1"/>
              <a:t>tento</a:t>
            </a:r>
            <a:r>
              <a:rPr lang="en-US" sz="2000" dirty="0"/>
              <a:t> </a:t>
            </a:r>
            <a:r>
              <a:rPr lang="en-US" sz="2000" dirty="0" err="1"/>
              <a:t>proces</a:t>
            </a:r>
            <a:r>
              <a:rPr lang="en-US" sz="2000" dirty="0"/>
              <a:t> a </a:t>
            </a:r>
            <a:r>
              <a:rPr lang="en-US" sz="2000" dirty="0" err="1"/>
              <a:t>pomáhajú</a:t>
            </a:r>
            <a:r>
              <a:rPr lang="en-US" sz="2000" dirty="0"/>
              <a:t> </a:t>
            </a:r>
            <a:r>
              <a:rPr lang="en-US" sz="2000" dirty="0" err="1"/>
              <a:t>predchádzať</a:t>
            </a:r>
            <a:r>
              <a:rPr lang="en-US" sz="2000" dirty="0"/>
              <a:t> </a:t>
            </a:r>
            <a:r>
              <a:rPr lang="en-US" sz="2000" dirty="0" err="1"/>
              <a:t>skresleniu</a:t>
            </a:r>
            <a:r>
              <a:rPr lang="en-US" sz="2000" dirty="0"/>
              <a:t> </a:t>
            </a:r>
            <a:r>
              <a:rPr lang="en-US" sz="2000" dirty="0" err="1"/>
              <a:t>textúr</a:t>
            </a:r>
            <a:r>
              <a:rPr lang="en-US" sz="2000" dirty="0"/>
              <a:t>.</a:t>
            </a:r>
          </a:p>
          <a:p>
            <a:pPr>
              <a:buFont typeface="Arial" panose="020B0604020202020204" pitchFamily="34" charset="0"/>
              <a:buChar char="•"/>
            </a:pPr>
            <a:r>
              <a:rPr lang="en-US" sz="2000" b="1" dirty="0" err="1">
                <a:solidFill>
                  <a:schemeClr val="accent4"/>
                </a:solidFill>
              </a:rPr>
              <a:t>Animácia</a:t>
            </a:r>
            <a:r>
              <a:rPr lang="en-US" sz="2000" b="1" dirty="0">
                <a:solidFill>
                  <a:schemeClr val="accent4"/>
                </a:solidFill>
              </a:rPr>
              <a:t>:</a:t>
            </a:r>
            <a:r>
              <a:rPr lang="en-US" sz="2000" dirty="0">
                <a:solidFill>
                  <a:schemeClr val="accent4"/>
                </a:solidFill>
              </a:rPr>
              <a:t> </a:t>
            </a:r>
            <a:r>
              <a:rPr lang="en-US" sz="2000" dirty="0" err="1"/>
              <a:t>Pri</a:t>
            </a:r>
            <a:r>
              <a:rPr lang="en-US" sz="2000" dirty="0"/>
              <a:t> </a:t>
            </a:r>
            <a:r>
              <a:rPr lang="en-US" sz="2000" dirty="0" err="1"/>
              <a:t>animácii</a:t>
            </a:r>
            <a:r>
              <a:rPr lang="en-US" sz="2000" dirty="0"/>
              <a:t> </a:t>
            </a:r>
            <a:r>
              <a:rPr lang="en-US" sz="2000" dirty="0" err="1"/>
              <a:t>postáv</a:t>
            </a:r>
            <a:r>
              <a:rPr lang="en-US" sz="2000" dirty="0"/>
              <a:t> </a:t>
            </a:r>
            <a:r>
              <a:rPr lang="en-US" sz="2000" dirty="0" err="1"/>
              <a:t>alebo</a:t>
            </a:r>
            <a:r>
              <a:rPr lang="en-US" sz="2000" dirty="0"/>
              <a:t> </a:t>
            </a:r>
            <a:r>
              <a:rPr lang="en-US" sz="2000" dirty="0" err="1"/>
              <a:t>iných</a:t>
            </a:r>
            <a:r>
              <a:rPr lang="en-US" sz="2000" dirty="0"/>
              <a:t> </a:t>
            </a:r>
            <a:r>
              <a:rPr lang="en-US" sz="2000" dirty="0" err="1"/>
              <a:t>pohyblivých</a:t>
            </a:r>
            <a:r>
              <a:rPr lang="en-US" sz="2000" dirty="0"/>
              <a:t> </a:t>
            </a:r>
            <a:r>
              <a:rPr lang="en-US" sz="2000" dirty="0" err="1"/>
              <a:t>objektov</a:t>
            </a:r>
            <a:r>
              <a:rPr lang="en-US" sz="2000" dirty="0"/>
              <a:t> </a:t>
            </a:r>
            <a:r>
              <a:rPr lang="en-US" sz="2000" dirty="0" err="1"/>
              <a:t>správna</a:t>
            </a:r>
            <a:r>
              <a:rPr lang="en-US" sz="2000" dirty="0"/>
              <a:t> </a:t>
            </a:r>
            <a:r>
              <a:rPr lang="en-US" sz="2000" dirty="0" err="1"/>
              <a:t>topológia</a:t>
            </a:r>
            <a:r>
              <a:rPr lang="en-US" sz="2000" dirty="0"/>
              <a:t> </a:t>
            </a:r>
            <a:r>
              <a:rPr lang="en-US" sz="2000" dirty="0" err="1"/>
              <a:t>zabezpečuje</a:t>
            </a:r>
            <a:r>
              <a:rPr lang="en-US" sz="2000" dirty="0"/>
              <a:t>, </a:t>
            </a:r>
            <a:r>
              <a:rPr lang="en-US" sz="2000" dirty="0" err="1"/>
              <a:t>že</a:t>
            </a:r>
            <a:r>
              <a:rPr lang="en-US" sz="2000" dirty="0"/>
              <a:t> model </a:t>
            </a:r>
            <a:r>
              <a:rPr lang="en-US" sz="2000" dirty="0" err="1"/>
              <a:t>sa</a:t>
            </a:r>
            <a:r>
              <a:rPr lang="en-US" sz="2000" dirty="0"/>
              <a:t> </a:t>
            </a:r>
            <a:r>
              <a:rPr lang="en-US" sz="2000" dirty="0" err="1"/>
              <a:t>deformuje</a:t>
            </a:r>
            <a:r>
              <a:rPr lang="en-US" sz="2000" dirty="0"/>
              <a:t> </a:t>
            </a:r>
            <a:r>
              <a:rPr lang="en-US" sz="2000" dirty="0" err="1"/>
              <a:t>prirodzene</a:t>
            </a:r>
            <a:r>
              <a:rPr lang="en-US" sz="2000" dirty="0"/>
              <a:t>. </a:t>
            </a:r>
            <a:r>
              <a:rPr lang="en-US" sz="2000" dirty="0" err="1"/>
              <a:t>Dôležité</a:t>
            </a:r>
            <a:r>
              <a:rPr lang="en-US" sz="2000" dirty="0"/>
              <a:t> je </a:t>
            </a:r>
            <a:r>
              <a:rPr lang="en-US" sz="2000" dirty="0" err="1"/>
              <a:t>zabezpečiť</a:t>
            </a:r>
            <a:r>
              <a:rPr lang="en-US" sz="2000" dirty="0"/>
              <a:t>, aby </a:t>
            </a:r>
            <a:r>
              <a:rPr lang="en-US" sz="2000" dirty="0" err="1"/>
              <a:t>sa</a:t>
            </a:r>
            <a:r>
              <a:rPr lang="en-US" sz="2000" dirty="0"/>
              <a:t> </a:t>
            </a:r>
            <a:r>
              <a:rPr lang="en-US" sz="2000" dirty="0" err="1"/>
              <a:t>okolo</a:t>
            </a:r>
            <a:r>
              <a:rPr lang="en-US" sz="2000" dirty="0"/>
              <a:t> </a:t>
            </a:r>
            <a:r>
              <a:rPr lang="en-US" sz="2000" dirty="0" err="1"/>
              <a:t>kĺbov</a:t>
            </a:r>
            <a:r>
              <a:rPr lang="en-US" sz="2000" dirty="0"/>
              <a:t>, </a:t>
            </a:r>
            <a:r>
              <a:rPr lang="en-US" sz="2000" dirty="0" err="1"/>
              <a:t>ako</a:t>
            </a:r>
            <a:r>
              <a:rPr lang="en-US" sz="2000" dirty="0"/>
              <a:t> </a:t>
            </a:r>
            <a:r>
              <a:rPr lang="en-US" sz="2000" dirty="0" err="1"/>
              <a:t>sú</a:t>
            </a:r>
            <a:r>
              <a:rPr lang="en-US" sz="2000" dirty="0"/>
              <a:t> </a:t>
            </a:r>
            <a:r>
              <a:rPr lang="en-US" sz="2000" dirty="0" err="1"/>
              <a:t>kolená</a:t>
            </a:r>
            <a:r>
              <a:rPr lang="en-US" sz="2000" dirty="0"/>
              <a:t>, </a:t>
            </a:r>
            <a:r>
              <a:rPr lang="en-US" sz="2000" dirty="0" err="1"/>
              <a:t>lakte</a:t>
            </a:r>
            <a:r>
              <a:rPr lang="en-US" sz="2000" dirty="0"/>
              <a:t> </a:t>
            </a:r>
            <a:r>
              <a:rPr lang="en-US" sz="2000" dirty="0" err="1"/>
              <a:t>či</a:t>
            </a:r>
            <a:r>
              <a:rPr lang="en-US" sz="2000" dirty="0"/>
              <a:t> </a:t>
            </a:r>
            <a:r>
              <a:rPr lang="en-US" sz="2000" dirty="0" err="1"/>
              <a:t>prsty</a:t>
            </a:r>
            <a:r>
              <a:rPr lang="en-US" sz="2000" dirty="0"/>
              <a:t>, </a:t>
            </a:r>
            <a:r>
              <a:rPr lang="en-US" sz="2000" dirty="0" err="1"/>
              <a:t>nachádzali</a:t>
            </a:r>
            <a:r>
              <a:rPr lang="en-US" sz="2000" dirty="0"/>
              <a:t> </a:t>
            </a:r>
            <a:r>
              <a:rPr lang="en-US" sz="2000" dirty="0" err="1"/>
              <a:t>správne</a:t>
            </a:r>
            <a:r>
              <a:rPr lang="en-US" sz="2000" dirty="0"/>
              <a:t> </a:t>
            </a:r>
            <a:r>
              <a:rPr lang="en-US" sz="2000" dirty="0" err="1"/>
              <a:t>usporiadané</a:t>
            </a:r>
            <a:r>
              <a:rPr lang="en-US" sz="2000" dirty="0"/>
              <a:t> </a:t>
            </a:r>
            <a:r>
              <a:rPr lang="en-US" sz="2000" dirty="0" err="1"/>
              <a:t>hrany</a:t>
            </a:r>
            <a:r>
              <a:rPr lang="en-US" sz="2000" dirty="0"/>
              <a:t>. Tieto </a:t>
            </a:r>
            <a:r>
              <a:rPr lang="en-US" sz="2000" dirty="0" err="1"/>
              <a:t>oblasti</a:t>
            </a:r>
            <a:r>
              <a:rPr lang="en-US" sz="2000" dirty="0"/>
              <a:t> </a:t>
            </a:r>
            <a:r>
              <a:rPr lang="en-US" sz="2000" dirty="0" err="1"/>
              <a:t>vyžadujú</a:t>
            </a:r>
            <a:r>
              <a:rPr lang="en-US" sz="2000" dirty="0"/>
              <a:t> </a:t>
            </a:r>
            <a:r>
              <a:rPr lang="en-US" sz="2000" dirty="0" err="1"/>
              <a:t>špeciálnu</a:t>
            </a:r>
            <a:r>
              <a:rPr lang="en-US" sz="2000" dirty="0"/>
              <a:t> </a:t>
            </a:r>
            <a:r>
              <a:rPr lang="en-US" sz="2000" dirty="0" err="1"/>
              <a:t>pozornosť</a:t>
            </a:r>
            <a:r>
              <a:rPr lang="en-US" sz="2000" dirty="0"/>
              <a:t>, </a:t>
            </a:r>
            <a:r>
              <a:rPr lang="en-US" sz="2000" dirty="0" err="1"/>
              <a:t>pretože</a:t>
            </a:r>
            <a:r>
              <a:rPr lang="en-US" sz="2000" dirty="0"/>
              <a:t> </a:t>
            </a:r>
            <a:r>
              <a:rPr lang="en-US" sz="2000" dirty="0" err="1"/>
              <a:t>práve</a:t>
            </a:r>
            <a:r>
              <a:rPr lang="en-US" sz="2000" dirty="0"/>
              <a:t> </a:t>
            </a:r>
            <a:r>
              <a:rPr lang="en-US" sz="2000" dirty="0" err="1"/>
              <a:t>tu</a:t>
            </a:r>
            <a:r>
              <a:rPr lang="en-US" sz="2000" dirty="0"/>
              <a:t> </a:t>
            </a:r>
            <a:r>
              <a:rPr lang="en-US" sz="2000" dirty="0" err="1"/>
              <a:t>dochádza</a:t>
            </a:r>
            <a:r>
              <a:rPr lang="en-US" sz="2000" dirty="0"/>
              <a:t> k </a:t>
            </a:r>
            <a:r>
              <a:rPr lang="en-US" sz="2000" dirty="0" err="1"/>
              <a:t>častým</a:t>
            </a:r>
            <a:r>
              <a:rPr lang="en-US" sz="2000" dirty="0"/>
              <a:t> </a:t>
            </a:r>
            <a:r>
              <a:rPr lang="en-US" sz="2000" dirty="0" err="1"/>
              <a:t>deformáciám</a:t>
            </a:r>
            <a:r>
              <a:rPr lang="en-US" sz="2000" dirty="0"/>
              <a:t> </a:t>
            </a:r>
            <a:r>
              <a:rPr lang="en-US" sz="2000" dirty="0" err="1"/>
              <a:t>pri</a:t>
            </a:r>
            <a:r>
              <a:rPr lang="en-US" sz="2000" dirty="0"/>
              <a:t> </a:t>
            </a:r>
            <a:r>
              <a:rPr lang="en-US" sz="2000" dirty="0" err="1"/>
              <a:t>pohybe</a:t>
            </a:r>
            <a:r>
              <a:rPr lang="en-US" sz="2000" dirty="0"/>
              <a:t>.</a:t>
            </a:r>
          </a:p>
        </p:txBody>
      </p:sp>
    </p:spTree>
    <p:extLst>
      <p:ext uri="{BB962C8B-B14F-4D97-AF65-F5344CB8AC3E}">
        <p14:creationId xmlns:p14="http://schemas.microsoft.com/office/powerpoint/2010/main" val="718490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normAutofit fontScale="90000"/>
          </a:bodyPr>
          <a:lstStyle/>
          <a:p>
            <a:r>
              <a:rPr lang="sk-SK" dirty="0"/>
              <a:t>ZÁKLADNÉ KONCEPTY TOPOLÓGIE MODELU</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7</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8665428" cy="4122698"/>
          </a:xfrm>
        </p:spPr>
        <p:txBody>
          <a:bodyPr vert="horz" lIns="91440" tIns="45720" rIns="91440" bIns="45720" rtlCol="0" anchor="t">
            <a:normAutofit lnSpcReduction="10000"/>
          </a:bodyPr>
          <a:lstStyle/>
          <a:p>
            <a:r>
              <a:rPr lang="en-US" dirty="0" err="1"/>
              <a:t>Topológia</a:t>
            </a:r>
            <a:r>
              <a:rPr lang="en-US" dirty="0"/>
              <a:t> je v 3D </a:t>
            </a:r>
            <a:r>
              <a:rPr lang="en-US" dirty="0" err="1"/>
              <a:t>modelovaní</a:t>
            </a:r>
            <a:r>
              <a:rPr lang="en-US" dirty="0"/>
              <a:t> </a:t>
            </a:r>
            <a:r>
              <a:rPr lang="en-US" dirty="0" err="1"/>
              <a:t>neoddeliteľne</a:t>
            </a:r>
            <a:r>
              <a:rPr lang="en-US" dirty="0"/>
              <a:t> </a:t>
            </a:r>
            <a:r>
              <a:rPr lang="en-US" dirty="0" err="1"/>
              <a:t>spojená</a:t>
            </a:r>
            <a:r>
              <a:rPr lang="en-US" dirty="0"/>
              <a:t> s </a:t>
            </a:r>
            <a:r>
              <a:rPr lang="en-US" dirty="0" err="1"/>
              <a:t>polygónmi</a:t>
            </a:r>
            <a:r>
              <a:rPr lang="en-US" dirty="0"/>
              <a:t> a </a:t>
            </a:r>
            <a:r>
              <a:rPr lang="en-US" dirty="0" err="1"/>
              <a:t>tým</a:t>
            </a:r>
            <a:r>
              <a:rPr lang="en-US" dirty="0"/>
              <a:t>, </a:t>
            </a:r>
            <a:r>
              <a:rPr lang="en-US" dirty="0" err="1"/>
              <a:t>ako</a:t>
            </a:r>
            <a:r>
              <a:rPr lang="en-US" dirty="0"/>
              <a:t> </a:t>
            </a:r>
            <a:r>
              <a:rPr lang="en-US" dirty="0" err="1"/>
              <a:t>sú</a:t>
            </a:r>
            <a:r>
              <a:rPr lang="en-US" dirty="0"/>
              <a:t> </a:t>
            </a:r>
            <a:r>
              <a:rPr lang="en-US" dirty="0" err="1"/>
              <a:t>navzájom</a:t>
            </a:r>
            <a:r>
              <a:rPr lang="en-US" dirty="0"/>
              <a:t> </a:t>
            </a:r>
            <a:r>
              <a:rPr lang="en-US" dirty="0" err="1"/>
              <a:t>prepojené</a:t>
            </a:r>
            <a:r>
              <a:rPr lang="en-US" dirty="0"/>
              <a:t>. </a:t>
            </a:r>
            <a:r>
              <a:rPr lang="en-US" dirty="0" err="1"/>
              <a:t>Nasledujúce</a:t>
            </a:r>
            <a:r>
              <a:rPr lang="en-US" dirty="0"/>
              <a:t> </a:t>
            </a:r>
            <a:r>
              <a:rPr lang="en-US" dirty="0" err="1"/>
              <a:t>základné</a:t>
            </a:r>
            <a:r>
              <a:rPr lang="en-US" dirty="0"/>
              <a:t> </a:t>
            </a:r>
            <a:r>
              <a:rPr lang="en-US" dirty="0" err="1"/>
              <a:t>koncepty</a:t>
            </a:r>
            <a:r>
              <a:rPr lang="en-US" dirty="0"/>
              <a:t> </a:t>
            </a:r>
            <a:r>
              <a:rPr lang="en-US" dirty="0" err="1"/>
              <a:t>poskytujú</a:t>
            </a:r>
            <a:r>
              <a:rPr lang="en-US" dirty="0"/>
              <a:t> </a:t>
            </a:r>
            <a:r>
              <a:rPr lang="en-US" dirty="0" err="1"/>
              <a:t>dôležité</a:t>
            </a:r>
            <a:r>
              <a:rPr lang="en-US" dirty="0"/>
              <a:t> </a:t>
            </a:r>
            <a:r>
              <a:rPr lang="en-US" dirty="0" err="1"/>
              <a:t>poznatky</a:t>
            </a:r>
            <a:r>
              <a:rPr lang="en-US" dirty="0"/>
              <a:t> pre </a:t>
            </a:r>
            <a:r>
              <a:rPr lang="en-US" dirty="0" err="1"/>
              <a:t>tvorbu</a:t>
            </a:r>
            <a:r>
              <a:rPr lang="en-US" dirty="0"/>
              <a:t> </a:t>
            </a:r>
            <a:r>
              <a:rPr lang="en-US" dirty="0" err="1"/>
              <a:t>efektívnych</a:t>
            </a:r>
            <a:r>
              <a:rPr lang="en-US" dirty="0"/>
              <a:t>, </a:t>
            </a:r>
            <a:r>
              <a:rPr lang="en-US" dirty="0" err="1"/>
              <a:t>flexibilných</a:t>
            </a:r>
            <a:r>
              <a:rPr lang="en-US" dirty="0"/>
              <a:t> a </a:t>
            </a:r>
            <a:r>
              <a:rPr lang="en-US" dirty="0" err="1"/>
              <a:t>plynulých</a:t>
            </a:r>
            <a:r>
              <a:rPr lang="en-US" dirty="0"/>
              <a:t> </a:t>
            </a:r>
            <a:r>
              <a:rPr lang="en-US" dirty="0" err="1"/>
              <a:t>modelov</a:t>
            </a:r>
            <a:r>
              <a:rPr lang="en-US" dirty="0"/>
              <a:t>.</a:t>
            </a:r>
            <a:r>
              <a:rPr lang="sk-SK" dirty="0"/>
              <a:t> </a:t>
            </a:r>
            <a:r>
              <a:rPr lang="en-US" dirty="0"/>
              <a:t>V 3D </a:t>
            </a:r>
            <a:r>
              <a:rPr lang="en-US" dirty="0" err="1"/>
              <a:t>modelovaní</a:t>
            </a:r>
            <a:r>
              <a:rPr lang="en-US" dirty="0"/>
              <a:t> </a:t>
            </a:r>
            <a:r>
              <a:rPr lang="en-US" dirty="0" err="1"/>
              <a:t>sú</a:t>
            </a:r>
            <a:r>
              <a:rPr lang="en-US" dirty="0"/>
              <a:t> </a:t>
            </a:r>
            <a:r>
              <a:rPr lang="en-US" dirty="0" err="1"/>
              <a:t>polygóny</a:t>
            </a:r>
            <a:r>
              <a:rPr lang="en-US" dirty="0"/>
              <a:t> </a:t>
            </a:r>
            <a:r>
              <a:rPr lang="en-US" dirty="0" err="1"/>
              <a:t>tvary</a:t>
            </a:r>
            <a:r>
              <a:rPr lang="en-US" dirty="0"/>
              <a:t>, z </a:t>
            </a:r>
            <a:r>
              <a:rPr lang="en-US" dirty="0" err="1"/>
              <a:t>ktorých</a:t>
            </a:r>
            <a:r>
              <a:rPr lang="en-US" dirty="0"/>
              <a:t> </a:t>
            </a:r>
            <a:r>
              <a:rPr lang="en-US" dirty="0" err="1"/>
              <a:t>sa</a:t>
            </a:r>
            <a:r>
              <a:rPr lang="en-US" dirty="0"/>
              <a:t> </a:t>
            </a:r>
            <a:r>
              <a:rPr lang="en-US" dirty="0" err="1"/>
              <a:t>skladá</a:t>
            </a:r>
            <a:r>
              <a:rPr lang="en-US" dirty="0"/>
              <a:t> </a:t>
            </a:r>
            <a:r>
              <a:rPr lang="en-US" dirty="0" err="1"/>
              <a:t>povrch</a:t>
            </a:r>
            <a:r>
              <a:rPr lang="en-US" dirty="0"/>
              <a:t> </a:t>
            </a:r>
            <a:r>
              <a:rPr lang="en-US" dirty="0" err="1"/>
              <a:t>modelu</a:t>
            </a:r>
            <a:r>
              <a:rPr lang="en-US" dirty="0"/>
              <a:t>. </a:t>
            </a:r>
            <a:r>
              <a:rPr lang="en-US" dirty="0" err="1"/>
              <a:t>Základnými</a:t>
            </a:r>
            <a:r>
              <a:rPr lang="en-US" dirty="0"/>
              <a:t> </a:t>
            </a:r>
            <a:r>
              <a:rPr lang="en-US" dirty="0" err="1"/>
              <a:t>typmi</a:t>
            </a:r>
            <a:r>
              <a:rPr lang="en-US" dirty="0"/>
              <a:t> </a:t>
            </a:r>
            <a:r>
              <a:rPr lang="en-US" dirty="0" err="1"/>
              <a:t>polygónov</a:t>
            </a:r>
            <a:r>
              <a:rPr lang="en-US" dirty="0"/>
              <a:t> </a:t>
            </a:r>
            <a:r>
              <a:rPr lang="en-US" dirty="0" err="1"/>
              <a:t>sú</a:t>
            </a:r>
            <a:r>
              <a:rPr lang="en-US" dirty="0"/>
              <a:t>:</a:t>
            </a:r>
          </a:p>
          <a:p>
            <a:pPr>
              <a:buFont typeface="Arial" panose="020B0604020202020204" pitchFamily="34" charset="0"/>
              <a:buChar char="•"/>
            </a:pPr>
            <a:r>
              <a:rPr lang="sk-SK" b="1" dirty="0">
                <a:solidFill>
                  <a:schemeClr val="accent4"/>
                </a:solidFill>
              </a:rPr>
              <a:t>Štvoruholníky: </a:t>
            </a:r>
            <a:r>
              <a:rPr lang="en-US" dirty="0" err="1"/>
              <a:t>Polygóny</a:t>
            </a:r>
            <a:r>
              <a:rPr lang="en-US" dirty="0"/>
              <a:t> so </a:t>
            </a:r>
            <a:r>
              <a:rPr lang="en-US" dirty="0" err="1"/>
              <a:t>štyrmi</a:t>
            </a:r>
            <a:r>
              <a:rPr lang="en-US" dirty="0"/>
              <a:t> </a:t>
            </a:r>
            <a:r>
              <a:rPr lang="en-US" dirty="0" err="1"/>
              <a:t>vrcholmi</a:t>
            </a:r>
            <a:r>
              <a:rPr lang="en-US" dirty="0"/>
              <a:t>. </a:t>
            </a:r>
            <a:r>
              <a:rPr lang="en-US" dirty="0" err="1"/>
              <a:t>Sú</a:t>
            </a:r>
            <a:r>
              <a:rPr lang="en-US" dirty="0"/>
              <a:t> </a:t>
            </a:r>
            <a:r>
              <a:rPr lang="en-US" dirty="0" err="1"/>
              <a:t>považované</a:t>
            </a:r>
            <a:r>
              <a:rPr lang="en-US" dirty="0"/>
              <a:t> za </a:t>
            </a:r>
            <a:r>
              <a:rPr lang="en-US" dirty="0" err="1"/>
              <a:t>najlepšiu</a:t>
            </a:r>
            <a:r>
              <a:rPr lang="en-US" dirty="0"/>
              <a:t> </a:t>
            </a:r>
            <a:r>
              <a:rPr lang="en-US" dirty="0" err="1"/>
              <a:t>voľbu</a:t>
            </a:r>
            <a:r>
              <a:rPr lang="en-US" dirty="0"/>
              <a:t> pre </a:t>
            </a:r>
            <a:r>
              <a:rPr lang="en-US" dirty="0" err="1"/>
              <a:t>väčšinu</a:t>
            </a:r>
            <a:r>
              <a:rPr lang="en-US" dirty="0"/>
              <a:t> 3D </a:t>
            </a:r>
            <a:r>
              <a:rPr lang="en-US" dirty="0" err="1"/>
              <a:t>modelovacích</a:t>
            </a:r>
            <a:r>
              <a:rPr lang="en-US" dirty="0"/>
              <a:t> </a:t>
            </a:r>
            <a:r>
              <a:rPr lang="en-US" dirty="0" err="1"/>
              <a:t>úloh</a:t>
            </a:r>
            <a:r>
              <a:rPr lang="en-US" dirty="0"/>
              <a:t>, </a:t>
            </a:r>
            <a:r>
              <a:rPr lang="en-US" dirty="0" err="1"/>
              <a:t>najmä</a:t>
            </a:r>
            <a:r>
              <a:rPr lang="en-US" dirty="0"/>
              <a:t> </a:t>
            </a:r>
            <a:r>
              <a:rPr lang="en-US" dirty="0" err="1"/>
              <a:t>keď</a:t>
            </a:r>
            <a:r>
              <a:rPr lang="en-US" dirty="0"/>
              <a:t> ide o </a:t>
            </a:r>
            <a:r>
              <a:rPr lang="en-US" dirty="0" err="1"/>
              <a:t>modely</a:t>
            </a:r>
            <a:r>
              <a:rPr lang="en-US" dirty="0"/>
              <a:t> </a:t>
            </a:r>
            <a:r>
              <a:rPr lang="en-US" dirty="0" err="1"/>
              <a:t>určené</a:t>
            </a:r>
            <a:r>
              <a:rPr lang="en-US" dirty="0"/>
              <a:t> </a:t>
            </a:r>
            <a:r>
              <a:rPr lang="en-US" dirty="0" err="1"/>
              <a:t>na</a:t>
            </a:r>
            <a:r>
              <a:rPr lang="en-US" dirty="0"/>
              <a:t> </a:t>
            </a:r>
            <a:r>
              <a:rPr lang="en-US" dirty="0" err="1"/>
              <a:t>animáciu</a:t>
            </a:r>
            <a:r>
              <a:rPr lang="en-US" dirty="0"/>
              <a:t>. </a:t>
            </a:r>
            <a:r>
              <a:rPr lang="en-US" dirty="0" err="1"/>
              <a:t>Majú</a:t>
            </a:r>
            <a:r>
              <a:rPr lang="en-US" dirty="0"/>
              <a:t> </a:t>
            </a:r>
            <a:r>
              <a:rPr lang="en-US" dirty="0" err="1"/>
              <a:t>konzistentné</a:t>
            </a:r>
            <a:r>
              <a:rPr lang="en-US" dirty="0"/>
              <a:t> </a:t>
            </a:r>
            <a:r>
              <a:rPr lang="en-US" dirty="0" err="1"/>
              <a:t>rozloženie</a:t>
            </a:r>
            <a:r>
              <a:rPr lang="en-US" dirty="0"/>
              <a:t>, </a:t>
            </a:r>
            <a:r>
              <a:rPr lang="en-US" dirty="0" err="1"/>
              <a:t>čo</a:t>
            </a:r>
            <a:r>
              <a:rPr lang="en-US" dirty="0"/>
              <a:t> </a:t>
            </a:r>
            <a:r>
              <a:rPr lang="en-US" dirty="0" err="1"/>
              <a:t>uľahčuje</a:t>
            </a:r>
            <a:r>
              <a:rPr lang="en-US" dirty="0"/>
              <a:t> </a:t>
            </a:r>
            <a:r>
              <a:rPr lang="en-US" dirty="0" err="1"/>
              <a:t>predvídateľné</a:t>
            </a:r>
            <a:r>
              <a:rPr lang="en-US" dirty="0"/>
              <a:t> a </a:t>
            </a:r>
            <a:r>
              <a:rPr lang="en-US" dirty="0" err="1"/>
              <a:t>hladké</a:t>
            </a:r>
            <a:r>
              <a:rPr lang="en-US" dirty="0"/>
              <a:t> </a:t>
            </a:r>
            <a:r>
              <a:rPr lang="en-US" dirty="0" err="1"/>
              <a:t>deformácie</a:t>
            </a:r>
            <a:r>
              <a:rPr lang="en-US" dirty="0"/>
              <a:t>.</a:t>
            </a:r>
          </a:p>
          <a:p>
            <a:pPr>
              <a:buFont typeface="Arial" panose="020B0604020202020204" pitchFamily="34" charset="0"/>
              <a:buChar char="•"/>
            </a:pPr>
            <a:r>
              <a:rPr lang="en-US" b="1" dirty="0" err="1">
                <a:solidFill>
                  <a:schemeClr val="accent4"/>
                </a:solidFill>
              </a:rPr>
              <a:t>Trojuholníky</a:t>
            </a:r>
            <a:r>
              <a:rPr lang="en-US" b="1" dirty="0">
                <a:solidFill>
                  <a:schemeClr val="accent4"/>
                </a:solidFill>
              </a:rPr>
              <a:t>:</a:t>
            </a:r>
            <a:r>
              <a:rPr lang="en-US" dirty="0">
                <a:solidFill>
                  <a:schemeClr val="accent4"/>
                </a:solidFill>
              </a:rPr>
              <a:t> </a:t>
            </a:r>
            <a:r>
              <a:rPr lang="en-US" dirty="0" err="1"/>
              <a:t>Polygóny</a:t>
            </a:r>
            <a:r>
              <a:rPr lang="en-US" dirty="0"/>
              <a:t> s </a:t>
            </a:r>
            <a:r>
              <a:rPr lang="en-US" dirty="0" err="1"/>
              <a:t>tromi</a:t>
            </a:r>
            <a:r>
              <a:rPr lang="en-US" dirty="0"/>
              <a:t> </a:t>
            </a:r>
            <a:r>
              <a:rPr lang="en-US" dirty="0" err="1"/>
              <a:t>vrcholmi</a:t>
            </a:r>
            <a:r>
              <a:rPr lang="en-US" dirty="0"/>
              <a:t>. </a:t>
            </a:r>
            <a:r>
              <a:rPr lang="en-US" dirty="0" err="1"/>
              <a:t>Sú</a:t>
            </a:r>
            <a:r>
              <a:rPr lang="en-US" dirty="0"/>
              <a:t> </a:t>
            </a:r>
            <a:r>
              <a:rPr lang="en-US" dirty="0" err="1"/>
              <a:t>užitočné</a:t>
            </a:r>
            <a:r>
              <a:rPr lang="en-US" dirty="0"/>
              <a:t> pre </a:t>
            </a:r>
            <a:r>
              <a:rPr lang="en-US" dirty="0" err="1"/>
              <a:t>nízkopolygónové</a:t>
            </a:r>
            <a:r>
              <a:rPr lang="en-US" dirty="0"/>
              <a:t> </a:t>
            </a:r>
            <a:r>
              <a:rPr lang="en-US" dirty="0" err="1"/>
              <a:t>modely</a:t>
            </a:r>
            <a:r>
              <a:rPr lang="en-US" dirty="0"/>
              <a:t>, </a:t>
            </a:r>
            <a:r>
              <a:rPr lang="en-US" dirty="0" err="1"/>
              <a:t>ako</a:t>
            </a:r>
            <a:r>
              <a:rPr lang="en-US" dirty="0"/>
              <a:t> </a:t>
            </a:r>
            <a:r>
              <a:rPr lang="en-US" dirty="0" err="1"/>
              <a:t>sú</a:t>
            </a:r>
            <a:r>
              <a:rPr lang="en-US" dirty="0"/>
              <a:t> </a:t>
            </a:r>
            <a:r>
              <a:rPr lang="en-US" dirty="0" err="1"/>
              <a:t>objekty</a:t>
            </a:r>
            <a:r>
              <a:rPr lang="en-US" dirty="0"/>
              <a:t> v </a:t>
            </a:r>
            <a:r>
              <a:rPr lang="en-US" dirty="0" err="1"/>
              <a:t>reálnom</a:t>
            </a:r>
            <a:r>
              <a:rPr lang="en-US" dirty="0"/>
              <a:t> </a:t>
            </a:r>
            <a:r>
              <a:rPr lang="en-US" dirty="0" err="1"/>
              <a:t>čase</a:t>
            </a:r>
            <a:r>
              <a:rPr lang="en-US" dirty="0"/>
              <a:t>, </a:t>
            </a:r>
            <a:r>
              <a:rPr lang="en-US" dirty="0" err="1"/>
              <a:t>napríklad</a:t>
            </a:r>
            <a:r>
              <a:rPr lang="en-US" dirty="0"/>
              <a:t> v </a:t>
            </a:r>
            <a:r>
              <a:rPr lang="en-US" dirty="0" err="1"/>
              <a:t>hrách</a:t>
            </a:r>
            <a:r>
              <a:rPr lang="en-US" dirty="0"/>
              <a:t>. V </a:t>
            </a:r>
            <a:r>
              <a:rPr lang="en-US" dirty="0" err="1"/>
              <a:t>mnohých</a:t>
            </a:r>
            <a:r>
              <a:rPr lang="en-US" dirty="0"/>
              <a:t> </a:t>
            </a:r>
            <a:r>
              <a:rPr lang="en-US" dirty="0" err="1"/>
              <a:t>grafických</a:t>
            </a:r>
            <a:r>
              <a:rPr lang="en-US" dirty="0"/>
              <a:t> </a:t>
            </a:r>
            <a:r>
              <a:rPr lang="en-US" dirty="0" err="1"/>
              <a:t>enginoch</a:t>
            </a:r>
            <a:r>
              <a:rPr lang="en-US" dirty="0"/>
              <a:t> </a:t>
            </a:r>
            <a:r>
              <a:rPr lang="en-US" dirty="0" err="1"/>
              <a:t>sú</a:t>
            </a:r>
            <a:r>
              <a:rPr lang="en-US" dirty="0"/>
              <a:t> </a:t>
            </a:r>
            <a:r>
              <a:rPr lang="en-US" dirty="0" err="1"/>
              <a:t>modely</a:t>
            </a:r>
            <a:r>
              <a:rPr lang="en-US" dirty="0"/>
              <a:t> </a:t>
            </a:r>
            <a:r>
              <a:rPr lang="en-US" dirty="0" err="1"/>
              <a:t>automaticky</a:t>
            </a:r>
            <a:r>
              <a:rPr lang="en-US" dirty="0"/>
              <a:t> </a:t>
            </a:r>
            <a:r>
              <a:rPr lang="en-US" dirty="0" err="1"/>
              <a:t>rozdelené</a:t>
            </a:r>
            <a:r>
              <a:rPr lang="en-US" dirty="0"/>
              <a:t> </a:t>
            </a:r>
            <a:r>
              <a:rPr lang="en-US" dirty="0" err="1"/>
              <a:t>na</a:t>
            </a:r>
            <a:r>
              <a:rPr lang="en-US" dirty="0"/>
              <a:t> </a:t>
            </a:r>
            <a:r>
              <a:rPr lang="en-US" dirty="0" err="1"/>
              <a:t>trojuholníky</a:t>
            </a:r>
            <a:r>
              <a:rPr lang="en-US" dirty="0"/>
              <a:t>, </a:t>
            </a:r>
            <a:r>
              <a:rPr lang="en-US" dirty="0" err="1"/>
              <a:t>avšak</a:t>
            </a:r>
            <a:r>
              <a:rPr lang="en-US" dirty="0"/>
              <a:t> </a:t>
            </a:r>
            <a:r>
              <a:rPr lang="en-US" dirty="0" err="1"/>
              <a:t>pri</a:t>
            </a:r>
            <a:r>
              <a:rPr lang="en-US" dirty="0"/>
              <a:t> </a:t>
            </a:r>
            <a:r>
              <a:rPr lang="en-US" dirty="0" err="1"/>
              <a:t>modelovaní</a:t>
            </a:r>
            <a:r>
              <a:rPr lang="en-US" dirty="0"/>
              <a:t> </a:t>
            </a:r>
            <a:r>
              <a:rPr lang="en-US" dirty="0" err="1"/>
              <a:t>na</a:t>
            </a:r>
            <a:r>
              <a:rPr lang="en-US" dirty="0"/>
              <a:t> </a:t>
            </a:r>
            <a:r>
              <a:rPr lang="en-US" dirty="0" err="1"/>
              <a:t>organické</a:t>
            </a:r>
            <a:r>
              <a:rPr lang="en-US" dirty="0"/>
              <a:t> </a:t>
            </a:r>
            <a:r>
              <a:rPr lang="en-US" dirty="0" err="1"/>
              <a:t>tvary</a:t>
            </a:r>
            <a:r>
              <a:rPr lang="en-US" dirty="0"/>
              <a:t> </a:t>
            </a:r>
            <a:r>
              <a:rPr lang="en-US" dirty="0" err="1"/>
              <a:t>alebo</a:t>
            </a:r>
            <a:r>
              <a:rPr lang="en-US" dirty="0"/>
              <a:t> </a:t>
            </a:r>
            <a:r>
              <a:rPr lang="en-US" dirty="0" err="1"/>
              <a:t>animáciu</a:t>
            </a:r>
            <a:r>
              <a:rPr lang="en-US" dirty="0"/>
              <a:t> </a:t>
            </a:r>
            <a:r>
              <a:rPr lang="en-US" dirty="0" err="1"/>
              <a:t>sa</a:t>
            </a:r>
            <a:r>
              <a:rPr lang="en-US" dirty="0"/>
              <a:t> </a:t>
            </a:r>
            <a:r>
              <a:rPr lang="en-US" dirty="0" err="1"/>
              <a:t>príliš</a:t>
            </a:r>
            <a:r>
              <a:rPr lang="en-US" dirty="0"/>
              <a:t> </a:t>
            </a:r>
            <a:r>
              <a:rPr lang="en-US" dirty="0" err="1"/>
              <a:t>neodporúčajú</a:t>
            </a:r>
            <a:r>
              <a:rPr lang="en-US" dirty="0"/>
              <a:t>, </a:t>
            </a:r>
            <a:r>
              <a:rPr lang="en-US" dirty="0" err="1"/>
              <a:t>pretože</a:t>
            </a:r>
            <a:r>
              <a:rPr lang="en-US" dirty="0"/>
              <a:t> </a:t>
            </a:r>
            <a:r>
              <a:rPr lang="en-US" dirty="0" err="1"/>
              <a:t>môžu</a:t>
            </a:r>
            <a:r>
              <a:rPr lang="en-US" dirty="0"/>
              <a:t> </a:t>
            </a:r>
            <a:r>
              <a:rPr lang="en-US" dirty="0" err="1"/>
              <a:t>spôsobovať</a:t>
            </a:r>
            <a:r>
              <a:rPr lang="en-US" dirty="0"/>
              <a:t> </a:t>
            </a:r>
            <a:r>
              <a:rPr lang="en-US" dirty="0" err="1"/>
              <a:t>nepravidelné</a:t>
            </a:r>
            <a:r>
              <a:rPr lang="en-US" dirty="0"/>
              <a:t> </a:t>
            </a:r>
            <a:r>
              <a:rPr lang="en-US" dirty="0" err="1"/>
              <a:t>deformácie</a:t>
            </a:r>
            <a:r>
              <a:rPr lang="en-US" dirty="0"/>
              <a:t>.</a:t>
            </a:r>
          </a:p>
          <a:p>
            <a:pPr>
              <a:buFont typeface="Arial" panose="020B0604020202020204" pitchFamily="34" charset="0"/>
              <a:buChar char="•"/>
            </a:pPr>
            <a:r>
              <a:rPr lang="en-US" b="1" dirty="0">
                <a:solidFill>
                  <a:schemeClr val="accent4"/>
                </a:solidFill>
              </a:rPr>
              <a:t>N</a:t>
            </a:r>
            <a:r>
              <a:rPr lang="sk-SK" b="1" dirty="0">
                <a:solidFill>
                  <a:schemeClr val="accent4"/>
                </a:solidFill>
              </a:rPr>
              <a:t>-uholníky</a:t>
            </a:r>
            <a:r>
              <a:rPr lang="en-US" b="1" dirty="0">
                <a:solidFill>
                  <a:schemeClr val="accent4"/>
                </a:solidFill>
              </a:rPr>
              <a:t>:</a:t>
            </a:r>
            <a:r>
              <a:rPr lang="en-US" dirty="0">
                <a:solidFill>
                  <a:schemeClr val="accent4"/>
                </a:solidFill>
              </a:rPr>
              <a:t> </a:t>
            </a:r>
            <a:r>
              <a:rPr lang="en-US" dirty="0" err="1"/>
              <a:t>Polygóny</a:t>
            </a:r>
            <a:r>
              <a:rPr lang="en-US" dirty="0"/>
              <a:t> s </a:t>
            </a:r>
            <a:r>
              <a:rPr lang="en-US" dirty="0" err="1"/>
              <a:t>piatimi</a:t>
            </a:r>
            <a:r>
              <a:rPr lang="en-US" dirty="0"/>
              <a:t> </a:t>
            </a:r>
            <a:r>
              <a:rPr lang="en-US" dirty="0" err="1"/>
              <a:t>alebo</a:t>
            </a:r>
            <a:r>
              <a:rPr lang="en-US" dirty="0"/>
              <a:t> </a:t>
            </a:r>
            <a:r>
              <a:rPr lang="en-US" dirty="0" err="1"/>
              <a:t>viacerými</a:t>
            </a:r>
            <a:r>
              <a:rPr lang="en-US" dirty="0"/>
              <a:t> </a:t>
            </a:r>
            <a:r>
              <a:rPr lang="en-US" dirty="0" err="1"/>
              <a:t>vrcholmi</a:t>
            </a:r>
            <a:r>
              <a:rPr lang="en-US" dirty="0"/>
              <a:t>. </a:t>
            </a:r>
            <a:r>
              <a:rPr lang="en-US" dirty="0" err="1"/>
              <a:t>Umožňujú</a:t>
            </a:r>
            <a:r>
              <a:rPr lang="en-US" dirty="0"/>
              <a:t> </a:t>
            </a:r>
            <a:r>
              <a:rPr lang="en-US" dirty="0" err="1"/>
              <a:t>veľkú</a:t>
            </a:r>
            <a:r>
              <a:rPr lang="en-US" dirty="0"/>
              <a:t> </a:t>
            </a:r>
            <a:r>
              <a:rPr lang="en-US" dirty="0" err="1"/>
              <a:t>voľnosť</a:t>
            </a:r>
            <a:r>
              <a:rPr lang="en-US" dirty="0"/>
              <a:t> </a:t>
            </a:r>
            <a:r>
              <a:rPr lang="en-US" dirty="0" err="1"/>
              <a:t>pri</a:t>
            </a:r>
            <a:r>
              <a:rPr lang="en-US" dirty="0"/>
              <a:t> </a:t>
            </a:r>
            <a:r>
              <a:rPr lang="en-US" dirty="0" err="1"/>
              <a:t>modelovaní</a:t>
            </a:r>
            <a:r>
              <a:rPr lang="en-US" dirty="0"/>
              <a:t> a </a:t>
            </a:r>
            <a:r>
              <a:rPr lang="en-US" dirty="0" err="1"/>
              <a:t>sú</a:t>
            </a:r>
            <a:r>
              <a:rPr lang="en-US" dirty="0"/>
              <a:t> </a:t>
            </a:r>
            <a:r>
              <a:rPr lang="en-US" dirty="0" err="1"/>
              <a:t>často</a:t>
            </a:r>
            <a:r>
              <a:rPr lang="en-US" dirty="0"/>
              <a:t> </a:t>
            </a:r>
            <a:r>
              <a:rPr lang="en-US" dirty="0" err="1"/>
              <a:t>používané</a:t>
            </a:r>
            <a:r>
              <a:rPr lang="en-US" dirty="0"/>
              <a:t> </a:t>
            </a:r>
            <a:r>
              <a:rPr lang="en-US" dirty="0" err="1"/>
              <a:t>pri</a:t>
            </a:r>
            <a:r>
              <a:rPr lang="en-US" dirty="0"/>
              <a:t> </a:t>
            </a:r>
            <a:r>
              <a:rPr lang="en-US" dirty="0" err="1"/>
              <a:t>počiatočnom</a:t>
            </a:r>
            <a:r>
              <a:rPr lang="en-US" dirty="0"/>
              <a:t> </a:t>
            </a:r>
            <a:r>
              <a:rPr lang="en-US" dirty="0" err="1"/>
              <a:t>tvarovaní</a:t>
            </a:r>
            <a:r>
              <a:rPr lang="en-US" dirty="0"/>
              <a:t>, ale </a:t>
            </a:r>
            <a:r>
              <a:rPr lang="en-US" dirty="0" err="1"/>
              <a:t>môžu</a:t>
            </a:r>
            <a:r>
              <a:rPr lang="en-US" dirty="0"/>
              <a:t> </a:t>
            </a:r>
            <a:r>
              <a:rPr lang="en-US" dirty="0" err="1"/>
              <a:t>byť</a:t>
            </a:r>
            <a:r>
              <a:rPr lang="en-US" dirty="0"/>
              <a:t> </a:t>
            </a:r>
            <a:r>
              <a:rPr lang="en-US" dirty="0" err="1"/>
              <a:t>nevhodné</a:t>
            </a:r>
            <a:r>
              <a:rPr lang="en-US" dirty="0"/>
              <a:t> pre </a:t>
            </a:r>
            <a:r>
              <a:rPr lang="en-US" dirty="0" err="1"/>
              <a:t>modely</a:t>
            </a:r>
            <a:r>
              <a:rPr lang="en-US" dirty="0"/>
              <a:t> </a:t>
            </a:r>
            <a:r>
              <a:rPr lang="en-US" dirty="0" err="1"/>
              <a:t>určené</a:t>
            </a:r>
            <a:r>
              <a:rPr lang="en-US" dirty="0"/>
              <a:t> </a:t>
            </a:r>
            <a:r>
              <a:rPr lang="en-US" dirty="0" err="1"/>
              <a:t>na</a:t>
            </a:r>
            <a:r>
              <a:rPr lang="en-US" dirty="0"/>
              <a:t> </a:t>
            </a:r>
            <a:r>
              <a:rPr lang="en-US" dirty="0" err="1"/>
              <a:t>animáciu</a:t>
            </a:r>
            <a:r>
              <a:rPr lang="en-US" dirty="0"/>
              <a:t>. </a:t>
            </a:r>
            <a:r>
              <a:rPr lang="en-US" dirty="0" err="1"/>
              <a:t>Ngony</a:t>
            </a:r>
            <a:r>
              <a:rPr lang="en-US" dirty="0"/>
              <a:t> </a:t>
            </a:r>
            <a:r>
              <a:rPr lang="en-US" dirty="0" err="1"/>
              <a:t>môžu</a:t>
            </a:r>
            <a:r>
              <a:rPr lang="en-US" dirty="0"/>
              <a:t> </a:t>
            </a:r>
            <a:r>
              <a:rPr lang="en-US" dirty="0" err="1"/>
              <a:t>spôsobiť</a:t>
            </a:r>
            <a:r>
              <a:rPr lang="en-US" dirty="0"/>
              <a:t> </a:t>
            </a:r>
            <a:r>
              <a:rPr lang="en-US" dirty="0" err="1"/>
              <a:t>nepredvídateľné</a:t>
            </a:r>
            <a:r>
              <a:rPr lang="en-US" dirty="0"/>
              <a:t> </a:t>
            </a:r>
            <a:r>
              <a:rPr lang="en-US" dirty="0" err="1"/>
              <a:t>deformácie</a:t>
            </a:r>
            <a:r>
              <a:rPr lang="en-US" dirty="0"/>
              <a:t>, </a:t>
            </a:r>
            <a:r>
              <a:rPr lang="en-US" dirty="0" err="1"/>
              <a:t>najmä</a:t>
            </a:r>
            <a:r>
              <a:rPr lang="en-US" dirty="0"/>
              <a:t> </a:t>
            </a:r>
            <a:r>
              <a:rPr lang="en-US" dirty="0" err="1"/>
              <a:t>pri</a:t>
            </a:r>
            <a:r>
              <a:rPr lang="en-US" dirty="0"/>
              <a:t> </a:t>
            </a:r>
            <a:r>
              <a:rPr lang="en-US" dirty="0" err="1"/>
              <a:t>aplikovaní</a:t>
            </a:r>
            <a:r>
              <a:rPr lang="en-US" dirty="0"/>
              <a:t> </a:t>
            </a:r>
            <a:r>
              <a:rPr lang="en-US" dirty="0" err="1"/>
              <a:t>subdivízie</a:t>
            </a:r>
            <a:r>
              <a:rPr lang="en-US" dirty="0"/>
              <a:t> </a:t>
            </a:r>
            <a:r>
              <a:rPr lang="en-US" dirty="0" err="1"/>
              <a:t>alebo</a:t>
            </a:r>
            <a:r>
              <a:rPr lang="en-US" dirty="0"/>
              <a:t> </a:t>
            </a:r>
            <a:r>
              <a:rPr lang="en-US" dirty="0" err="1"/>
              <a:t>animácie</a:t>
            </a:r>
            <a:r>
              <a:rPr lang="en-US" dirty="0"/>
              <a:t>.</a:t>
            </a:r>
          </a:p>
        </p:txBody>
      </p:sp>
    </p:spTree>
    <p:extLst>
      <p:ext uri="{BB962C8B-B14F-4D97-AF65-F5344CB8AC3E}">
        <p14:creationId xmlns:p14="http://schemas.microsoft.com/office/powerpoint/2010/main" val="4264243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normAutofit fontScale="90000"/>
          </a:bodyPr>
          <a:lstStyle/>
          <a:p>
            <a:r>
              <a:rPr lang="sk-SK" dirty="0"/>
              <a:t>ZÁKLADNÉ KONCEPTY TOPOLÓGIE MODELU</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8</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8665428" cy="4122698"/>
          </a:xfrm>
        </p:spPr>
        <p:txBody>
          <a:bodyPr vert="horz" lIns="91440" tIns="45720" rIns="91440" bIns="45720" rtlCol="0" anchor="t">
            <a:normAutofit/>
          </a:bodyPr>
          <a:lstStyle/>
          <a:p>
            <a:pPr marL="0" indent="0">
              <a:buNone/>
            </a:pPr>
            <a:r>
              <a:rPr lang="sk-SK" b="1" dirty="0">
                <a:solidFill>
                  <a:schemeClr val="accent4"/>
                </a:solidFill>
              </a:rPr>
              <a:t>Štvoruholníky: </a:t>
            </a:r>
          </a:p>
          <a:p>
            <a:pPr marL="0" indent="0">
              <a:buNone/>
            </a:pPr>
            <a:r>
              <a:rPr lang="en-US" i="1" dirty="0" err="1">
                <a:solidFill>
                  <a:schemeClr val="accent4"/>
                </a:solidFill>
              </a:rPr>
              <a:t>Výhody</a:t>
            </a:r>
            <a:r>
              <a:rPr lang="en-US" i="1" dirty="0">
                <a:solidFill>
                  <a:schemeClr val="accent4"/>
                </a:solidFill>
              </a:rPr>
              <a:t>:</a:t>
            </a:r>
            <a:r>
              <a:rPr lang="en-US" dirty="0">
                <a:solidFill>
                  <a:schemeClr val="accent4"/>
                </a:solidFill>
              </a:rPr>
              <a:t> </a:t>
            </a:r>
            <a:r>
              <a:rPr lang="en-US" dirty="0" err="1"/>
              <a:t>Zabezpečujú</a:t>
            </a:r>
            <a:r>
              <a:rPr lang="en-US" dirty="0"/>
              <a:t> </a:t>
            </a:r>
            <a:r>
              <a:rPr lang="en-US" dirty="0" err="1"/>
              <a:t>rovnomerný</a:t>
            </a:r>
            <a:r>
              <a:rPr lang="en-US" dirty="0"/>
              <a:t> </a:t>
            </a:r>
            <a:r>
              <a:rPr lang="en-US" dirty="0" err="1"/>
              <a:t>tok</a:t>
            </a:r>
            <a:r>
              <a:rPr lang="en-US" dirty="0"/>
              <a:t> </a:t>
            </a:r>
            <a:r>
              <a:rPr lang="en-US" dirty="0" err="1"/>
              <a:t>hrán</a:t>
            </a:r>
            <a:r>
              <a:rPr lang="en-US" dirty="0"/>
              <a:t> a </a:t>
            </a:r>
            <a:r>
              <a:rPr lang="en-US" dirty="0" err="1"/>
              <a:t>umožňujú</a:t>
            </a:r>
            <a:r>
              <a:rPr lang="en-US" dirty="0"/>
              <a:t> </a:t>
            </a:r>
            <a:r>
              <a:rPr lang="en-US" dirty="0" err="1"/>
              <a:t>plynulú</a:t>
            </a:r>
            <a:r>
              <a:rPr lang="en-US" dirty="0"/>
              <a:t> </a:t>
            </a:r>
            <a:r>
              <a:rPr lang="en-US" dirty="0" err="1"/>
              <a:t>deformáciu</a:t>
            </a:r>
            <a:r>
              <a:rPr lang="en-US" dirty="0"/>
              <a:t> </a:t>
            </a:r>
            <a:r>
              <a:rPr lang="en-US" dirty="0" err="1"/>
              <a:t>pri</a:t>
            </a:r>
            <a:r>
              <a:rPr lang="en-US" dirty="0"/>
              <a:t> </a:t>
            </a:r>
            <a:r>
              <a:rPr lang="en-US" dirty="0" err="1"/>
              <a:t>animácii</a:t>
            </a:r>
            <a:r>
              <a:rPr lang="en-US" dirty="0"/>
              <a:t>. </a:t>
            </a:r>
            <a:r>
              <a:rPr lang="en-US" dirty="0" err="1"/>
              <a:t>Sú</a:t>
            </a:r>
            <a:r>
              <a:rPr lang="en-US" dirty="0"/>
              <a:t> </a:t>
            </a:r>
            <a:r>
              <a:rPr lang="en-US" dirty="0" err="1"/>
              <a:t>ideálne</a:t>
            </a:r>
            <a:r>
              <a:rPr lang="en-US" dirty="0"/>
              <a:t> pre </a:t>
            </a:r>
            <a:r>
              <a:rPr lang="en-US" dirty="0" err="1"/>
              <a:t>organické</a:t>
            </a:r>
            <a:r>
              <a:rPr lang="en-US" dirty="0"/>
              <a:t> </a:t>
            </a:r>
            <a:r>
              <a:rPr lang="en-US" dirty="0" err="1"/>
              <a:t>modely</a:t>
            </a:r>
            <a:r>
              <a:rPr lang="en-US" dirty="0"/>
              <a:t> a </a:t>
            </a:r>
            <a:r>
              <a:rPr lang="en-US" dirty="0" err="1"/>
              <a:t>zabezpečujú</a:t>
            </a:r>
            <a:r>
              <a:rPr lang="en-US" dirty="0"/>
              <a:t> </a:t>
            </a:r>
            <a:r>
              <a:rPr lang="en-US" dirty="0" err="1"/>
              <a:t>hladké</a:t>
            </a:r>
            <a:r>
              <a:rPr lang="en-US" dirty="0"/>
              <a:t> </a:t>
            </a:r>
            <a:r>
              <a:rPr lang="en-US" dirty="0" err="1"/>
              <a:t>prerozdelenie</a:t>
            </a:r>
            <a:r>
              <a:rPr lang="en-US" dirty="0"/>
              <a:t> </a:t>
            </a:r>
            <a:r>
              <a:rPr lang="en-US" dirty="0" err="1"/>
              <a:t>plochy</a:t>
            </a:r>
            <a:r>
              <a:rPr lang="en-US" dirty="0"/>
              <a:t> </a:t>
            </a:r>
            <a:r>
              <a:rPr lang="en-US" dirty="0" err="1"/>
              <a:t>pri</a:t>
            </a:r>
            <a:r>
              <a:rPr lang="en-US" dirty="0"/>
              <a:t> </a:t>
            </a:r>
            <a:r>
              <a:rPr lang="en-US" dirty="0" err="1"/>
              <a:t>aplikovaní</a:t>
            </a:r>
            <a:r>
              <a:rPr lang="en-US" dirty="0"/>
              <a:t> </a:t>
            </a:r>
            <a:r>
              <a:rPr lang="en-US" dirty="0" err="1"/>
              <a:t>subdivízie</a:t>
            </a:r>
            <a:r>
              <a:rPr lang="en-US" dirty="0"/>
              <a:t>.</a:t>
            </a:r>
          </a:p>
          <a:p>
            <a:pPr marL="0" indent="0">
              <a:buNone/>
            </a:pPr>
            <a:r>
              <a:rPr lang="en-US" i="1" dirty="0" err="1">
                <a:solidFill>
                  <a:schemeClr val="accent4"/>
                </a:solidFill>
              </a:rPr>
              <a:t>Nevýhody</a:t>
            </a:r>
            <a:r>
              <a:rPr lang="en-US" i="1" dirty="0">
                <a:solidFill>
                  <a:schemeClr val="accent4"/>
                </a:solidFill>
              </a:rPr>
              <a:t>:</a:t>
            </a:r>
            <a:r>
              <a:rPr lang="en-US" dirty="0">
                <a:solidFill>
                  <a:schemeClr val="accent4"/>
                </a:solidFill>
              </a:rPr>
              <a:t> </a:t>
            </a:r>
            <a:r>
              <a:rPr lang="en-US" dirty="0"/>
              <a:t>V </a:t>
            </a:r>
            <a:r>
              <a:rPr lang="en-US" dirty="0" err="1"/>
              <a:t>niektorých</a:t>
            </a:r>
            <a:r>
              <a:rPr lang="en-US" dirty="0"/>
              <a:t> </a:t>
            </a:r>
            <a:r>
              <a:rPr lang="en-US" dirty="0" err="1"/>
              <a:t>prípadoch</a:t>
            </a:r>
            <a:r>
              <a:rPr lang="en-US" dirty="0"/>
              <a:t> </a:t>
            </a:r>
            <a:r>
              <a:rPr lang="en-US" dirty="0" err="1"/>
              <a:t>vyžadujú</a:t>
            </a:r>
            <a:r>
              <a:rPr lang="en-US" dirty="0"/>
              <a:t> </a:t>
            </a:r>
            <a:r>
              <a:rPr lang="en-US" dirty="0" err="1"/>
              <a:t>viac</a:t>
            </a:r>
            <a:r>
              <a:rPr lang="en-US" dirty="0"/>
              <a:t> </a:t>
            </a:r>
            <a:r>
              <a:rPr lang="en-US" dirty="0" err="1"/>
              <a:t>času</a:t>
            </a:r>
            <a:r>
              <a:rPr lang="en-US" dirty="0"/>
              <a:t> </a:t>
            </a:r>
            <a:r>
              <a:rPr lang="en-US" dirty="0" err="1"/>
              <a:t>na</a:t>
            </a:r>
            <a:r>
              <a:rPr lang="en-US" dirty="0"/>
              <a:t> </a:t>
            </a:r>
            <a:r>
              <a:rPr lang="en-US" dirty="0" err="1"/>
              <a:t>detailné</a:t>
            </a:r>
            <a:r>
              <a:rPr lang="en-US" dirty="0"/>
              <a:t> </a:t>
            </a:r>
            <a:r>
              <a:rPr lang="en-US" dirty="0" err="1"/>
              <a:t>tvarovanie</a:t>
            </a:r>
            <a:r>
              <a:rPr lang="en-US" dirty="0"/>
              <a:t>, </a:t>
            </a:r>
            <a:r>
              <a:rPr lang="en-US" dirty="0" err="1"/>
              <a:t>keďže</a:t>
            </a:r>
            <a:r>
              <a:rPr lang="en-US" dirty="0"/>
              <a:t> </a:t>
            </a:r>
            <a:r>
              <a:rPr lang="en-US" dirty="0" err="1"/>
              <a:t>vyžadujú</a:t>
            </a:r>
            <a:r>
              <a:rPr lang="en-US" dirty="0"/>
              <a:t> </a:t>
            </a:r>
            <a:r>
              <a:rPr lang="en-US" dirty="0" err="1"/>
              <a:t>precízne</a:t>
            </a:r>
            <a:r>
              <a:rPr lang="en-US" dirty="0"/>
              <a:t> </a:t>
            </a:r>
            <a:r>
              <a:rPr lang="en-US" dirty="0" err="1"/>
              <a:t>umiestňovanie</a:t>
            </a:r>
            <a:r>
              <a:rPr lang="en-US" dirty="0"/>
              <a:t> </a:t>
            </a:r>
            <a:r>
              <a:rPr lang="en-US" dirty="0" err="1"/>
              <a:t>hrán</a:t>
            </a:r>
            <a:r>
              <a:rPr lang="en-US" dirty="0"/>
              <a:t>.</a:t>
            </a:r>
          </a:p>
        </p:txBody>
      </p:sp>
      <p:pic>
        <p:nvPicPr>
          <p:cNvPr id="2050" name="Picture 2" descr="Retopology: Min-Deviation-Flow in Bi-directed Graphs for T-Mesh  Quantization - Contributing to Blender - Developer Forum">
            <a:extLst>
              <a:ext uri="{FF2B5EF4-FFF2-40B4-BE49-F238E27FC236}">
                <a16:creationId xmlns:a16="http://schemas.microsoft.com/office/drawing/2014/main" id="{666D9144-2FD5-23C0-ACBB-B9345A8294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562" y="3610648"/>
            <a:ext cx="3199678" cy="2888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6533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normAutofit fontScale="90000"/>
          </a:bodyPr>
          <a:lstStyle/>
          <a:p>
            <a:r>
              <a:rPr lang="sk-SK" dirty="0"/>
              <a:t>ZÁKLADNÉ KONCEPTY TOPOLÓGIE MODELU</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9</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8665428" cy="4122698"/>
          </a:xfrm>
        </p:spPr>
        <p:txBody>
          <a:bodyPr vert="horz" lIns="91440" tIns="45720" rIns="91440" bIns="45720" rtlCol="0" anchor="t">
            <a:normAutofit/>
          </a:bodyPr>
          <a:lstStyle/>
          <a:p>
            <a:pPr marL="0" indent="0">
              <a:buNone/>
            </a:pPr>
            <a:r>
              <a:rPr lang="en-US" b="1" dirty="0" err="1">
                <a:solidFill>
                  <a:schemeClr val="accent4"/>
                </a:solidFill>
              </a:rPr>
              <a:t>Trojuholníky</a:t>
            </a:r>
            <a:r>
              <a:rPr lang="en-US" b="1" dirty="0">
                <a:solidFill>
                  <a:schemeClr val="accent4"/>
                </a:solidFill>
              </a:rPr>
              <a:t>:</a:t>
            </a:r>
            <a:endParaRPr lang="en-US" dirty="0">
              <a:solidFill>
                <a:schemeClr val="accent4"/>
              </a:solidFill>
            </a:endParaRPr>
          </a:p>
          <a:p>
            <a:pPr marL="0" indent="0">
              <a:buNone/>
            </a:pPr>
            <a:r>
              <a:rPr lang="en-US" i="1" dirty="0" err="1">
                <a:solidFill>
                  <a:schemeClr val="accent4"/>
                </a:solidFill>
              </a:rPr>
              <a:t>Výhody</a:t>
            </a:r>
            <a:r>
              <a:rPr lang="en-US" i="1" dirty="0">
                <a:solidFill>
                  <a:schemeClr val="accent4"/>
                </a:solidFill>
              </a:rPr>
              <a:t>:</a:t>
            </a:r>
            <a:r>
              <a:rPr lang="en-US" dirty="0">
                <a:solidFill>
                  <a:schemeClr val="accent4"/>
                </a:solidFill>
              </a:rPr>
              <a:t> </a:t>
            </a:r>
            <a:r>
              <a:rPr lang="en-US" dirty="0" err="1"/>
              <a:t>Sú</a:t>
            </a:r>
            <a:r>
              <a:rPr lang="en-US" dirty="0"/>
              <a:t> </a:t>
            </a:r>
            <a:r>
              <a:rPr lang="en-US" dirty="0" err="1"/>
              <a:t>menej</a:t>
            </a:r>
            <a:r>
              <a:rPr lang="en-US" dirty="0"/>
              <a:t> </a:t>
            </a:r>
            <a:r>
              <a:rPr lang="en-US" dirty="0" err="1"/>
              <a:t>náročné</a:t>
            </a:r>
            <a:r>
              <a:rPr lang="en-US" dirty="0"/>
              <a:t> </a:t>
            </a:r>
            <a:r>
              <a:rPr lang="en-US" dirty="0" err="1"/>
              <a:t>na</a:t>
            </a:r>
            <a:r>
              <a:rPr lang="en-US" dirty="0"/>
              <a:t> </a:t>
            </a:r>
            <a:r>
              <a:rPr lang="en-US" dirty="0" err="1"/>
              <a:t>výpočty</a:t>
            </a:r>
            <a:r>
              <a:rPr lang="en-US" dirty="0"/>
              <a:t> a </a:t>
            </a:r>
            <a:r>
              <a:rPr lang="en-US" dirty="0" err="1"/>
              <a:t>sú</a:t>
            </a:r>
            <a:r>
              <a:rPr lang="en-US" dirty="0"/>
              <a:t> </a:t>
            </a:r>
            <a:r>
              <a:rPr lang="en-US" dirty="0" err="1"/>
              <a:t>ideálne</a:t>
            </a:r>
            <a:r>
              <a:rPr lang="en-US" dirty="0"/>
              <a:t> pre </a:t>
            </a:r>
            <a:r>
              <a:rPr lang="en-US" dirty="0" err="1"/>
              <a:t>reálne</a:t>
            </a:r>
            <a:r>
              <a:rPr lang="en-US" dirty="0"/>
              <a:t> </a:t>
            </a:r>
            <a:r>
              <a:rPr lang="en-US" dirty="0" err="1"/>
              <a:t>časové</a:t>
            </a:r>
            <a:r>
              <a:rPr lang="en-US" dirty="0"/>
              <a:t> </a:t>
            </a:r>
            <a:r>
              <a:rPr lang="en-US" dirty="0" err="1"/>
              <a:t>aplikácie</a:t>
            </a:r>
            <a:r>
              <a:rPr lang="en-US" dirty="0"/>
              <a:t>, </a:t>
            </a:r>
            <a:r>
              <a:rPr lang="en-US" dirty="0" err="1"/>
              <a:t>ako</a:t>
            </a:r>
            <a:r>
              <a:rPr lang="en-US" dirty="0"/>
              <a:t> </a:t>
            </a:r>
            <a:r>
              <a:rPr lang="en-US" dirty="0" err="1"/>
              <a:t>sú</a:t>
            </a:r>
            <a:r>
              <a:rPr lang="en-US" dirty="0"/>
              <a:t> </a:t>
            </a:r>
            <a:r>
              <a:rPr lang="en-US" dirty="0" err="1"/>
              <a:t>hry</a:t>
            </a:r>
            <a:r>
              <a:rPr lang="en-US" dirty="0"/>
              <a:t>. </a:t>
            </a:r>
            <a:r>
              <a:rPr lang="en-US" dirty="0" err="1"/>
              <a:t>Sú</a:t>
            </a:r>
            <a:r>
              <a:rPr lang="en-US" dirty="0"/>
              <a:t> </a:t>
            </a:r>
            <a:r>
              <a:rPr lang="en-US" dirty="0" err="1"/>
              <a:t>všestranné</a:t>
            </a:r>
            <a:r>
              <a:rPr lang="en-US" dirty="0"/>
              <a:t> pre </a:t>
            </a:r>
            <a:r>
              <a:rPr lang="en-US" dirty="0" err="1"/>
              <a:t>nízkopolygónové</a:t>
            </a:r>
            <a:r>
              <a:rPr lang="en-US" dirty="0"/>
              <a:t> </a:t>
            </a:r>
            <a:r>
              <a:rPr lang="en-US" dirty="0" err="1"/>
              <a:t>modelovanie</a:t>
            </a:r>
            <a:r>
              <a:rPr lang="en-US" dirty="0"/>
              <a:t>.</a:t>
            </a:r>
          </a:p>
          <a:p>
            <a:pPr marL="0" indent="0">
              <a:buNone/>
            </a:pPr>
            <a:r>
              <a:rPr lang="en-US" i="1" dirty="0" err="1">
                <a:solidFill>
                  <a:schemeClr val="accent4"/>
                </a:solidFill>
              </a:rPr>
              <a:t>Nevýhody</a:t>
            </a:r>
            <a:r>
              <a:rPr lang="en-US" i="1" dirty="0">
                <a:solidFill>
                  <a:schemeClr val="accent4"/>
                </a:solidFill>
              </a:rPr>
              <a:t>:</a:t>
            </a:r>
            <a:r>
              <a:rPr lang="en-US" dirty="0">
                <a:solidFill>
                  <a:schemeClr val="accent4"/>
                </a:solidFill>
              </a:rPr>
              <a:t> </a:t>
            </a:r>
            <a:r>
              <a:rPr lang="en-US" dirty="0" err="1"/>
              <a:t>Pri</a:t>
            </a:r>
            <a:r>
              <a:rPr lang="en-US" dirty="0"/>
              <a:t> </a:t>
            </a:r>
            <a:r>
              <a:rPr lang="en-US" dirty="0" err="1"/>
              <a:t>animácii</a:t>
            </a:r>
            <a:r>
              <a:rPr lang="en-US" dirty="0"/>
              <a:t> a </a:t>
            </a:r>
            <a:r>
              <a:rPr lang="en-US" dirty="0" err="1"/>
              <a:t>aplikácii</a:t>
            </a:r>
            <a:r>
              <a:rPr lang="en-US" dirty="0"/>
              <a:t> </a:t>
            </a:r>
            <a:r>
              <a:rPr lang="en-US" dirty="0" err="1"/>
              <a:t>subdivízií</a:t>
            </a:r>
            <a:r>
              <a:rPr lang="en-US" dirty="0"/>
              <a:t> </a:t>
            </a:r>
            <a:r>
              <a:rPr lang="en-US" dirty="0" err="1"/>
              <a:t>môžu</a:t>
            </a:r>
            <a:r>
              <a:rPr lang="en-US" dirty="0"/>
              <a:t> </a:t>
            </a:r>
            <a:r>
              <a:rPr lang="en-US" dirty="0" err="1"/>
              <a:t>spôsobiť</a:t>
            </a:r>
            <a:r>
              <a:rPr lang="en-US" dirty="0"/>
              <a:t> </a:t>
            </a:r>
            <a:r>
              <a:rPr lang="en-US" dirty="0" err="1"/>
              <a:t>nepravidelnosti</a:t>
            </a:r>
            <a:r>
              <a:rPr lang="en-US" dirty="0"/>
              <a:t> a </a:t>
            </a:r>
            <a:r>
              <a:rPr lang="en-US" dirty="0" err="1"/>
              <a:t>artefakty</a:t>
            </a:r>
            <a:r>
              <a:rPr lang="en-US" dirty="0"/>
              <a:t>. Pre </a:t>
            </a:r>
            <a:r>
              <a:rPr lang="en-US" dirty="0" err="1"/>
              <a:t>organické</a:t>
            </a:r>
            <a:r>
              <a:rPr lang="en-US" dirty="0"/>
              <a:t> </a:t>
            </a:r>
            <a:r>
              <a:rPr lang="en-US" dirty="0" err="1"/>
              <a:t>tvary</a:t>
            </a:r>
            <a:r>
              <a:rPr lang="en-US" dirty="0"/>
              <a:t> </a:t>
            </a:r>
            <a:r>
              <a:rPr lang="en-US" dirty="0" err="1"/>
              <a:t>sú</a:t>
            </a:r>
            <a:r>
              <a:rPr lang="en-US" dirty="0"/>
              <a:t> </a:t>
            </a:r>
            <a:r>
              <a:rPr lang="en-US" dirty="0" err="1"/>
              <a:t>zvyčajne</a:t>
            </a:r>
            <a:r>
              <a:rPr lang="en-US" dirty="0"/>
              <a:t> </a:t>
            </a:r>
            <a:r>
              <a:rPr lang="en-US" dirty="0" err="1"/>
              <a:t>menej</a:t>
            </a:r>
            <a:r>
              <a:rPr lang="en-US" dirty="0"/>
              <a:t> </a:t>
            </a:r>
            <a:r>
              <a:rPr lang="en-US" dirty="0" err="1"/>
              <a:t>vhodné</a:t>
            </a:r>
            <a:r>
              <a:rPr lang="en-US" dirty="0"/>
              <a:t>.</a:t>
            </a:r>
          </a:p>
        </p:txBody>
      </p:sp>
      <p:pic>
        <p:nvPicPr>
          <p:cNvPr id="4" name="Obrázok 3">
            <a:extLst>
              <a:ext uri="{FF2B5EF4-FFF2-40B4-BE49-F238E27FC236}">
                <a16:creationId xmlns:a16="http://schemas.microsoft.com/office/drawing/2014/main" id="{16EF2A98-EDF0-0089-D755-48F667460E88}"/>
              </a:ext>
            </a:extLst>
          </p:cNvPr>
          <p:cNvPicPr>
            <a:picLocks noChangeAspect="1"/>
          </p:cNvPicPr>
          <p:nvPr/>
        </p:nvPicPr>
        <p:blipFill>
          <a:blip r:embed="rId3"/>
          <a:stretch>
            <a:fillRect/>
          </a:stretch>
        </p:blipFill>
        <p:spPr>
          <a:xfrm>
            <a:off x="1845079" y="3652034"/>
            <a:ext cx="2986694" cy="2693607"/>
          </a:xfrm>
          <a:prstGeom prst="rect">
            <a:avLst/>
          </a:prstGeom>
        </p:spPr>
      </p:pic>
    </p:spTree>
    <p:extLst>
      <p:ext uri="{BB962C8B-B14F-4D97-AF65-F5344CB8AC3E}">
        <p14:creationId xmlns:p14="http://schemas.microsoft.com/office/powerpoint/2010/main" val="578941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normAutofit fontScale="90000"/>
          </a:bodyPr>
          <a:lstStyle/>
          <a:p>
            <a:r>
              <a:rPr lang="sk-SK" dirty="0"/>
              <a:t>ZÁKLADNÉ KONCEPTY TOPOLÓGIE MODELU</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10</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763286" y="2128272"/>
            <a:ext cx="8665428" cy="4122698"/>
          </a:xfrm>
        </p:spPr>
        <p:txBody>
          <a:bodyPr vert="horz" lIns="91440" tIns="45720" rIns="91440" bIns="45720" rtlCol="0" anchor="t">
            <a:normAutofit/>
          </a:bodyPr>
          <a:lstStyle/>
          <a:p>
            <a:pPr marL="0" indent="0">
              <a:buNone/>
            </a:pPr>
            <a:r>
              <a:rPr lang="sk-SK" b="1" dirty="0">
                <a:solidFill>
                  <a:schemeClr val="accent4"/>
                </a:solidFill>
              </a:rPr>
              <a:t>N-</a:t>
            </a:r>
            <a:r>
              <a:rPr lang="en-US" b="1" dirty="0" err="1">
                <a:solidFill>
                  <a:schemeClr val="accent4"/>
                </a:solidFill>
              </a:rPr>
              <a:t>uholníky</a:t>
            </a:r>
            <a:r>
              <a:rPr lang="en-US" b="1" dirty="0">
                <a:solidFill>
                  <a:schemeClr val="accent4"/>
                </a:solidFill>
              </a:rPr>
              <a:t>:</a:t>
            </a:r>
            <a:endParaRPr lang="en-US" dirty="0">
              <a:solidFill>
                <a:schemeClr val="accent4"/>
              </a:solidFill>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1" u="none" strike="noStrike" cap="none" normalizeH="0" baseline="0" dirty="0" err="1">
                <a:ln>
                  <a:noFill/>
                </a:ln>
                <a:solidFill>
                  <a:schemeClr val="accent4"/>
                </a:solidFill>
                <a:effectLst/>
                <a:latin typeface="Arial" panose="020B0604020202020204" pitchFamily="34" charset="0"/>
              </a:rPr>
              <a:t>Výhody</a:t>
            </a:r>
            <a:r>
              <a:rPr kumimoji="0" lang="en-US" altLang="en-US" sz="1800" b="0" i="1" u="none" strike="noStrike" cap="none" normalizeH="0" baseline="0" dirty="0">
                <a:ln>
                  <a:noFill/>
                </a:ln>
                <a:solidFill>
                  <a:schemeClr val="accent4"/>
                </a:solidFill>
                <a:effectLst/>
                <a:latin typeface="Arial" panose="020B0604020202020204" pitchFamily="34" charset="0"/>
              </a:rPr>
              <a:t>:</a:t>
            </a:r>
            <a:r>
              <a:rPr kumimoji="0" lang="en-US" altLang="en-US" sz="1800" b="0" i="0" u="none" strike="noStrike" cap="none" normalizeH="0" baseline="0" dirty="0">
                <a:ln>
                  <a:noFill/>
                </a:ln>
                <a:solidFill>
                  <a:schemeClr val="accent4"/>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Poskytujú</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väčšiu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voľnosť</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pri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navrhovaní</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tvarov</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Pri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počiatočnom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tvarovaní</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môžu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urýchliť</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proces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1" u="none" strike="noStrike" cap="none" normalizeH="0" baseline="0" dirty="0" err="1">
                <a:ln>
                  <a:noFill/>
                </a:ln>
                <a:solidFill>
                  <a:schemeClr val="accent4"/>
                </a:solidFill>
                <a:effectLst/>
                <a:latin typeface="Arial" panose="020B0604020202020204" pitchFamily="34" charset="0"/>
              </a:rPr>
              <a:t>Nevýhody</a:t>
            </a:r>
            <a:r>
              <a:rPr kumimoji="0" lang="en-US" altLang="en-US" sz="1800" b="0" i="1" u="none" strike="noStrike" cap="none" normalizeH="0" baseline="0" dirty="0">
                <a:ln>
                  <a:noFill/>
                </a:ln>
                <a:solidFill>
                  <a:schemeClr val="accent4"/>
                </a:solidFill>
                <a:effectLst/>
                <a:latin typeface="Arial" panose="020B0604020202020204" pitchFamily="34" charset="0"/>
              </a:rPr>
              <a:t>:</a:t>
            </a:r>
            <a:r>
              <a:rPr kumimoji="0" lang="en-US" altLang="en-US" sz="1800" b="0" i="0" u="none" strike="noStrike" cap="none" normalizeH="0" baseline="0" dirty="0">
                <a:ln>
                  <a:noFill/>
                </a:ln>
                <a:solidFill>
                  <a:schemeClr val="accent4"/>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Pri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deformácii</a:t>
            </a:r>
            <a:r>
              <a:rPr kumimoji="0" lang="en-US" altLang="en-US" sz="1800" b="0" i="0" u="none" strike="noStrike" cap="none" normalizeH="0" baseline="0" dirty="0">
                <a:ln>
                  <a:noFill/>
                </a:ln>
                <a:solidFill>
                  <a:schemeClr val="tx1"/>
                </a:solidFill>
                <a:effectLst/>
                <a:latin typeface="Arial" panose="020B0604020202020204" pitchFamily="34" charset="0"/>
              </a:rPr>
              <a:t> a </a:t>
            </a:r>
            <a:r>
              <a:rPr kumimoji="0" lang="en-US" altLang="en-US" sz="1800" b="0" i="0" u="none" strike="noStrike" cap="none" normalizeH="0" baseline="0" dirty="0" err="1">
                <a:ln>
                  <a:noFill/>
                </a:ln>
                <a:solidFill>
                  <a:schemeClr val="tx1"/>
                </a:solidFill>
                <a:effectLst/>
                <a:latin typeface="Arial" panose="020B0604020202020204" pitchFamily="34" charset="0"/>
              </a:rPr>
              <a:t>aplikácii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subdivízií</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môžu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spôsobiť</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nepredvídateľné</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problémy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Ngony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sú</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nevhodné</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detailnú</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prácu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najmä</a:t>
            </a:r>
            <a:r>
              <a:rPr kumimoji="0" lang="en-US" altLang="en-US" sz="1800" b="0" i="0" u="none" strike="noStrike" cap="none" normalizeH="0" baseline="0" dirty="0">
                <a:ln>
                  <a:noFill/>
                </a:ln>
                <a:solidFill>
                  <a:schemeClr val="tx1"/>
                </a:solidFill>
                <a:effectLst/>
                <a:latin typeface="Arial" panose="020B0604020202020204" pitchFamily="34" charset="0"/>
              </a:rPr>
              <a:t> v </a:t>
            </a:r>
            <a:r>
              <a:rPr kumimoji="0" lang="en-US" altLang="en-US" sz="1800" b="0" i="0" u="none" strike="noStrike" cap="none" normalizeH="0" baseline="0" dirty="0" err="1">
                <a:ln>
                  <a:noFill/>
                </a:ln>
                <a:solidFill>
                  <a:schemeClr val="tx1"/>
                </a:solidFill>
                <a:effectLst/>
                <a:latin typeface="Arial" panose="020B0604020202020204" pitchFamily="34" charset="0"/>
              </a:rPr>
              <a:t>animácii</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indent="0">
              <a:buNone/>
            </a:pPr>
            <a:endParaRPr lang="en-US" dirty="0"/>
          </a:p>
        </p:txBody>
      </p:sp>
      <p:pic>
        <p:nvPicPr>
          <p:cNvPr id="3077" name="Picture 5" descr="bmesh - What is the technical difference between an Ngon and a bunch of  Triangles? - Blender Stack Exchange">
            <a:extLst>
              <a:ext uri="{FF2B5EF4-FFF2-40B4-BE49-F238E27FC236}">
                <a16:creationId xmlns:a16="http://schemas.microsoft.com/office/drawing/2014/main" id="{2824443C-138C-DCE6-2FE5-8DC493F812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539"/>
          <a:stretch/>
        </p:blipFill>
        <p:spPr bwMode="auto">
          <a:xfrm>
            <a:off x="1839190" y="3714263"/>
            <a:ext cx="2247090" cy="2642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368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normAutofit fontScale="90000"/>
          </a:bodyPr>
          <a:lstStyle/>
          <a:p>
            <a:r>
              <a:rPr lang="sk-SK" dirty="0"/>
              <a:t>Prečo sa uprednostňujú štvoruholníky</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11</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763286" y="2128272"/>
            <a:ext cx="8665428" cy="4122698"/>
          </a:xfrm>
        </p:spPr>
        <p:txBody>
          <a:bodyPr vert="horz" lIns="91440" tIns="45720" rIns="91440" bIns="45720" rtlCol="0" anchor="t">
            <a:normAutofit/>
          </a:bodyPr>
          <a:lstStyle/>
          <a:p>
            <a:pPr marL="0" indent="0">
              <a:buNone/>
            </a:pPr>
            <a:r>
              <a:rPr lang="sk-SK" dirty="0"/>
              <a:t>S</a:t>
            </a:r>
            <a:r>
              <a:rPr lang="en-US" dirty="0"/>
              <a:t>ú </a:t>
            </a:r>
            <a:r>
              <a:rPr lang="en-US" dirty="0" err="1"/>
              <a:t>preferované</a:t>
            </a:r>
            <a:r>
              <a:rPr lang="en-US" dirty="0"/>
              <a:t>, </a:t>
            </a:r>
            <a:r>
              <a:rPr lang="en-US" dirty="0" err="1"/>
              <a:t>pretože</a:t>
            </a:r>
            <a:r>
              <a:rPr lang="en-US" dirty="0"/>
              <a:t>:</a:t>
            </a:r>
          </a:p>
          <a:p>
            <a:pPr>
              <a:buFont typeface="Arial" panose="020B0604020202020204" pitchFamily="34" charset="0"/>
              <a:buChar char="•"/>
            </a:pPr>
            <a:r>
              <a:rPr lang="en-US" b="1" dirty="0" err="1"/>
              <a:t>Zabezpečujú</a:t>
            </a:r>
            <a:r>
              <a:rPr lang="en-US" b="1" dirty="0"/>
              <a:t> </a:t>
            </a:r>
            <a:r>
              <a:rPr lang="en-US" b="1" dirty="0" err="1"/>
              <a:t>predvídateľné</a:t>
            </a:r>
            <a:r>
              <a:rPr lang="en-US" b="1" dirty="0"/>
              <a:t> </a:t>
            </a:r>
            <a:r>
              <a:rPr lang="en-US" b="1" dirty="0" err="1"/>
              <a:t>deformácie</a:t>
            </a:r>
            <a:r>
              <a:rPr lang="en-US" b="1" dirty="0"/>
              <a:t>:</a:t>
            </a:r>
            <a:r>
              <a:rPr lang="en-US" dirty="0"/>
              <a:t> </a:t>
            </a:r>
            <a:r>
              <a:rPr lang="sk-SK" dirty="0"/>
              <a:t>Štvoruholníky</a:t>
            </a:r>
            <a:r>
              <a:rPr lang="en-US" dirty="0"/>
              <a:t> </a:t>
            </a:r>
            <a:r>
              <a:rPr lang="en-US" dirty="0" err="1"/>
              <a:t>sa</a:t>
            </a:r>
            <a:r>
              <a:rPr lang="en-US" dirty="0"/>
              <a:t> </a:t>
            </a:r>
            <a:r>
              <a:rPr lang="en-US" dirty="0" err="1"/>
              <a:t>deformujú</a:t>
            </a:r>
            <a:r>
              <a:rPr lang="en-US" dirty="0"/>
              <a:t> </a:t>
            </a:r>
            <a:r>
              <a:rPr lang="en-US" dirty="0" err="1"/>
              <a:t>plynulo</a:t>
            </a:r>
            <a:r>
              <a:rPr lang="en-US" dirty="0"/>
              <a:t>, </a:t>
            </a:r>
            <a:r>
              <a:rPr lang="en-US" dirty="0" err="1"/>
              <a:t>čo</a:t>
            </a:r>
            <a:r>
              <a:rPr lang="en-US" dirty="0"/>
              <a:t> je </a:t>
            </a:r>
            <a:r>
              <a:rPr lang="en-US" dirty="0" err="1"/>
              <a:t>zásadné</a:t>
            </a:r>
            <a:r>
              <a:rPr lang="en-US" dirty="0"/>
              <a:t> pre </a:t>
            </a:r>
            <a:r>
              <a:rPr lang="en-US" dirty="0" err="1"/>
              <a:t>animáciu</a:t>
            </a:r>
            <a:r>
              <a:rPr lang="sk-SK" dirty="0"/>
              <a:t> </a:t>
            </a:r>
            <a:r>
              <a:rPr lang="en-US" dirty="0"/>
              <a:t>.</a:t>
            </a:r>
          </a:p>
          <a:p>
            <a:pPr>
              <a:buFont typeface="Arial" panose="020B0604020202020204" pitchFamily="34" charset="0"/>
              <a:buChar char="•"/>
            </a:pPr>
            <a:r>
              <a:rPr lang="en-US" b="1" dirty="0" err="1"/>
              <a:t>Priateľskosť</a:t>
            </a:r>
            <a:r>
              <a:rPr lang="en-US" b="1" dirty="0"/>
              <a:t> k </a:t>
            </a:r>
            <a:r>
              <a:rPr lang="en-US" b="1" dirty="0" err="1"/>
              <a:t>subdivíziám</a:t>
            </a:r>
            <a:r>
              <a:rPr lang="en-US" b="1" dirty="0"/>
              <a:t>:</a:t>
            </a:r>
            <a:r>
              <a:rPr lang="en-US" dirty="0"/>
              <a:t> </a:t>
            </a:r>
            <a:r>
              <a:rPr lang="sk-SK" dirty="0"/>
              <a:t>U</a:t>
            </a:r>
            <a:r>
              <a:rPr lang="en-US" dirty="0" err="1"/>
              <a:t>možňujú</a:t>
            </a:r>
            <a:r>
              <a:rPr lang="en-US" dirty="0"/>
              <a:t> </a:t>
            </a:r>
            <a:r>
              <a:rPr lang="en-US" dirty="0" err="1"/>
              <a:t>lepšiu</a:t>
            </a:r>
            <a:r>
              <a:rPr lang="en-US" dirty="0"/>
              <a:t> </a:t>
            </a:r>
            <a:r>
              <a:rPr lang="en-US" dirty="0" err="1"/>
              <a:t>kontrolu</a:t>
            </a:r>
            <a:r>
              <a:rPr lang="en-US" dirty="0"/>
              <a:t> </a:t>
            </a:r>
            <a:r>
              <a:rPr lang="en-US" dirty="0" err="1"/>
              <a:t>pri</a:t>
            </a:r>
            <a:r>
              <a:rPr lang="en-US" dirty="0"/>
              <a:t> </a:t>
            </a:r>
            <a:r>
              <a:rPr lang="en-US" dirty="0" err="1"/>
              <a:t>použití</a:t>
            </a:r>
            <a:r>
              <a:rPr lang="en-US" dirty="0"/>
              <a:t> </a:t>
            </a:r>
            <a:r>
              <a:rPr lang="en-US" dirty="0" err="1"/>
              <a:t>subdivízií</a:t>
            </a:r>
            <a:r>
              <a:rPr lang="en-US" dirty="0"/>
              <a:t>, </a:t>
            </a:r>
            <a:r>
              <a:rPr lang="en-US" dirty="0" err="1"/>
              <a:t>čo</a:t>
            </a:r>
            <a:r>
              <a:rPr lang="en-US" dirty="0"/>
              <a:t> </a:t>
            </a:r>
            <a:r>
              <a:rPr lang="en-US" dirty="0" err="1"/>
              <a:t>vedie</a:t>
            </a:r>
            <a:r>
              <a:rPr lang="en-US" dirty="0"/>
              <a:t> k </a:t>
            </a:r>
            <a:r>
              <a:rPr lang="en-US" dirty="0" err="1"/>
              <a:t>hladkým</a:t>
            </a:r>
            <a:r>
              <a:rPr lang="en-US" dirty="0"/>
              <a:t> </a:t>
            </a:r>
            <a:r>
              <a:rPr lang="en-US" dirty="0" err="1"/>
              <a:t>povrchom</a:t>
            </a:r>
            <a:r>
              <a:rPr lang="en-US" dirty="0"/>
              <a:t>.</a:t>
            </a:r>
          </a:p>
          <a:p>
            <a:pPr>
              <a:buFont typeface="Arial" panose="020B0604020202020204" pitchFamily="34" charset="0"/>
              <a:buChar char="•"/>
            </a:pPr>
            <a:r>
              <a:rPr lang="en-US" b="1" dirty="0" err="1"/>
              <a:t>Lepší</a:t>
            </a:r>
            <a:r>
              <a:rPr lang="en-US" b="1" dirty="0"/>
              <a:t> edge flow:</a:t>
            </a:r>
            <a:r>
              <a:rPr lang="en-US" dirty="0"/>
              <a:t> </a:t>
            </a:r>
            <a:r>
              <a:rPr lang="sk-SK" dirty="0"/>
              <a:t>U</a:t>
            </a:r>
            <a:r>
              <a:rPr lang="en-US" dirty="0" err="1"/>
              <a:t>možňujú</a:t>
            </a:r>
            <a:r>
              <a:rPr lang="en-US" dirty="0"/>
              <a:t> </a:t>
            </a:r>
            <a:r>
              <a:rPr lang="en-US" dirty="0" err="1"/>
              <a:t>efektívne</a:t>
            </a:r>
            <a:r>
              <a:rPr lang="en-US" dirty="0"/>
              <a:t> </a:t>
            </a:r>
            <a:r>
              <a:rPr lang="en-US" dirty="0" err="1"/>
              <a:t>riadenie</a:t>
            </a:r>
            <a:r>
              <a:rPr lang="en-US" dirty="0"/>
              <a:t> </a:t>
            </a:r>
            <a:r>
              <a:rPr lang="en-US" dirty="0" err="1"/>
              <a:t>prúdu</a:t>
            </a:r>
            <a:r>
              <a:rPr lang="en-US" dirty="0"/>
              <a:t> </a:t>
            </a:r>
            <a:r>
              <a:rPr lang="en-US" dirty="0" err="1"/>
              <a:t>hrán</a:t>
            </a:r>
            <a:r>
              <a:rPr lang="en-US" dirty="0"/>
              <a:t>, </a:t>
            </a:r>
            <a:r>
              <a:rPr lang="en-US" dirty="0" err="1"/>
              <a:t>čo</a:t>
            </a:r>
            <a:r>
              <a:rPr lang="en-US" dirty="0"/>
              <a:t> je </a:t>
            </a:r>
            <a:r>
              <a:rPr lang="en-US" dirty="0" err="1"/>
              <a:t>dôležité</a:t>
            </a:r>
            <a:r>
              <a:rPr lang="en-US" dirty="0"/>
              <a:t> pre </a:t>
            </a:r>
            <a:r>
              <a:rPr lang="en-US" dirty="0" err="1"/>
              <a:t>plynulé</a:t>
            </a:r>
            <a:r>
              <a:rPr lang="en-US" dirty="0"/>
              <a:t> </a:t>
            </a:r>
            <a:r>
              <a:rPr lang="en-US" dirty="0" err="1"/>
              <a:t>modelovanie</a:t>
            </a:r>
            <a:r>
              <a:rPr lang="en-US" dirty="0"/>
              <a:t>.</a:t>
            </a:r>
          </a:p>
        </p:txBody>
      </p:sp>
    </p:spTree>
    <p:extLst>
      <p:ext uri="{BB962C8B-B14F-4D97-AF65-F5344CB8AC3E}">
        <p14:creationId xmlns:p14="http://schemas.microsoft.com/office/powerpoint/2010/main" val="3315088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normAutofit fontScale="90000"/>
          </a:bodyPr>
          <a:lstStyle/>
          <a:p>
            <a:r>
              <a:rPr lang="sk-SK" dirty="0"/>
              <a:t>Prečo sa uprednostňujú štvoruholníky</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12</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763286" y="2128272"/>
            <a:ext cx="8665428" cy="4122698"/>
          </a:xfrm>
        </p:spPr>
        <p:txBody>
          <a:bodyPr vert="horz" lIns="91440" tIns="45720" rIns="91440" bIns="45720" rtlCol="0" anchor="t">
            <a:normAutofit/>
          </a:bodyPr>
          <a:lstStyle/>
          <a:p>
            <a:r>
              <a:rPr lang="en-US" dirty="0"/>
              <a:t>Edge flow </a:t>
            </a:r>
            <a:r>
              <a:rPr lang="en-US" dirty="0" err="1"/>
              <a:t>označuje</a:t>
            </a:r>
            <a:r>
              <a:rPr lang="en-US" dirty="0"/>
              <a:t> </a:t>
            </a:r>
            <a:r>
              <a:rPr lang="en-US" dirty="0" err="1"/>
              <a:t>usporiadanie</a:t>
            </a:r>
            <a:r>
              <a:rPr lang="en-US" dirty="0"/>
              <a:t> </a:t>
            </a:r>
            <a:r>
              <a:rPr lang="en-US" dirty="0" err="1"/>
              <a:t>hrán</a:t>
            </a:r>
            <a:r>
              <a:rPr lang="en-US" dirty="0"/>
              <a:t>, </a:t>
            </a:r>
            <a:r>
              <a:rPr lang="en-US" dirty="0" err="1"/>
              <a:t>ktoré</a:t>
            </a:r>
            <a:r>
              <a:rPr lang="en-US" dirty="0"/>
              <a:t> </a:t>
            </a:r>
            <a:r>
              <a:rPr lang="en-US" dirty="0" err="1"/>
              <a:t>sleduje</a:t>
            </a:r>
            <a:r>
              <a:rPr lang="en-US" dirty="0"/>
              <a:t> </a:t>
            </a:r>
            <a:r>
              <a:rPr lang="en-US" dirty="0" err="1"/>
              <a:t>prirodzené</a:t>
            </a:r>
            <a:r>
              <a:rPr lang="en-US" dirty="0"/>
              <a:t> </a:t>
            </a:r>
            <a:r>
              <a:rPr lang="en-US" dirty="0" err="1"/>
              <a:t>tvary</a:t>
            </a:r>
            <a:r>
              <a:rPr lang="en-US" dirty="0"/>
              <a:t> a </a:t>
            </a:r>
            <a:r>
              <a:rPr lang="en-US" dirty="0" err="1"/>
              <a:t>línie</a:t>
            </a:r>
            <a:r>
              <a:rPr lang="en-US" dirty="0"/>
              <a:t> </a:t>
            </a:r>
            <a:r>
              <a:rPr lang="en-US" dirty="0" err="1"/>
              <a:t>modelu</a:t>
            </a:r>
            <a:r>
              <a:rPr lang="en-US" dirty="0"/>
              <a:t>. </a:t>
            </a:r>
            <a:r>
              <a:rPr lang="en-US" dirty="0" err="1"/>
              <a:t>Správny</a:t>
            </a:r>
            <a:r>
              <a:rPr lang="en-US" dirty="0"/>
              <a:t> edge flow je </a:t>
            </a:r>
            <a:r>
              <a:rPr lang="en-US" dirty="0" err="1"/>
              <a:t>dôležitý</a:t>
            </a:r>
            <a:r>
              <a:rPr lang="en-US" dirty="0"/>
              <a:t>, </a:t>
            </a:r>
            <a:r>
              <a:rPr lang="en-US" dirty="0" err="1"/>
              <a:t>pretože</a:t>
            </a:r>
            <a:r>
              <a:rPr lang="en-US" dirty="0"/>
              <a:t>:</a:t>
            </a:r>
          </a:p>
          <a:p>
            <a:pPr>
              <a:buFont typeface="Arial" panose="020B0604020202020204" pitchFamily="34" charset="0"/>
              <a:buChar char="•"/>
            </a:pPr>
            <a:r>
              <a:rPr lang="en-US" b="1" dirty="0" err="1"/>
              <a:t>Umožňuje</a:t>
            </a:r>
            <a:r>
              <a:rPr lang="en-US" b="1" dirty="0"/>
              <a:t> </a:t>
            </a:r>
            <a:r>
              <a:rPr lang="en-US" b="1" dirty="0" err="1"/>
              <a:t>plynulé</a:t>
            </a:r>
            <a:r>
              <a:rPr lang="en-US" b="1" dirty="0"/>
              <a:t> </a:t>
            </a:r>
            <a:r>
              <a:rPr lang="en-US" b="1" dirty="0" err="1"/>
              <a:t>krivky</a:t>
            </a:r>
            <a:r>
              <a:rPr lang="en-US" b="1" dirty="0"/>
              <a:t> a </a:t>
            </a:r>
            <a:r>
              <a:rPr lang="en-US" b="1" dirty="0" err="1"/>
              <a:t>prechody</a:t>
            </a:r>
            <a:r>
              <a:rPr lang="en-US" b="1" dirty="0"/>
              <a:t>:</a:t>
            </a:r>
            <a:r>
              <a:rPr lang="en-US" dirty="0"/>
              <a:t> </a:t>
            </a:r>
            <a:r>
              <a:rPr lang="en-US" dirty="0" err="1"/>
              <a:t>Dobré</a:t>
            </a:r>
            <a:r>
              <a:rPr lang="en-US" dirty="0"/>
              <a:t> </a:t>
            </a:r>
            <a:r>
              <a:rPr lang="en-US" dirty="0" err="1"/>
              <a:t>rozloženie</a:t>
            </a:r>
            <a:r>
              <a:rPr lang="en-US" dirty="0"/>
              <a:t> </a:t>
            </a:r>
            <a:r>
              <a:rPr lang="en-US" dirty="0" err="1"/>
              <a:t>hrán</a:t>
            </a:r>
            <a:r>
              <a:rPr lang="en-US" dirty="0"/>
              <a:t> </a:t>
            </a:r>
            <a:r>
              <a:rPr lang="en-US" dirty="0" err="1"/>
              <a:t>umožňuje</a:t>
            </a:r>
            <a:r>
              <a:rPr lang="en-US" dirty="0"/>
              <a:t> </a:t>
            </a:r>
            <a:r>
              <a:rPr lang="en-US" dirty="0" err="1"/>
              <a:t>plynulý</a:t>
            </a:r>
            <a:r>
              <a:rPr lang="en-US" dirty="0"/>
              <a:t> </a:t>
            </a:r>
            <a:r>
              <a:rPr lang="en-US" dirty="0" err="1"/>
              <a:t>prechod</a:t>
            </a:r>
            <a:r>
              <a:rPr lang="en-US" dirty="0"/>
              <a:t> </a:t>
            </a:r>
            <a:r>
              <a:rPr lang="en-US" dirty="0" err="1"/>
              <a:t>medzi</a:t>
            </a:r>
            <a:r>
              <a:rPr lang="en-US" dirty="0"/>
              <a:t> </a:t>
            </a:r>
            <a:r>
              <a:rPr lang="en-US" dirty="0" err="1"/>
              <a:t>plochami</a:t>
            </a:r>
            <a:r>
              <a:rPr lang="en-US" dirty="0"/>
              <a:t> a </a:t>
            </a:r>
            <a:r>
              <a:rPr lang="en-US" dirty="0" err="1"/>
              <a:t>prirodzene</a:t>
            </a:r>
            <a:r>
              <a:rPr lang="en-US" dirty="0"/>
              <a:t> </a:t>
            </a:r>
            <a:r>
              <a:rPr lang="en-US" dirty="0" err="1"/>
              <a:t>sleduje</a:t>
            </a:r>
            <a:r>
              <a:rPr lang="en-US" dirty="0"/>
              <a:t> </a:t>
            </a:r>
            <a:r>
              <a:rPr lang="en-US" dirty="0" err="1"/>
              <a:t>kontúry</a:t>
            </a:r>
            <a:r>
              <a:rPr lang="en-US" dirty="0"/>
              <a:t> </a:t>
            </a:r>
            <a:r>
              <a:rPr lang="en-US" dirty="0" err="1"/>
              <a:t>modelu</a:t>
            </a:r>
            <a:r>
              <a:rPr lang="en-US" dirty="0"/>
              <a:t>.</a:t>
            </a:r>
          </a:p>
          <a:p>
            <a:pPr>
              <a:buFont typeface="Arial" panose="020B0604020202020204" pitchFamily="34" charset="0"/>
              <a:buChar char="•"/>
            </a:pPr>
            <a:r>
              <a:rPr lang="en-US" b="1" dirty="0" err="1"/>
              <a:t>Zlepšuje</a:t>
            </a:r>
            <a:r>
              <a:rPr lang="en-US" b="1" dirty="0"/>
              <a:t> </a:t>
            </a:r>
            <a:r>
              <a:rPr lang="en-US" b="1" dirty="0" err="1"/>
              <a:t>deformáciu</a:t>
            </a:r>
            <a:r>
              <a:rPr lang="en-US" b="1" dirty="0"/>
              <a:t>:</a:t>
            </a:r>
            <a:r>
              <a:rPr lang="en-US" dirty="0"/>
              <a:t> </a:t>
            </a:r>
            <a:r>
              <a:rPr lang="en-US" dirty="0" err="1"/>
              <a:t>Správne</a:t>
            </a:r>
            <a:r>
              <a:rPr lang="en-US" dirty="0"/>
              <a:t> </a:t>
            </a:r>
            <a:r>
              <a:rPr lang="en-US" dirty="0" err="1"/>
              <a:t>rozmiestnené</a:t>
            </a:r>
            <a:r>
              <a:rPr lang="en-US" dirty="0"/>
              <a:t> </a:t>
            </a:r>
            <a:r>
              <a:rPr lang="en-US" dirty="0" err="1"/>
              <a:t>hrany</a:t>
            </a:r>
            <a:r>
              <a:rPr lang="en-US" dirty="0"/>
              <a:t>, </a:t>
            </a:r>
            <a:r>
              <a:rPr lang="en-US" dirty="0" err="1"/>
              <a:t>najmä</a:t>
            </a:r>
            <a:r>
              <a:rPr lang="en-US" dirty="0"/>
              <a:t> </a:t>
            </a:r>
            <a:r>
              <a:rPr lang="en-US" dirty="0" err="1"/>
              <a:t>okolo</a:t>
            </a:r>
            <a:r>
              <a:rPr lang="en-US" dirty="0"/>
              <a:t> </a:t>
            </a:r>
            <a:r>
              <a:rPr lang="en-US" dirty="0" err="1"/>
              <a:t>kĺbov</a:t>
            </a:r>
            <a:r>
              <a:rPr lang="en-US" dirty="0"/>
              <a:t> (</a:t>
            </a:r>
            <a:r>
              <a:rPr lang="en-US" dirty="0" err="1"/>
              <a:t>kolená</a:t>
            </a:r>
            <a:r>
              <a:rPr lang="en-US" dirty="0"/>
              <a:t>, </a:t>
            </a:r>
            <a:r>
              <a:rPr lang="en-US" dirty="0" err="1"/>
              <a:t>lakte</a:t>
            </a:r>
            <a:r>
              <a:rPr lang="en-US" dirty="0"/>
              <a:t>), </a:t>
            </a:r>
            <a:r>
              <a:rPr lang="en-US" dirty="0" err="1"/>
              <a:t>umožňujú</a:t>
            </a:r>
            <a:r>
              <a:rPr lang="en-US" dirty="0"/>
              <a:t> </a:t>
            </a:r>
            <a:r>
              <a:rPr lang="en-US" dirty="0" err="1"/>
              <a:t>modelu</a:t>
            </a:r>
            <a:r>
              <a:rPr lang="en-US" dirty="0"/>
              <a:t> </a:t>
            </a:r>
            <a:r>
              <a:rPr lang="en-US" dirty="0" err="1"/>
              <a:t>deformovať</a:t>
            </a:r>
            <a:r>
              <a:rPr lang="en-US" dirty="0"/>
              <a:t> </a:t>
            </a:r>
            <a:r>
              <a:rPr lang="en-US" dirty="0" err="1"/>
              <a:t>sa</a:t>
            </a:r>
            <a:r>
              <a:rPr lang="en-US" dirty="0"/>
              <a:t> </a:t>
            </a:r>
            <a:r>
              <a:rPr lang="en-US" dirty="0" err="1"/>
              <a:t>realisticky</a:t>
            </a:r>
            <a:r>
              <a:rPr lang="en-US" dirty="0"/>
              <a:t> a bez </a:t>
            </a:r>
            <a:r>
              <a:rPr lang="en-US" dirty="0" err="1"/>
              <a:t>nežiaducich</a:t>
            </a:r>
            <a:r>
              <a:rPr lang="en-US" dirty="0"/>
              <a:t> </a:t>
            </a:r>
            <a:r>
              <a:rPr lang="en-US" dirty="0" err="1"/>
              <a:t>deformácií</a:t>
            </a:r>
            <a:r>
              <a:rPr lang="en-US" dirty="0"/>
              <a:t>.</a:t>
            </a:r>
          </a:p>
        </p:txBody>
      </p:sp>
    </p:spTree>
    <p:extLst>
      <p:ext uri="{BB962C8B-B14F-4D97-AF65-F5344CB8AC3E}">
        <p14:creationId xmlns:p14="http://schemas.microsoft.com/office/powerpoint/2010/main" val="994902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9526B4-0363-4BAB-BC46-80456D5E41E0}"/>
              </a:ext>
            </a:extLst>
          </p:cNvPr>
          <p:cNvSpPr>
            <a:spLocks noGrp="1"/>
          </p:cNvSpPr>
          <p:nvPr>
            <p:ph type="ctrTitle"/>
          </p:nvPr>
        </p:nvSpPr>
        <p:spPr>
          <a:xfrm>
            <a:off x="2545517" y="2193085"/>
            <a:ext cx="3912544" cy="2577893"/>
          </a:xfrm>
        </p:spPr>
        <p:txBody>
          <a:bodyPr>
            <a:normAutofit/>
          </a:bodyPr>
          <a:lstStyle/>
          <a:p>
            <a:r>
              <a:rPr lang="sk-SK" sz="2500" dirty="0">
                <a:ea typeface="Source Sans Pro"/>
              </a:rPr>
              <a:t>SUBDIVIDE</a:t>
            </a:r>
            <a:endParaRPr lang="en-US" sz="2500" dirty="0">
              <a:ea typeface="Source Sans Pro"/>
            </a:endParaRPr>
          </a:p>
        </p:txBody>
      </p:sp>
      <p:sp>
        <p:nvSpPr>
          <p:cNvPr id="5" name="Zástupný objekt pre obrázok 4">
            <a:extLst>
              <a:ext uri="{FF2B5EF4-FFF2-40B4-BE49-F238E27FC236}">
                <a16:creationId xmlns:a16="http://schemas.microsoft.com/office/drawing/2014/main" id="{B44C0375-86CB-59E2-E8D8-D385C1CF046A}"/>
              </a:ext>
            </a:extLst>
          </p:cNvPr>
          <p:cNvSpPr>
            <a:spLocks noGrp="1"/>
          </p:cNvSpPr>
          <p:nvPr>
            <p:ph type="pic" sz="quarter" idx="10"/>
          </p:nvPr>
        </p:nvSpPr>
        <p:spPr/>
        <p:txBody>
          <a:bodyPr/>
          <a:lstStyle/>
          <a:p>
            <a:endParaRPr lang="en-US"/>
          </a:p>
        </p:txBody>
      </p:sp>
      <p:pic>
        <p:nvPicPr>
          <p:cNvPr id="9" name="Zástupný objekt pre obrázok 12" descr="File:Blender logo no text.svg - Wikimedia Commons">
            <a:extLst>
              <a:ext uri="{FF2B5EF4-FFF2-40B4-BE49-F238E27FC236}">
                <a16:creationId xmlns:a16="http://schemas.microsoft.com/office/drawing/2014/main" id="{5F0650C2-6C53-58B1-5065-E2BD76CDDC59}"/>
              </a:ext>
            </a:extLst>
          </p:cNvPr>
          <p:cNvPicPr>
            <a:picLocks noChangeAspect="1"/>
          </p:cNvPicPr>
          <p:nvPr/>
        </p:nvPicPr>
        <p:blipFill>
          <a:blip r:embed="rId3"/>
          <a:srcRect l="9109" r="9109"/>
          <a:stretch/>
        </p:blipFill>
        <p:spPr>
          <a:xfrm>
            <a:off x="6434333" y="1070340"/>
            <a:ext cx="4222340" cy="4259511"/>
          </a:xfrm>
          <a:custGeom>
            <a:avLst/>
            <a:gdLst>
              <a:gd name="connsiteX0" fmla="*/ 2645499 w 5290998"/>
              <a:gd name="connsiteY0" fmla="*/ 0 h 5290998"/>
              <a:gd name="connsiteX1" fmla="*/ 5290998 w 5290998"/>
              <a:gd name="connsiteY1" fmla="*/ 2645499 h 5290998"/>
              <a:gd name="connsiteX2" fmla="*/ 2645499 w 5290998"/>
              <a:gd name="connsiteY2" fmla="*/ 5290998 h 5290998"/>
              <a:gd name="connsiteX3" fmla="*/ 0 w 5290998"/>
              <a:gd name="connsiteY3" fmla="*/ 2645499 h 5290998"/>
              <a:gd name="connsiteX4" fmla="*/ 2645499 w 5290998"/>
              <a:gd name="connsiteY4" fmla="*/ 0 h 5290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p:spPr>
      </p:pic>
    </p:spTree>
    <p:extLst>
      <p:ext uri="{BB962C8B-B14F-4D97-AF65-F5344CB8AC3E}">
        <p14:creationId xmlns:p14="http://schemas.microsoft.com/office/powerpoint/2010/main" val="1210922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err="1"/>
              <a:t>Subdivide</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14</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8665428" cy="4122698"/>
          </a:xfrm>
        </p:spPr>
        <p:txBody>
          <a:bodyPr vert="horz" lIns="91440" tIns="45720" rIns="91440" bIns="45720" rtlCol="0" anchor="t">
            <a:normAutofit/>
          </a:bodyPr>
          <a:lstStyle/>
          <a:p>
            <a:r>
              <a:rPr lang="sk-SK" b="1" dirty="0" err="1"/>
              <a:t>Edit</a:t>
            </a:r>
            <a:r>
              <a:rPr lang="sk-SK" b="1" dirty="0"/>
              <a:t> </a:t>
            </a:r>
            <a:r>
              <a:rPr lang="sk-SK" b="1" dirty="0" err="1"/>
              <a:t>Mode</a:t>
            </a:r>
            <a:r>
              <a:rPr lang="sk-SK" b="1" dirty="0"/>
              <a:t> -&gt; Pravé tlačidlo myši na </a:t>
            </a:r>
            <a:r>
              <a:rPr lang="sk-SK" b="1" dirty="0" err="1"/>
              <a:t>face</a:t>
            </a:r>
            <a:r>
              <a:rPr lang="sk-SK" b="1" dirty="0"/>
              <a:t> alebo </a:t>
            </a:r>
            <a:r>
              <a:rPr lang="sk-SK" b="1" dirty="0" err="1"/>
              <a:t>edge</a:t>
            </a:r>
            <a:r>
              <a:rPr lang="sk-SK" b="1" dirty="0"/>
              <a:t> -&gt; </a:t>
            </a:r>
            <a:r>
              <a:rPr lang="sk-SK" b="1" dirty="0" err="1"/>
              <a:t>subdivide</a:t>
            </a:r>
            <a:br>
              <a:rPr lang="sk-SK" b="1" dirty="0"/>
            </a:br>
            <a:endParaRPr lang="sk-SK" b="1" dirty="0"/>
          </a:p>
          <a:p>
            <a:r>
              <a:rPr lang="en-US" b="1" dirty="0">
                <a:solidFill>
                  <a:schemeClr val="accent4"/>
                </a:solidFill>
              </a:rPr>
              <a:t>Subdivide</a:t>
            </a:r>
            <a:r>
              <a:rPr lang="en-US" dirty="0"/>
              <a:t> v </a:t>
            </a:r>
            <a:r>
              <a:rPr lang="en-US" dirty="0" err="1"/>
              <a:t>Blenderi</a:t>
            </a:r>
            <a:r>
              <a:rPr lang="en-US" dirty="0"/>
              <a:t> </a:t>
            </a:r>
            <a:r>
              <a:rPr lang="en-US" dirty="0" err="1"/>
              <a:t>nám</a:t>
            </a:r>
            <a:r>
              <a:rPr lang="en-US" dirty="0"/>
              <a:t> </a:t>
            </a:r>
            <a:r>
              <a:rPr lang="en-US" dirty="0" err="1"/>
              <a:t>umožňuje</a:t>
            </a:r>
            <a:r>
              <a:rPr lang="en-US" dirty="0"/>
              <a:t> </a:t>
            </a:r>
            <a:r>
              <a:rPr lang="en-US" dirty="0" err="1"/>
              <a:t>rozdeľovať</a:t>
            </a:r>
            <a:r>
              <a:rPr lang="en-US" dirty="0"/>
              <a:t> </a:t>
            </a:r>
            <a:r>
              <a:rPr lang="en-US" dirty="0" err="1"/>
              <a:t>existujúce</a:t>
            </a:r>
            <a:r>
              <a:rPr lang="en-US" dirty="0"/>
              <a:t> </a:t>
            </a:r>
            <a:r>
              <a:rPr lang="en-US" b="1" dirty="0">
                <a:solidFill>
                  <a:schemeClr val="accent4"/>
                </a:solidFill>
              </a:rPr>
              <a:t>vertices</a:t>
            </a:r>
            <a:r>
              <a:rPr lang="en-US" dirty="0">
                <a:solidFill>
                  <a:schemeClr val="accent1">
                    <a:lumMod val="75000"/>
                  </a:schemeClr>
                </a:solidFill>
              </a:rPr>
              <a:t> </a:t>
            </a:r>
            <a:r>
              <a:rPr lang="en-US" dirty="0"/>
              <a:t>(</a:t>
            </a:r>
            <a:r>
              <a:rPr lang="en-US" dirty="0" err="1"/>
              <a:t>vrcholy</a:t>
            </a:r>
            <a:r>
              <a:rPr lang="en-US" dirty="0"/>
              <a:t>), </a:t>
            </a:r>
            <a:r>
              <a:rPr lang="en-US" b="1" dirty="0">
                <a:solidFill>
                  <a:schemeClr val="accent4"/>
                </a:solidFill>
              </a:rPr>
              <a:t>edges</a:t>
            </a:r>
            <a:r>
              <a:rPr lang="en-US" dirty="0"/>
              <a:t> (</a:t>
            </a:r>
            <a:r>
              <a:rPr lang="en-US" dirty="0" err="1"/>
              <a:t>hrany</a:t>
            </a:r>
            <a:r>
              <a:rPr lang="en-US" dirty="0"/>
              <a:t>) a </a:t>
            </a:r>
            <a:r>
              <a:rPr lang="en-US" b="1" dirty="0">
                <a:solidFill>
                  <a:schemeClr val="accent4"/>
                </a:solidFill>
              </a:rPr>
              <a:t>faces</a:t>
            </a:r>
            <a:r>
              <a:rPr lang="en-US" dirty="0"/>
              <a:t> (</a:t>
            </a:r>
            <a:r>
              <a:rPr lang="en-US" dirty="0" err="1"/>
              <a:t>tváre</a:t>
            </a:r>
            <a:r>
              <a:rPr lang="en-US" dirty="0"/>
              <a:t>) </a:t>
            </a:r>
            <a:r>
              <a:rPr lang="en-US" dirty="0" err="1"/>
              <a:t>na</a:t>
            </a:r>
            <a:r>
              <a:rPr lang="en-US" dirty="0"/>
              <a:t> </a:t>
            </a:r>
            <a:r>
              <a:rPr lang="en-US" dirty="0" err="1"/>
              <a:t>menšie</a:t>
            </a:r>
            <a:r>
              <a:rPr lang="en-US" dirty="0"/>
              <a:t> </a:t>
            </a:r>
            <a:r>
              <a:rPr lang="en-US" dirty="0" err="1"/>
              <a:t>časti</a:t>
            </a:r>
            <a:r>
              <a:rPr lang="en-US" dirty="0"/>
              <a:t>, </a:t>
            </a:r>
            <a:r>
              <a:rPr lang="en-US" dirty="0" err="1"/>
              <a:t>čím</a:t>
            </a:r>
            <a:r>
              <a:rPr lang="en-US" dirty="0"/>
              <a:t> </a:t>
            </a:r>
            <a:r>
              <a:rPr lang="en-US" dirty="0" err="1"/>
              <a:t>pridávame</a:t>
            </a:r>
            <a:r>
              <a:rPr lang="en-US" dirty="0"/>
              <a:t> </a:t>
            </a:r>
            <a:r>
              <a:rPr lang="en-US" dirty="0" err="1"/>
              <a:t>viac</a:t>
            </a:r>
            <a:r>
              <a:rPr lang="en-US" dirty="0"/>
              <a:t> </a:t>
            </a:r>
            <a:r>
              <a:rPr lang="en-US" dirty="0" err="1"/>
              <a:t>detailov</a:t>
            </a:r>
            <a:r>
              <a:rPr lang="en-US" dirty="0"/>
              <a:t> do </a:t>
            </a:r>
            <a:r>
              <a:rPr lang="en-US" dirty="0" err="1"/>
              <a:t>modelu</a:t>
            </a:r>
            <a:r>
              <a:rPr lang="en-US" dirty="0"/>
              <a:t>. </a:t>
            </a:r>
            <a:r>
              <a:rPr lang="en-US" dirty="0" err="1"/>
              <a:t>Tento</a:t>
            </a:r>
            <a:r>
              <a:rPr lang="en-US" dirty="0"/>
              <a:t> </a:t>
            </a:r>
            <a:r>
              <a:rPr lang="en-US" dirty="0" err="1"/>
              <a:t>nástroj</a:t>
            </a:r>
            <a:r>
              <a:rPr lang="en-US" dirty="0"/>
              <a:t> </a:t>
            </a:r>
            <a:r>
              <a:rPr lang="en-US" dirty="0" err="1"/>
              <a:t>sa</a:t>
            </a:r>
            <a:r>
              <a:rPr lang="en-US" dirty="0"/>
              <a:t> </a:t>
            </a:r>
            <a:r>
              <a:rPr lang="en-US" dirty="0" err="1"/>
              <a:t>hodí</a:t>
            </a:r>
            <a:r>
              <a:rPr lang="en-US" dirty="0"/>
              <a:t>, </a:t>
            </a:r>
            <a:r>
              <a:rPr lang="en-US" dirty="0" err="1"/>
              <a:t>keď</a:t>
            </a:r>
            <a:r>
              <a:rPr lang="en-US" dirty="0"/>
              <a:t> </a:t>
            </a:r>
            <a:r>
              <a:rPr lang="en-US" dirty="0" err="1"/>
              <a:t>potrebujeme</a:t>
            </a:r>
            <a:r>
              <a:rPr lang="en-US" dirty="0"/>
              <a:t> </a:t>
            </a:r>
            <a:r>
              <a:rPr lang="en-US" dirty="0" err="1"/>
              <a:t>zvýšiť</a:t>
            </a:r>
            <a:r>
              <a:rPr lang="en-US" dirty="0"/>
              <a:t> </a:t>
            </a:r>
            <a:r>
              <a:rPr lang="en-US" dirty="0" err="1"/>
              <a:t>rozlíšenie</a:t>
            </a:r>
            <a:r>
              <a:rPr lang="en-US" dirty="0"/>
              <a:t> </a:t>
            </a:r>
            <a:r>
              <a:rPr lang="en-US" dirty="0" err="1"/>
              <a:t>siete</a:t>
            </a:r>
            <a:r>
              <a:rPr lang="en-US" dirty="0"/>
              <a:t> a </a:t>
            </a:r>
            <a:r>
              <a:rPr lang="en-US" dirty="0" err="1"/>
              <a:t>vytvoriť</a:t>
            </a:r>
            <a:r>
              <a:rPr lang="en-US" dirty="0"/>
              <a:t> </a:t>
            </a:r>
            <a:r>
              <a:rPr lang="en-US" dirty="0" err="1"/>
              <a:t>jemnejšie</a:t>
            </a:r>
            <a:r>
              <a:rPr lang="en-US" dirty="0"/>
              <a:t> </a:t>
            </a:r>
            <a:r>
              <a:rPr lang="en-US" dirty="0" err="1"/>
              <a:t>tvary</a:t>
            </a:r>
            <a:r>
              <a:rPr lang="en-US" dirty="0"/>
              <a:t>.</a:t>
            </a:r>
            <a:endParaRPr lang="sk-SK" dirty="0"/>
          </a:p>
          <a:p>
            <a:r>
              <a:rPr lang="en-US" dirty="0" err="1"/>
              <a:t>Keď</a:t>
            </a:r>
            <a:r>
              <a:rPr lang="en-US" dirty="0"/>
              <a:t> </a:t>
            </a:r>
            <a:r>
              <a:rPr lang="en-US" dirty="0" err="1"/>
              <a:t>použijeme</a:t>
            </a:r>
            <a:r>
              <a:rPr lang="en-US" dirty="0"/>
              <a:t> </a:t>
            </a:r>
            <a:r>
              <a:rPr lang="en-US" dirty="0" err="1"/>
              <a:t>nástroj</a:t>
            </a:r>
            <a:r>
              <a:rPr lang="en-US" dirty="0"/>
              <a:t> </a:t>
            </a:r>
            <a:r>
              <a:rPr lang="en-US" b="1" dirty="0">
                <a:solidFill>
                  <a:schemeClr val="accent4"/>
                </a:solidFill>
              </a:rPr>
              <a:t>Subdivide</a:t>
            </a:r>
            <a:r>
              <a:rPr lang="en-US" dirty="0">
                <a:solidFill>
                  <a:schemeClr val="accent4"/>
                </a:solidFill>
              </a:rPr>
              <a:t> </a:t>
            </a:r>
            <a:r>
              <a:rPr lang="en-US" dirty="0" err="1"/>
              <a:t>na</a:t>
            </a:r>
            <a:r>
              <a:rPr lang="en-US" dirty="0"/>
              <a:t> </a:t>
            </a:r>
            <a:r>
              <a:rPr lang="en-US" dirty="0" err="1"/>
              <a:t>vybrané</a:t>
            </a:r>
            <a:r>
              <a:rPr lang="en-US" dirty="0"/>
              <a:t> </a:t>
            </a:r>
            <a:r>
              <a:rPr lang="en-US" b="1" dirty="0">
                <a:solidFill>
                  <a:schemeClr val="accent4"/>
                </a:solidFill>
              </a:rPr>
              <a:t>edges</a:t>
            </a:r>
            <a:r>
              <a:rPr lang="en-US" dirty="0">
                <a:solidFill>
                  <a:schemeClr val="accent1">
                    <a:lumMod val="75000"/>
                  </a:schemeClr>
                </a:solidFill>
              </a:rPr>
              <a:t> </a:t>
            </a:r>
            <a:r>
              <a:rPr lang="en-US" dirty="0" err="1"/>
              <a:t>alebo</a:t>
            </a:r>
            <a:r>
              <a:rPr lang="en-US" dirty="0"/>
              <a:t> </a:t>
            </a:r>
            <a:r>
              <a:rPr lang="en-US" b="1" dirty="0">
                <a:solidFill>
                  <a:schemeClr val="accent4"/>
                </a:solidFill>
              </a:rPr>
              <a:t>faces</a:t>
            </a:r>
            <a:r>
              <a:rPr lang="en-US" dirty="0"/>
              <a:t>, Blender </a:t>
            </a:r>
            <a:r>
              <a:rPr lang="en-US" dirty="0" err="1"/>
              <a:t>pridá</a:t>
            </a:r>
            <a:r>
              <a:rPr lang="en-US" dirty="0"/>
              <a:t> </a:t>
            </a:r>
            <a:r>
              <a:rPr lang="en-US" dirty="0" err="1"/>
              <a:t>nové</a:t>
            </a:r>
            <a:r>
              <a:rPr lang="en-US" dirty="0"/>
              <a:t> </a:t>
            </a:r>
            <a:r>
              <a:rPr lang="en-US" b="1" dirty="0">
                <a:solidFill>
                  <a:schemeClr val="accent4"/>
                </a:solidFill>
              </a:rPr>
              <a:t>vertices</a:t>
            </a:r>
            <a:r>
              <a:rPr lang="en-US" dirty="0">
                <a:solidFill>
                  <a:schemeClr val="accent4"/>
                </a:solidFill>
              </a:rPr>
              <a:t> </a:t>
            </a:r>
            <a:r>
              <a:rPr lang="en-US" dirty="0" err="1"/>
              <a:t>pozdĺž</a:t>
            </a:r>
            <a:r>
              <a:rPr lang="en-US" dirty="0"/>
              <a:t> </a:t>
            </a:r>
            <a:r>
              <a:rPr lang="en-US" dirty="0" err="1"/>
              <a:t>týchto</a:t>
            </a:r>
            <a:r>
              <a:rPr lang="en-US" dirty="0"/>
              <a:t> </a:t>
            </a:r>
            <a:r>
              <a:rPr lang="en-US" dirty="0" err="1"/>
              <a:t>hrán</a:t>
            </a:r>
            <a:r>
              <a:rPr lang="en-US" dirty="0"/>
              <a:t> </a:t>
            </a:r>
            <a:r>
              <a:rPr lang="en-US" dirty="0" err="1"/>
              <a:t>alebo</a:t>
            </a:r>
            <a:r>
              <a:rPr lang="en-US" dirty="0"/>
              <a:t> </a:t>
            </a:r>
            <a:r>
              <a:rPr lang="en-US" dirty="0" err="1"/>
              <a:t>vo</a:t>
            </a:r>
            <a:r>
              <a:rPr lang="en-US" dirty="0"/>
              <a:t> </a:t>
            </a:r>
            <a:r>
              <a:rPr lang="en-US" dirty="0" err="1"/>
              <a:t>vnútri</a:t>
            </a:r>
            <a:r>
              <a:rPr lang="en-US" dirty="0"/>
              <a:t> </a:t>
            </a:r>
            <a:r>
              <a:rPr lang="en-US" dirty="0" err="1"/>
              <a:t>tvárí</a:t>
            </a:r>
            <a:r>
              <a:rPr lang="en-US" dirty="0"/>
              <a:t>. Tieto </a:t>
            </a:r>
            <a:r>
              <a:rPr lang="en-US" dirty="0" err="1"/>
              <a:t>nové</a:t>
            </a:r>
            <a:r>
              <a:rPr lang="en-US" dirty="0"/>
              <a:t> </a:t>
            </a:r>
            <a:r>
              <a:rPr lang="en-US" dirty="0" err="1"/>
              <a:t>vrcholy</a:t>
            </a:r>
            <a:r>
              <a:rPr lang="en-US" dirty="0"/>
              <a:t> </a:t>
            </a:r>
            <a:r>
              <a:rPr lang="en-US" dirty="0" err="1"/>
              <a:t>vytvoria</a:t>
            </a:r>
            <a:r>
              <a:rPr lang="en-US" dirty="0"/>
              <a:t> </a:t>
            </a:r>
            <a:r>
              <a:rPr lang="en-US" dirty="0" err="1"/>
              <a:t>nové</a:t>
            </a:r>
            <a:r>
              <a:rPr lang="en-US" dirty="0"/>
              <a:t> </a:t>
            </a:r>
            <a:r>
              <a:rPr lang="en-US" b="1" dirty="0">
                <a:solidFill>
                  <a:schemeClr val="accent4"/>
                </a:solidFill>
              </a:rPr>
              <a:t>edges</a:t>
            </a:r>
            <a:r>
              <a:rPr lang="en-US" dirty="0"/>
              <a:t> a </a:t>
            </a:r>
            <a:r>
              <a:rPr lang="en-US" b="1" dirty="0">
                <a:solidFill>
                  <a:schemeClr val="accent4"/>
                </a:solidFill>
              </a:rPr>
              <a:t>faces</a:t>
            </a:r>
            <a:r>
              <a:rPr lang="en-US" dirty="0"/>
              <a:t>, </a:t>
            </a:r>
            <a:r>
              <a:rPr lang="en-US" dirty="0" err="1"/>
              <a:t>čím</a:t>
            </a:r>
            <a:r>
              <a:rPr lang="en-US" dirty="0"/>
              <a:t> </a:t>
            </a:r>
            <a:r>
              <a:rPr lang="en-US" dirty="0" err="1"/>
              <a:t>sa</a:t>
            </a:r>
            <a:r>
              <a:rPr lang="en-US" dirty="0"/>
              <a:t> </a:t>
            </a:r>
            <a:r>
              <a:rPr lang="en-US" dirty="0" err="1"/>
              <a:t>rozšíri</a:t>
            </a:r>
            <a:r>
              <a:rPr lang="en-US" dirty="0"/>
              <a:t> </a:t>
            </a:r>
            <a:r>
              <a:rPr lang="en-US" dirty="0" err="1"/>
              <a:t>geometria</a:t>
            </a:r>
            <a:r>
              <a:rPr lang="en-US" dirty="0"/>
              <a:t> </a:t>
            </a:r>
            <a:r>
              <a:rPr lang="en-US" dirty="0" err="1"/>
              <a:t>modelu</a:t>
            </a:r>
            <a:r>
              <a:rPr lang="en-US" dirty="0"/>
              <a:t>. </a:t>
            </a:r>
            <a:r>
              <a:rPr lang="en-US" dirty="0" err="1"/>
              <a:t>Napríklad</a:t>
            </a:r>
            <a:r>
              <a:rPr lang="en-US" dirty="0"/>
              <a:t>, </a:t>
            </a:r>
            <a:r>
              <a:rPr lang="en-US" dirty="0" err="1"/>
              <a:t>ak</a:t>
            </a:r>
            <a:r>
              <a:rPr lang="en-US" dirty="0"/>
              <a:t> </a:t>
            </a:r>
            <a:r>
              <a:rPr lang="en-US" dirty="0" err="1"/>
              <a:t>máme</a:t>
            </a:r>
            <a:r>
              <a:rPr lang="en-US" dirty="0"/>
              <a:t> </a:t>
            </a:r>
            <a:r>
              <a:rPr lang="en-US" dirty="0" err="1"/>
              <a:t>vybranú</a:t>
            </a:r>
            <a:r>
              <a:rPr lang="en-US" dirty="0"/>
              <a:t> </a:t>
            </a:r>
            <a:r>
              <a:rPr lang="en-US" dirty="0" err="1"/>
              <a:t>štvorcovú</a:t>
            </a:r>
            <a:r>
              <a:rPr lang="en-US" dirty="0"/>
              <a:t> </a:t>
            </a:r>
            <a:r>
              <a:rPr lang="en-US" dirty="0" err="1"/>
              <a:t>tvár</a:t>
            </a:r>
            <a:r>
              <a:rPr lang="en-US" dirty="0"/>
              <a:t> a </a:t>
            </a:r>
            <a:r>
              <a:rPr lang="en-US" dirty="0" err="1"/>
              <a:t>použijeme</a:t>
            </a:r>
            <a:r>
              <a:rPr lang="en-US" dirty="0"/>
              <a:t> Subdivide, </a:t>
            </a:r>
            <a:r>
              <a:rPr lang="en-US" dirty="0" err="1"/>
              <a:t>môže</a:t>
            </a:r>
            <a:r>
              <a:rPr lang="en-US" dirty="0"/>
              <a:t> </a:t>
            </a:r>
            <a:r>
              <a:rPr lang="en-US" dirty="0" err="1"/>
              <a:t>sa</a:t>
            </a:r>
            <a:r>
              <a:rPr lang="en-US" dirty="0"/>
              <a:t> </a:t>
            </a:r>
            <a:r>
              <a:rPr lang="en-US" dirty="0" err="1"/>
              <a:t>táto</a:t>
            </a:r>
            <a:r>
              <a:rPr lang="en-US" dirty="0"/>
              <a:t> </a:t>
            </a:r>
            <a:r>
              <a:rPr lang="en-US" dirty="0" err="1"/>
              <a:t>tvár</a:t>
            </a:r>
            <a:r>
              <a:rPr lang="en-US" dirty="0"/>
              <a:t> </a:t>
            </a:r>
            <a:r>
              <a:rPr lang="en-US" dirty="0" err="1"/>
              <a:t>rozdeliť</a:t>
            </a:r>
            <a:r>
              <a:rPr lang="en-US" dirty="0"/>
              <a:t> </a:t>
            </a:r>
            <a:r>
              <a:rPr lang="en-US" dirty="0" err="1"/>
              <a:t>na</a:t>
            </a:r>
            <a:r>
              <a:rPr lang="en-US" dirty="0"/>
              <a:t> </a:t>
            </a:r>
            <a:r>
              <a:rPr lang="en-US" dirty="0" err="1"/>
              <a:t>štyri</a:t>
            </a:r>
            <a:r>
              <a:rPr lang="en-US" dirty="0"/>
              <a:t> </a:t>
            </a:r>
            <a:r>
              <a:rPr lang="en-US" dirty="0" err="1"/>
              <a:t>menšie</a:t>
            </a:r>
            <a:r>
              <a:rPr lang="en-US" dirty="0"/>
              <a:t> </a:t>
            </a:r>
            <a:r>
              <a:rPr lang="en-US" dirty="0" err="1"/>
              <a:t>štvorce</a:t>
            </a:r>
            <a:r>
              <a:rPr lang="en-US" dirty="0"/>
              <a:t> </a:t>
            </a:r>
            <a:r>
              <a:rPr lang="en-US" dirty="0" err="1"/>
              <a:t>alebo</a:t>
            </a:r>
            <a:r>
              <a:rPr lang="en-US" dirty="0"/>
              <a:t> </a:t>
            </a:r>
            <a:r>
              <a:rPr lang="en-US" dirty="0" err="1"/>
              <a:t>viac</a:t>
            </a:r>
            <a:r>
              <a:rPr lang="en-US" dirty="0"/>
              <a:t>, v </a:t>
            </a:r>
            <a:r>
              <a:rPr lang="en-US" dirty="0" err="1"/>
              <a:t>závislosti</a:t>
            </a:r>
            <a:r>
              <a:rPr lang="en-US" dirty="0"/>
              <a:t> od toho, </a:t>
            </a:r>
            <a:r>
              <a:rPr lang="en-US" dirty="0" err="1"/>
              <a:t>koľkokrát</a:t>
            </a:r>
            <a:r>
              <a:rPr lang="en-US" dirty="0"/>
              <a:t> </a:t>
            </a:r>
            <a:r>
              <a:rPr lang="en-US" dirty="0" err="1"/>
              <a:t>zvolíme</a:t>
            </a:r>
            <a:r>
              <a:rPr lang="en-US" dirty="0"/>
              <a:t>, aby </a:t>
            </a:r>
            <a:r>
              <a:rPr lang="en-US" dirty="0" err="1"/>
              <a:t>sa</a:t>
            </a:r>
            <a:r>
              <a:rPr lang="en-US" dirty="0"/>
              <a:t> </a:t>
            </a:r>
            <a:r>
              <a:rPr lang="en-US" dirty="0" err="1"/>
              <a:t>rozdelila</a:t>
            </a:r>
            <a:r>
              <a:rPr lang="en-US" dirty="0"/>
              <a:t>.</a:t>
            </a:r>
            <a:endParaRPr lang="sk-SK" dirty="0"/>
          </a:p>
          <a:p>
            <a:r>
              <a:rPr lang="en-US" dirty="0" err="1"/>
              <a:t>Nástroj</a:t>
            </a:r>
            <a:r>
              <a:rPr lang="en-US" dirty="0"/>
              <a:t> </a:t>
            </a:r>
            <a:r>
              <a:rPr lang="en-US" b="1" dirty="0">
                <a:solidFill>
                  <a:schemeClr val="accent4"/>
                </a:solidFill>
              </a:rPr>
              <a:t>Subdivide</a:t>
            </a:r>
            <a:r>
              <a:rPr lang="en-US" dirty="0"/>
              <a:t> v </a:t>
            </a:r>
            <a:r>
              <a:rPr lang="en-US" dirty="0" err="1"/>
              <a:t>Blenderi</a:t>
            </a:r>
            <a:r>
              <a:rPr lang="en-US" dirty="0"/>
              <a:t> </a:t>
            </a:r>
            <a:r>
              <a:rPr lang="en-US" dirty="0" err="1"/>
              <a:t>má</a:t>
            </a:r>
            <a:r>
              <a:rPr lang="en-US" dirty="0"/>
              <a:t> </a:t>
            </a:r>
            <a:r>
              <a:rPr lang="en-US" dirty="0" err="1"/>
              <a:t>niekoľko</a:t>
            </a:r>
            <a:r>
              <a:rPr lang="en-US" dirty="0"/>
              <a:t> </a:t>
            </a:r>
            <a:r>
              <a:rPr lang="en-US" dirty="0" err="1"/>
              <a:t>nastavení</a:t>
            </a:r>
            <a:r>
              <a:rPr lang="en-US" dirty="0"/>
              <a:t>, </a:t>
            </a:r>
            <a:r>
              <a:rPr lang="en-US" dirty="0" err="1"/>
              <a:t>ktoré</a:t>
            </a:r>
            <a:r>
              <a:rPr lang="en-US" dirty="0"/>
              <a:t> </a:t>
            </a:r>
            <a:r>
              <a:rPr lang="en-US" dirty="0" err="1"/>
              <a:t>nám</a:t>
            </a:r>
            <a:r>
              <a:rPr lang="en-US" dirty="0"/>
              <a:t> </a:t>
            </a:r>
            <a:r>
              <a:rPr lang="en-US" dirty="0" err="1"/>
              <a:t>umožňujú</a:t>
            </a:r>
            <a:r>
              <a:rPr lang="en-US" dirty="0"/>
              <a:t> </a:t>
            </a:r>
            <a:r>
              <a:rPr lang="en-US" dirty="0" err="1"/>
              <a:t>kontrolovať</a:t>
            </a:r>
            <a:r>
              <a:rPr lang="en-US" dirty="0"/>
              <a:t> </a:t>
            </a:r>
            <a:r>
              <a:rPr lang="en-US" dirty="0" err="1"/>
              <a:t>spôsob</a:t>
            </a:r>
            <a:r>
              <a:rPr lang="en-US" dirty="0"/>
              <a:t>, </a:t>
            </a:r>
            <a:r>
              <a:rPr lang="en-US" dirty="0" err="1"/>
              <a:t>akým</a:t>
            </a:r>
            <a:r>
              <a:rPr lang="en-US" dirty="0"/>
              <a:t> </a:t>
            </a:r>
            <a:r>
              <a:rPr lang="en-US" dirty="0" err="1"/>
              <a:t>sa</a:t>
            </a:r>
            <a:r>
              <a:rPr lang="en-US" dirty="0"/>
              <a:t> </a:t>
            </a:r>
            <a:r>
              <a:rPr lang="en-US" dirty="0" err="1"/>
              <a:t>geometria</a:t>
            </a:r>
            <a:r>
              <a:rPr lang="en-US" dirty="0"/>
              <a:t> </a:t>
            </a:r>
            <a:r>
              <a:rPr lang="en-US" dirty="0" err="1"/>
              <a:t>rozdeľuje</a:t>
            </a:r>
            <a:r>
              <a:rPr lang="en-US" dirty="0"/>
              <a:t> a </a:t>
            </a:r>
            <a:r>
              <a:rPr lang="en-US" dirty="0" err="1"/>
              <a:t>ako</a:t>
            </a:r>
            <a:r>
              <a:rPr lang="en-US" dirty="0"/>
              <a:t> </a:t>
            </a:r>
            <a:r>
              <a:rPr lang="en-US" dirty="0" err="1"/>
              <a:t>sa</a:t>
            </a:r>
            <a:r>
              <a:rPr lang="en-US" dirty="0"/>
              <a:t> </a:t>
            </a:r>
            <a:r>
              <a:rPr lang="en-US" dirty="0" err="1"/>
              <a:t>nové</a:t>
            </a:r>
            <a:r>
              <a:rPr lang="en-US" dirty="0"/>
              <a:t> </a:t>
            </a:r>
            <a:r>
              <a:rPr lang="en-US" b="1" dirty="0">
                <a:solidFill>
                  <a:schemeClr val="accent4"/>
                </a:solidFill>
              </a:rPr>
              <a:t>vertices</a:t>
            </a:r>
            <a:r>
              <a:rPr lang="en-US" dirty="0"/>
              <a:t>, </a:t>
            </a:r>
            <a:r>
              <a:rPr lang="en-US" b="1" dirty="0">
                <a:solidFill>
                  <a:schemeClr val="accent4"/>
                </a:solidFill>
              </a:rPr>
              <a:t>edges</a:t>
            </a:r>
            <a:r>
              <a:rPr lang="en-US" dirty="0"/>
              <a:t> a </a:t>
            </a:r>
            <a:r>
              <a:rPr lang="en-US" b="1" dirty="0">
                <a:solidFill>
                  <a:schemeClr val="accent4"/>
                </a:solidFill>
              </a:rPr>
              <a:t>faces</a:t>
            </a:r>
            <a:r>
              <a:rPr lang="en-US" dirty="0"/>
              <a:t> </a:t>
            </a:r>
            <a:r>
              <a:rPr lang="en-US" dirty="0" err="1"/>
              <a:t>vytvárajú</a:t>
            </a:r>
            <a:r>
              <a:rPr lang="en-US" dirty="0"/>
              <a:t>.</a:t>
            </a:r>
            <a:endParaRPr lang="sk-SK" dirty="0"/>
          </a:p>
          <a:p>
            <a:r>
              <a:rPr lang="en-US" dirty="0"/>
              <a:t> </a:t>
            </a:r>
          </a:p>
        </p:txBody>
      </p:sp>
    </p:spTree>
    <p:extLst>
      <p:ext uri="{BB962C8B-B14F-4D97-AF65-F5344CB8AC3E}">
        <p14:creationId xmlns:p14="http://schemas.microsoft.com/office/powerpoint/2010/main" val="3245621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err="1"/>
              <a:t>Subdivide</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15</a:t>
            </a:fld>
            <a:endParaRPr lang="en-US" dirty="0"/>
          </a:p>
        </p:txBody>
      </p:sp>
      <p:sp>
        <p:nvSpPr>
          <p:cNvPr id="11" name="Rectangle 4">
            <a:extLst>
              <a:ext uri="{FF2B5EF4-FFF2-40B4-BE49-F238E27FC236}">
                <a16:creationId xmlns:a16="http://schemas.microsoft.com/office/drawing/2014/main" id="{86C1B45A-20E1-BBF9-BF1C-23154B3F8B0A}"/>
              </a:ext>
            </a:extLst>
          </p:cNvPr>
          <p:cNvSpPr>
            <a:spLocks noGrp="1" noChangeArrowheads="1"/>
          </p:cNvSpPr>
          <p:nvPr>
            <p:ph type="body" sz="quarter" idx="14"/>
          </p:nvPr>
        </p:nvSpPr>
        <p:spPr bwMode="auto">
          <a:xfrm>
            <a:off x="1761702" y="1560475"/>
            <a:ext cx="8201458" cy="3737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b="1" dirty="0">
                <a:solidFill>
                  <a:schemeClr val="accent4"/>
                </a:solidFill>
              </a:rPr>
              <a:t>Number of Cuts: </a:t>
            </a:r>
            <a:r>
              <a:rPr lang="en-US" altLang="en-US" sz="2000" dirty="0" err="1"/>
              <a:t>Určuje</a:t>
            </a:r>
            <a:r>
              <a:rPr lang="en-US" altLang="en-US" sz="2000" dirty="0"/>
              <a:t> </a:t>
            </a:r>
            <a:r>
              <a:rPr lang="en-US" altLang="en-US" sz="2000" dirty="0" err="1"/>
              <a:t>počet</a:t>
            </a:r>
            <a:r>
              <a:rPr lang="en-US" altLang="en-US" sz="2000" dirty="0"/>
              <a:t> </a:t>
            </a:r>
            <a:r>
              <a:rPr lang="en-US" altLang="en-US" sz="2000" dirty="0" err="1"/>
              <a:t>nových</a:t>
            </a:r>
            <a:r>
              <a:rPr lang="en-US" altLang="en-US" sz="2000" dirty="0"/>
              <a:t> </a:t>
            </a:r>
            <a:r>
              <a:rPr lang="en-US" altLang="en-US" sz="2000" dirty="0" err="1"/>
              <a:t>rozdelení</a:t>
            </a:r>
            <a:r>
              <a:rPr lang="en-US" altLang="en-US" sz="2000" dirty="0"/>
              <a:t> </a:t>
            </a:r>
            <a:r>
              <a:rPr lang="en-US" altLang="en-US" sz="2000" dirty="0" err="1"/>
              <a:t>hrán</a:t>
            </a:r>
            <a:r>
              <a:rPr lang="en-US" altLang="en-US" sz="2000" dirty="0"/>
              <a:t>.</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b="1" dirty="0">
                <a:solidFill>
                  <a:schemeClr val="accent4"/>
                </a:solidFill>
              </a:rPr>
              <a:t>Smoothness: </a:t>
            </a:r>
            <a:r>
              <a:rPr lang="en-US" altLang="en-US" sz="2000" dirty="0" err="1"/>
              <a:t>Hladkosť</a:t>
            </a:r>
            <a:r>
              <a:rPr lang="en-US" altLang="en-US" sz="2000" dirty="0"/>
              <a:t> </a:t>
            </a:r>
            <a:r>
              <a:rPr lang="en-US" altLang="en-US" sz="2000" dirty="0" err="1"/>
              <a:t>nových</a:t>
            </a:r>
            <a:r>
              <a:rPr lang="en-US" altLang="en-US" sz="2000" dirty="0"/>
              <a:t> </a:t>
            </a:r>
            <a:r>
              <a:rPr lang="en-US" altLang="en-US" sz="2000" dirty="0" err="1"/>
              <a:t>povrchov</a:t>
            </a:r>
            <a:r>
              <a:rPr lang="en-US" altLang="en-US" sz="2000" dirty="0"/>
              <a:t> </a:t>
            </a:r>
            <a:r>
              <a:rPr lang="en-US" altLang="en-US" sz="2000" dirty="0" err="1"/>
              <a:t>vytvorených</a:t>
            </a:r>
            <a:r>
              <a:rPr lang="en-US" altLang="en-US" sz="2000" dirty="0"/>
              <a:t> </a:t>
            </a:r>
            <a:r>
              <a:rPr lang="en-US" altLang="en-US" sz="2000" dirty="0" err="1"/>
              <a:t>počas</a:t>
            </a:r>
            <a:r>
              <a:rPr lang="en-US" altLang="en-US" sz="2000" dirty="0"/>
              <a:t> subdivide.</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b="1" dirty="0">
                <a:solidFill>
                  <a:schemeClr val="accent4"/>
                </a:solidFill>
              </a:rPr>
              <a:t>Create N-</a:t>
            </a:r>
            <a:r>
              <a:rPr lang="en-US" altLang="en-US" sz="2000" b="1" dirty="0" err="1">
                <a:solidFill>
                  <a:schemeClr val="accent4"/>
                </a:solidFill>
              </a:rPr>
              <a:t>gons</a:t>
            </a:r>
            <a:r>
              <a:rPr lang="en-US" altLang="en-US" sz="2000" b="1" dirty="0">
                <a:solidFill>
                  <a:schemeClr val="accent4"/>
                </a:solidFill>
              </a:rPr>
              <a:t>: </a:t>
            </a:r>
            <a:r>
              <a:rPr lang="en-US" altLang="en-US" sz="2000" dirty="0" err="1"/>
              <a:t>Povolenie</a:t>
            </a:r>
            <a:r>
              <a:rPr lang="en-US" altLang="en-US" sz="2000" dirty="0"/>
              <a:t> </a:t>
            </a:r>
            <a:r>
              <a:rPr lang="en-US" altLang="en-US" sz="2000" dirty="0" err="1"/>
              <a:t>alebo</a:t>
            </a:r>
            <a:r>
              <a:rPr lang="en-US" altLang="en-US" sz="2000" dirty="0"/>
              <a:t> </a:t>
            </a:r>
            <a:r>
              <a:rPr lang="en-US" altLang="en-US" sz="2000" dirty="0" err="1"/>
              <a:t>zakázanie</a:t>
            </a:r>
            <a:r>
              <a:rPr lang="en-US" altLang="en-US" sz="2000" dirty="0"/>
              <a:t> </a:t>
            </a:r>
            <a:r>
              <a:rPr lang="en-US" altLang="en-US" sz="2000" dirty="0" err="1"/>
              <a:t>tvárí</a:t>
            </a:r>
            <a:r>
              <a:rPr lang="en-US" altLang="en-US" sz="2000" dirty="0"/>
              <a:t> s </a:t>
            </a:r>
            <a:r>
              <a:rPr lang="en-US" altLang="en-US" sz="2000" dirty="0" err="1"/>
              <a:t>viac</a:t>
            </a:r>
            <a:r>
              <a:rPr lang="en-US" altLang="en-US" sz="2000" dirty="0"/>
              <a:t> </a:t>
            </a:r>
            <a:r>
              <a:rPr lang="en-US" altLang="en-US" sz="2000" dirty="0" err="1"/>
              <a:t>ako</a:t>
            </a:r>
            <a:r>
              <a:rPr lang="en-US" altLang="en-US" sz="2000" dirty="0"/>
              <a:t> </a:t>
            </a:r>
            <a:r>
              <a:rPr lang="en-US" altLang="en-US" sz="2000" dirty="0" err="1"/>
              <a:t>štyrmi</a:t>
            </a:r>
            <a:r>
              <a:rPr lang="en-US" altLang="en-US" sz="2000" dirty="0"/>
              <a:t> </a:t>
            </a:r>
            <a:r>
              <a:rPr lang="en-US" altLang="en-US" sz="2000" dirty="0" err="1"/>
              <a:t>stranami</a:t>
            </a:r>
            <a:r>
              <a:rPr lang="en-US" altLang="en-US" sz="2000" dirty="0"/>
              <a:t>.</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b="1" dirty="0">
                <a:solidFill>
                  <a:schemeClr val="accent4"/>
                </a:solidFill>
              </a:rPr>
              <a:t>Quad Corner Type: </a:t>
            </a:r>
            <a:r>
              <a:rPr lang="en-US" altLang="en-US" sz="2000" dirty="0" err="1"/>
              <a:t>Upravuje</a:t>
            </a:r>
            <a:r>
              <a:rPr lang="en-US" altLang="en-US" sz="2000" dirty="0"/>
              <a:t> </a:t>
            </a:r>
            <a:r>
              <a:rPr lang="en-US" altLang="en-US" sz="2000" dirty="0" err="1"/>
              <a:t>spôsob</a:t>
            </a:r>
            <a:r>
              <a:rPr lang="en-US" altLang="en-US" sz="2000" dirty="0"/>
              <a:t> </a:t>
            </a:r>
            <a:r>
              <a:rPr lang="en-US" altLang="en-US" sz="2000" dirty="0" err="1"/>
              <a:t>zaoblenia</a:t>
            </a:r>
            <a:r>
              <a:rPr lang="en-US" altLang="en-US" sz="2000" dirty="0"/>
              <a:t> </a:t>
            </a:r>
            <a:r>
              <a:rPr lang="en-US" altLang="en-US" sz="2000" dirty="0" err="1"/>
              <a:t>alebo</a:t>
            </a:r>
            <a:r>
              <a:rPr lang="en-US" altLang="en-US" sz="2000" dirty="0"/>
              <a:t> </a:t>
            </a:r>
            <a:r>
              <a:rPr lang="en-US" altLang="en-US" sz="2000" dirty="0" err="1"/>
              <a:t>zachovania</a:t>
            </a:r>
            <a:r>
              <a:rPr lang="en-US" altLang="en-US" sz="2000" dirty="0"/>
              <a:t> </a:t>
            </a:r>
            <a:r>
              <a:rPr lang="en-US" altLang="en-US" sz="2000" dirty="0" err="1"/>
              <a:t>rohov</a:t>
            </a:r>
            <a:r>
              <a:rPr lang="en-US" altLang="en-US" sz="2000" dirty="0"/>
              <a:t> </a:t>
            </a:r>
            <a:r>
              <a:rPr lang="en-US" altLang="en-US" sz="2000" dirty="0" err="1"/>
              <a:t>pri</a:t>
            </a:r>
            <a:r>
              <a:rPr lang="en-US" altLang="en-US" sz="2000" dirty="0"/>
              <a:t> </a:t>
            </a:r>
            <a:r>
              <a:rPr lang="en-US" altLang="en-US" sz="2000" dirty="0" err="1"/>
              <a:t>rozdelení</a:t>
            </a:r>
            <a:r>
              <a:rPr lang="en-US" altLang="en-US" sz="2000" dirty="0"/>
              <a:t>.</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b="1" dirty="0">
                <a:solidFill>
                  <a:schemeClr val="accent4"/>
                </a:solidFill>
              </a:rPr>
              <a:t>Fractal: </a:t>
            </a:r>
            <a:r>
              <a:rPr lang="en-US" altLang="en-US" sz="2000" dirty="0" err="1"/>
              <a:t>Náhodné</a:t>
            </a:r>
            <a:r>
              <a:rPr lang="en-US" altLang="en-US" sz="2000" dirty="0"/>
              <a:t> </a:t>
            </a:r>
            <a:r>
              <a:rPr lang="en-US" altLang="en-US" sz="2000" dirty="0" err="1"/>
              <a:t>deformácie</a:t>
            </a:r>
            <a:r>
              <a:rPr lang="en-US" altLang="en-US" sz="2000" dirty="0"/>
              <a:t> </a:t>
            </a:r>
            <a:r>
              <a:rPr lang="en-US" altLang="en-US" sz="2000" dirty="0" err="1"/>
              <a:t>novej</a:t>
            </a:r>
            <a:r>
              <a:rPr lang="en-US" altLang="en-US" sz="2000" dirty="0"/>
              <a:t> </a:t>
            </a:r>
            <a:r>
              <a:rPr lang="en-US" altLang="en-US" sz="2000" dirty="0" err="1"/>
              <a:t>geometrie</a:t>
            </a:r>
            <a:r>
              <a:rPr lang="en-US" altLang="en-US" sz="2000" dirty="0"/>
              <a:t>.</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b="1" dirty="0">
                <a:solidFill>
                  <a:schemeClr val="accent4"/>
                </a:solidFill>
              </a:rPr>
              <a:t>Along Normal: </a:t>
            </a:r>
            <a:r>
              <a:rPr lang="en-US" altLang="en-US" sz="2000" dirty="0" err="1"/>
              <a:t>Posúva</a:t>
            </a:r>
            <a:r>
              <a:rPr lang="en-US" altLang="en-US" sz="2000" dirty="0"/>
              <a:t> </a:t>
            </a:r>
            <a:r>
              <a:rPr lang="en-US" altLang="en-US" sz="2000" dirty="0" err="1"/>
              <a:t>nové</a:t>
            </a:r>
            <a:r>
              <a:rPr lang="en-US" altLang="en-US" sz="2000" dirty="0"/>
              <a:t> </a:t>
            </a:r>
            <a:r>
              <a:rPr lang="en-US" altLang="en-US" sz="2000" dirty="0" err="1"/>
              <a:t>vrcholy</a:t>
            </a:r>
            <a:r>
              <a:rPr lang="en-US" altLang="en-US" sz="2000" dirty="0"/>
              <a:t> </a:t>
            </a:r>
            <a:r>
              <a:rPr lang="en-US" altLang="en-US" sz="2000" dirty="0" err="1"/>
              <a:t>pozdĺž</a:t>
            </a:r>
            <a:r>
              <a:rPr lang="en-US" altLang="en-US" sz="2000" dirty="0"/>
              <a:t> </a:t>
            </a:r>
            <a:r>
              <a:rPr lang="en-US" altLang="en-US" sz="2000" dirty="0" err="1"/>
              <a:t>normál</a:t>
            </a:r>
            <a:r>
              <a:rPr lang="en-US" altLang="en-US" sz="2000" dirty="0"/>
              <a:t> </a:t>
            </a:r>
            <a:r>
              <a:rPr lang="en-US" altLang="en-US" sz="2000" dirty="0" err="1"/>
              <a:t>povrchu</a:t>
            </a:r>
            <a:r>
              <a:rPr lang="en-US" altLang="en-US" sz="2000" dirty="0"/>
              <a:t>.</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b="1" dirty="0">
                <a:solidFill>
                  <a:schemeClr val="accent4"/>
                </a:solidFill>
              </a:rPr>
              <a:t>Random Seed: </a:t>
            </a:r>
            <a:r>
              <a:rPr lang="en-US" altLang="en-US" sz="2000" dirty="0" err="1"/>
              <a:t>Kontroluje</a:t>
            </a:r>
            <a:r>
              <a:rPr lang="en-US" altLang="en-US" sz="2000" dirty="0"/>
              <a:t> </a:t>
            </a:r>
            <a:r>
              <a:rPr lang="en-US" altLang="en-US" sz="2000" dirty="0" err="1"/>
              <a:t>náhodnosť</a:t>
            </a:r>
            <a:r>
              <a:rPr lang="en-US" altLang="en-US" sz="2000" dirty="0"/>
              <a:t> </a:t>
            </a:r>
            <a:r>
              <a:rPr lang="en-US" altLang="en-US" sz="2000" dirty="0" err="1"/>
              <a:t>pri</a:t>
            </a:r>
            <a:r>
              <a:rPr lang="en-US" altLang="en-US" sz="2000" dirty="0"/>
              <a:t> </a:t>
            </a:r>
            <a:r>
              <a:rPr lang="en-US" altLang="en-US" sz="2000" dirty="0" err="1"/>
              <a:t>vytváraní</a:t>
            </a:r>
            <a:r>
              <a:rPr lang="en-US" altLang="en-US" sz="2000" dirty="0"/>
              <a:t> </a:t>
            </a:r>
            <a:r>
              <a:rPr lang="en-US" altLang="en-US" sz="2000" dirty="0" err="1"/>
              <a:t>nepravidelných</a:t>
            </a:r>
            <a:r>
              <a:rPr lang="en-US" altLang="en-US" sz="2000" dirty="0"/>
              <a:t> </a:t>
            </a:r>
            <a:r>
              <a:rPr lang="en-US" altLang="en-US" sz="2000" dirty="0" err="1"/>
              <a:t>tvarov</a:t>
            </a:r>
            <a:r>
              <a:rPr lang="en-US" altLang="en-US" sz="2000" dirty="0"/>
              <a:t>. </a:t>
            </a:r>
          </a:p>
        </p:txBody>
      </p:sp>
    </p:spTree>
    <p:extLst>
      <p:ext uri="{BB962C8B-B14F-4D97-AF65-F5344CB8AC3E}">
        <p14:creationId xmlns:p14="http://schemas.microsoft.com/office/powerpoint/2010/main" val="4187392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err="1"/>
              <a:t>Subdivide</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16</a:t>
            </a:fld>
            <a:endParaRPr lang="en-US" dirty="0"/>
          </a:p>
        </p:txBody>
      </p:sp>
      <p:sp>
        <p:nvSpPr>
          <p:cNvPr id="11" name="Rectangle 4">
            <a:extLst>
              <a:ext uri="{FF2B5EF4-FFF2-40B4-BE49-F238E27FC236}">
                <a16:creationId xmlns:a16="http://schemas.microsoft.com/office/drawing/2014/main" id="{86C1B45A-20E1-BBF9-BF1C-23154B3F8B0A}"/>
              </a:ext>
            </a:extLst>
          </p:cNvPr>
          <p:cNvSpPr>
            <a:spLocks noGrp="1" noChangeArrowheads="1"/>
          </p:cNvSpPr>
          <p:nvPr>
            <p:ph type="body" sz="quarter" idx="14"/>
          </p:nvPr>
        </p:nvSpPr>
        <p:spPr bwMode="auto">
          <a:xfrm>
            <a:off x="1761702" y="1560478"/>
            <a:ext cx="8201458" cy="3737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sk-SK" altLang="en-US" sz="2000" dirty="0"/>
              <a:t>Poďme do </a:t>
            </a:r>
            <a:r>
              <a:rPr lang="sk-SK" altLang="en-US" sz="2000" dirty="0" err="1"/>
              <a:t>Object</a:t>
            </a:r>
            <a:r>
              <a:rPr lang="sk-SK" altLang="en-US" sz="2000" dirty="0"/>
              <a:t> </a:t>
            </a:r>
            <a:r>
              <a:rPr lang="sk-SK" altLang="en-US" sz="2000" dirty="0" err="1"/>
              <a:t>Mode</a:t>
            </a:r>
            <a:endParaRPr lang="sk-SK" altLang="en-US" sz="2000" dirty="0"/>
          </a:p>
          <a:p>
            <a:pPr marL="0" marR="0" lvl="0" indent="0" algn="l" defTabSz="914400" rtl="0" eaLnBrk="0" fontAlgn="base" latinLnBrk="0" hangingPunct="0">
              <a:lnSpc>
                <a:spcPct val="150000"/>
              </a:lnSpc>
              <a:spcBef>
                <a:spcPct val="0"/>
              </a:spcBef>
              <a:spcAft>
                <a:spcPct val="0"/>
              </a:spcAft>
              <a:buClrTx/>
              <a:buSzTx/>
              <a:buFontTx/>
              <a:buChar char="•"/>
              <a:tabLst/>
            </a:pPr>
            <a:r>
              <a:rPr lang="sk-SK" altLang="en-US" sz="2000" dirty="0"/>
              <a:t> SHIFT + A -&gt; </a:t>
            </a:r>
            <a:r>
              <a:rPr lang="sk-SK" altLang="en-US" sz="2000" dirty="0" err="1"/>
              <a:t>Mesh</a:t>
            </a:r>
            <a:r>
              <a:rPr lang="sk-SK" altLang="en-US" sz="2000" dirty="0"/>
              <a:t> -&gt; </a:t>
            </a:r>
            <a:r>
              <a:rPr lang="sk-SK" altLang="en-US" sz="2000" dirty="0" err="1"/>
              <a:t>Cube</a:t>
            </a:r>
            <a:endParaRPr lang="sk-SK" altLang="en-US" sz="2000" dirty="0"/>
          </a:p>
          <a:p>
            <a:pPr marL="0" marR="0" lvl="0" indent="0" algn="l" defTabSz="914400" rtl="0" eaLnBrk="0" fontAlgn="base" latinLnBrk="0" hangingPunct="0">
              <a:lnSpc>
                <a:spcPct val="150000"/>
              </a:lnSpc>
              <a:spcBef>
                <a:spcPct val="0"/>
              </a:spcBef>
              <a:spcAft>
                <a:spcPct val="0"/>
              </a:spcAft>
              <a:buClrTx/>
              <a:buSzTx/>
              <a:buFontTx/>
              <a:buChar char="•"/>
              <a:tabLst/>
            </a:pPr>
            <a:r>
              <a:rPr lang="sk-SK" altLang="en-US" sz="2000" dirty="0"/>
              <a:t>Prejdime do </a:t>
            </a:r>
            <a:r>
              <a:rPr lang="sk-SK" altLang="en-US" sz="2000" dirty="0" err="1"/>
              <a:t>Edit</a:t>
            </a:r>
            <a:r>
              <a:rPr lang="sk-SK" altLang="en-US" sz="2000" dirty="0"/>
              <a:t> </a:t>
            </a:r>
            <a:r>
              <a:rPr lang="sk-SK" altLang="en-US" sz="2000" dirty="0" err="1"/>
              <a:t>Mode</a:t>
            </a:r>
            <a:endParaRPr lang="sk-SK" altLang="en-US" sz="2000" dirty="0"/>
          </a:p>
          <a:p>
            <a:pPr marL="0" marR="0" lvl="0" indent="0" algn="l" defTabSz="914400" rtl="0" eaLnBrk="0" fontAlgn="base" latinLnBrk="0" hangingPunct="0">
              <a:lnSpc>
                <a:spcPct val="150000"/>
              </a:lnSpc>
              <a:spcBef>
                <a:spcPct val="0"/>
              </a:spcBef>
              <a:spcAft>
                <a:spcPct val="0"/>
              </a:spcAft>
              <a:buClrTx/>
              <a:buSzTx/>
              <a:buFontTx/>
              <a:buChar char="•"/>
              <a:tabLst/>
            </a:pPr>
            <a:r>
              <a:rPr lang="sk-SK" altLang="en-US" sz="2000" dirty="0"/>
              <a:t>Stlačme tlačidlo, ktoré selektuje </a:t>
            </a:r>
            <a:r>
              <a:rPr lang="sk-SK" altLang="en-US" sz="2000" dirty="0" err="1"/>
              <a:t>faces</a:t>
            </a:r>
            <a:endParaRPr lang="sk-SK" altLang="en-US" sz="2000" dirty="0"/>
          </a:p>
          <a:p>
            <a:pPr marL="0" marR="0" lvl="0" indent="0" algn="l" defTabSz="914400" rtl="0" eaLnBrk="0" fontAlgn="base" latinLnBrk="0" hangingPunct="0">
              <a:lnSpc>
                <a:spcPct val="150000"/>
              </a:lnSpc>
              <a:spcBef>
                <a:spcPct val="0"/>
              </a:spcBef>
              <a:spcAft>
                <a:spcPct val="0"/>
              </a:spcAft>
              <a:buClrTx/>
              <a:buSzTx/>
              <a:buFontTx/>
              <a:buChar char="•"/>
              <a:tabLst/>
            </a:pPr>
            <a:r>
              <a:rPr lang="sk-SK" altLang="en-US" sz="2000" dirty="0"/>
              <a:t>Stlačme A (vyberieme všetky)</a:t>
            </a:r>
          </a:p>
          <a:p>
            <a:pPr marL="0" marR="0" lvl="0" indent="0" algn="l" defTabSz="914400" rtl="0" eaLnBrk="0" fontAlgn="base" latinLnBrk="0" hangingPunct="0">
              <a:lnSpc>
                <a:spcPct val="150000"/>
              </a:lnSpc>
              <a:spcBef>
                <a:spcPct val="0"/>
              </a:spcBef>
              <a:spcAft>
                <a:spcPct val="0"/>
              </a:spcAft>
              <a:buClrTx/>
              <a:buSzTx/>
              <a:buFontTx/>
              <a:buChar char="•"/>
              <a:tabLst/>
            </a:pPr>
            <a:r>
              <a:rPr lang="sk-SK" altLang="en-US" sz="2000" dirty="0"/>
              <a:t>Pravé tlačidlo myši </a:t>
            </a:r>
          </a:p>
          <a:p>
            <a:pPr marL="0" marR="0" lvl="0" indent="0" algn="l" defTabSz="914400" rtl="0" eaLnBrk="0" fontAlgn="base" latinLnBrk="0" hangingPunct="0">
              <a:lnSpc>
                <a:spcPct val="150000"/>
              </a:lnSpc>
              <a:spcBef>
                <a:spcPct val="0"/>
              </a:spcBef>
              <a:spcAft>
                <a:spcPct val="0"/>
              </a:spcAft>
              <a:buClrTx/>
              <a:buSzTx/>
              <a:buFontTx/>
              <a:buChar char="•"/>
              <a:tabLst/>
            </a:pPr>
            <a:r>
              <a:rPr lang="sk-SK" altLang="en-US" sz="2000" dirty="0" err="1"/>
              <a:t>Subdivide</a:t>
            </a:r>
            <a:r>
              <a:rPr lang="sk-SK" altLang="en-US" sz="2000" dirty="0"/>
              <a:t> </a:t>
            </a:r>
          </a:p>
          <a:p>
            <a:pPr marL="0" marR="0" lvl="0" indent="0" algn="l" defTabSz="914400" rtl="0" eaLnBrk="0" fontAlgn="base" latinLnBrk="0" hangingPunct="0">
              <a:lnSpc>
                <a:spcPct val="150000"/>
              </a:lnSpc>
              <a:spcBef>
                <a:spcPct val="0"/>
              </a:spcBef>
              <a:spcAft>
                <a:spcPct val="0"/>
              </a:spcAft>
              <a:buClrTx/>
              <a:buSzTx/>
              <a:buFontTx/>
              <a:buChar char="•"/>
              <a:tabLst/>
            </a:pPr>
            <a:r>
              <a:rPr lang="sk-SK" altLang="en-US" sz="2000" dirty="0"/>
              <a:t>Number of  </a:t>
            </a:r>
            <a:r>
              <a:rPr lang="sk-SK" altLang="en-US" sz="2000" dirty="0" err="1"/>
              <a:t>Cuts</a:t>
            </a:r>
            <a:r>
              <a:rPr lang="sk-SK" altLang="en-US" sz="2000" dirty="0"/>
              <a:t> = 2</a:t>
            </a:r>
            <a:endParaRPr lang="en-US" altLang="en-US" sz="2000" dirty="0"/>
          </a:p>
        </p:txBody>
      </p:sp>
      <p:pic>
        <p:nvPicPr>
          <p:cNvPr id="3" name="Obrázok 2">
            <a:extLst>
              <a:ext uri="{FF2B5EF4-FFF2-40B4-BE49-F238E27FC236}">
                <a16:creationId xmlns:a16="http://schemas.microsoft.com/office/drawing/2014/main" id="{03D25409-C14D-086F-76B3-ACD5E9D25AD3}"/>
              </a:ext>
            </a:extLst>
          </p:cNvPr>
          <p:cNvPicPr>
            <a:picLocks noChangeAspect="1"/>
          </p:cNvPicPr>
          <p:nvPr/>
        </p:nvPicPr>
        <p:blipFill>
          <a:blip r:embed="rId3"/>
          <a:stretch>
            <a:fillRect/>
          </a:stretch>
        </p:blipFill>
        <p:spPr>
          <a:xfrm>
            <a:off x="6286823" y="3023756"/>
            <a:ext cx="2657467" cy="322118"/>
          </a:xfrm>
          <a:prstGeom prst="rect">
            <a:avLst/>
          </a:prstGeom>
        </p:spPr>
      </p:pic>
      <p:pic>
        <p:nvPicPr>
          <p:cNvPr id="6" name="Obrázok 5">
            <a:extLst>
              <a:ext uri="{FF2B5EF4-FFF2-40B4-BE49-F238E27FC236}">
                <a16:creationId xmlns:a16="http://schemas.microsoft.com/office/drawing/2014/main" id="{B09C8F48-7982-90F2-4B14-0AE1533E827E}"/>
              </a:ext>
            </a:extLst>
          </p:cNvPr>
          <p:cNvPicPr>
            <a:picLocks noChangeAspect="1"/>
          </p:cNvPicPr>
          <p:nvPr/>
        </p:nvPicPr>
        <p:blipFill>
          <a:blip r:embed="rId4"/>
          <a:stretch>
            <a:fillRect/>
          </a:stretch>
        </p:blipFill>
        <p:spPr>
          <a:xfrm>
            <a:off x="7460674" y="3703441"/>
            <a:ext cx="3807394" cy="2691028"/>
          </a:xfrm>
          <a:prstGeom prst="rect">
            <a:avLst/>
          </a:prstGeom>
        </p:spPr>
      </p:pic>
    </p:spTree>
    <p:extLst>
      <p:ext uri="{BB962C8B-B14F-4D97-AF65-F5344CB8AC3E}">
        <p14:creationId xmlns:p14="http://schemas.microsoft.com/office/powerpoint/2010/main" val="3283351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9526B4-0363-4BAB-BC46-80456D5E41E0}"/>
              </a:ext>
            </a:extLst>
          </p:cNvPr>
          <p:cNvSpPr>
            <a:spLocks noGrp="1"/>
          </p:cNvSpPr>
          <p:nvPr>
            <p:ph type="ctrTitle"/>
          </p:nvPr>
        </p:nvSpPr>
        <p:spPr>
          <a:xfrm>
            <a:off x="2545517" y="2193085"/>
            <a:ext cx="3912544" cy="2577893"/>
          </a:xfrm>
        </p:spPr>
        <p:txBody>
          <a:bodyPr>
            <a:normAutofit/>
          </a:bodyPr>
          <a:lstStyle/>
          <a:p>
            <a:r>
              <a:rPr lang="sk-SK" sz="2500" dirty="0">
                <a:ea typeface="Source Sans Pro"/>
              </a:rPr>
              <a:t>EXTRUDE</a:t>
            </a:r>
            <a:endParaRPr lang="en-US" sz="2500" dirty="0">
              <a:ea typeface="Source Sans Pro"/>
            </a:endParaRPr>
          </a:p>
        </p:txBody>
      </p:sp>
      <p:sp>
        <p:nvSpPr>
          <p:cNvPr id="5" name="Zástupný objekt pre obrázok 4">
            <a:extLst>
              <a:ext uri="{FF2B5EF4-FFF2-40B4-BE49-F238E27FC236}">
                <a16:creationId xmlns:a16="http://schemas.microsoft.com/office/drawing/2014/main" id="{B44C0375-86CB-59E2-E8D8-D385C1CF046A}"/>
              </a:ext>
            </a:extLst>
          </p:cNvPr>
          <p:cNvSpPr>
            <a:spLocks noGrp="1"/>
          </p:cNvSpPr>
          <p:nvPr>
            <p:ph type="pic" sz="quarter" idx="10"/>
          </p:nvPr>
        </p:nvSpPr>
        <p:spPr/>
        <p:txBody>
          <a:bodyPr/>
          <a:lstStyle/>
          <a:p>
            <a:endParaRPr lang="en-US"/>
          </a:p>
        </p:txBody>
      </p:sp>
      <p:pic>
        <p:nvPicPr>
          <p:cNvPr id="9" name="Zástupný objekt pre obrázok 12" descr="File:Blender logo no text.svg - Wikimedia Commons">
            <a:extLst>
              <a:ext uri="{FF2B5EF4-FFF2-40B4-BE49-F238E27FC236}">
                <a16:creationId xmlns:a16="http://schemas.microsoft.com/office/drawing/2014/main" id="{5F0650C2-6C53-58B1-5065-E2BD76CDDC59}"/>
              </a:ext>
            </a:extLst>
          </p:cNvPr>
          <p:cNvPicPr>
            <a:picLocks noChangeAspect="1"/>
          </p:cNvPicPr>
          <p:nvPr/>
        </p:nvPicPr>
        <p:blipFill>
          <a:blip r:embed="rId3"/>
          <a:srcRect l="9109" r="9109"/>
          <a:stretch/>
        </p:blipFill>
        <p:spPr>
          <a:xfrm>
            <a:off x="6434333" y="1070340"/>
            <a:ext cx="4222340" cy="4259511"/>
          </a:xfrm>
          <a:custGeom>
            <a:avLst/>
            <a:gdLst>
              <a:gd name="connsiteX0" fmla="*/ 2645499 w 5290998"/>
              <a:gd name="connsiteY0" fmla="*/ 0 h 5290998"/>
              <a:gd name="connsiteX1" fmla="*/ 5290998 w 5290998"/>
              <a:gd name="connsiteY1" fmla="*/ 2645499 h 5290998"/>
              <a:gd name="connsiteX2" fmla="*/ 2645499 w 5290998"/>
              <a:gd name="connsiteY2" fmla="*/ 5290998 h 5290998"/>
              <a:gd name="connsiteX3" fmla="*/ 0 w 5290998"/>
              <a:gd name="connsiteY3" fmla="*/ 2645499 h 5290998"/>
              <a:gd name="connsiteX4" fmla="*/ 2645499 w 5290998"/>
              <a:gd name="connsiteY4" fmla="*/ 0 h 5290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p:spPr>
      </p:pic>
    </p:spTree>
    <p:extLst>
      <p:ext uri="{BB962C8B-B14F-4D97-AF65-F5344CB8AC3E}">
        <p14:creationId xmlns:p14="http://schemas.microsoft.com/office/powerpoint/2010/main" val="3530464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err="1"/>
              <a:t>Extrude</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18</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8665428" cy="4122698"/>
          </a:xfrm>
        </p:spPr>
        <p:txBody>
          <a:bodyPr vert="horz" lIns="91440" tIns="45720" rIns="91440" bIns="45720" rtlCol="0" anchor="t">
            <a:normAutofit/>
          </a:bodyPr>
          <a:lstStyle/>
          <a:p>
            <a:r>
              <a:rPr lang="en-US" b="1" dirty="0" err="1">
                <a:solidFill>
                  <a:schemeClr val="accent4"/>
                </a:solidFill>
              </a:rPr>
              <a:t>Extrudovanie</a:t>
            </a:r>
            <a:r>
              <a:rPr lang="en-US" dirty="0"/>
              <a:t> v </a:t>
            </a:r>
            <a:r>
              <a:rPr lang="en-US" dirty="0" err="1"/>
              <a:t>Blenderi</a:t>
            </a:r>
            <a:r>
              <a:rPr lang="en-US" dirty="0"/>
              <a:t> je </a:t>
            </a:r>
            <a:r>
              <a:rPr lang="en-US" dirty="0" err="1"/>
              <a:t>jedným</a:t>
            </a:r>
            <a:r>
              <a:rPr lang="en-US" dirty="0"/>
              <a:t> z </a:t>
            </a:r>
            <a:r>
              <a:rPr lang="en-US" dirty="0" err="1"/>
              <a:t>najzákladnejších</a:t>
            </a:r>
            <a:r>
              <a:rPr lang="en-US" dirty="0"/>
              <a:t> a </a:t>
            </a:r>
            <a:r>
              <a:rPr lang="en-US" dirty="0" err="1"/>
              <a:t>najpoužívanejších</a:t>
            </a:r>
            <a:r>
              <a:rPr lang="en-US" dirty="0"/>
              <a:t> </a:t>
            </a:r>
            <a:r>
              <a:rPr lang="en-US" dirty="0" err="1"/>
              <a:t>nástrojov</a:t>
            </a:r>
            <a:r>
              <a:rPr lang="en-US" dirty="0"/>
              <a:t> </a:t>
            </a:r>
            <a:r>
              <a:rPr lang="en-US" dirty="0" err="1"/>
              <a:t>pri</a:t>
            </a:r>
            <a:r>
              <a:rPr lang="en-US" dirty="0"/>
              <a:t> </a:t>
            </a:r>
            <a:r>
              <a:rPr lang="en-US" dirty="0" err="1"/>
              <a:t>modelovaní</a:t>
            </a:r>
            <a:r>
              <a:rPr lang="en-US" dirty="0"/>
              <a:t> 3D </a:t>
            </a:r>
            <a:r>
              <a:rPr lang="en-US" dirty="0" err="1"/>
              <a:t>objektov</a:t>
            </a:r>
            <a:r>
              <a:rPr lang="en-US" dirty="0"/>
              <a:t>. </a:t>
            </a:r>
            <a:r>
              <a:rPr lang="en-US" dirty="0" err="1"/>
              <a:t>Umožňuje</a:t>
            </a:r>
            <a:r>
              <a:rPr lang="en-US" dirty="0"/>
              <a:t> </a:t>
            </a:r>
            <a:r>
              <a:rPr lang="en-US" dirty="0" err="1"/>
              <a:t>vytvárať</a:t>
            </a:r>
            <a:r>
              <a:rPr lang="en-US" dirty="0"/>
              <a:t> </a:t>
            </a:r>
            <a:r>
              <a:rPr lang="en-US" dirty="0" err="1"/>
              <a:t>nové</a:t>
            </a:r>
            <a:r>
              <a:rPr lang="en-US" dirty="0"/>
              <a:t> </a:t>
            </a:r>
            <a:r>
              <a:rPr lang="en-US" dirty="0" err="1"/>
              <a:t>geometrické</a:t>
            </a:r>
            <a:r>
              <a:rPr lang="en-US" dirty="0"/>
              <a:t> </a:t>
            </a:r>
            <a:r>
              <a:rPr lang="en-US" dirty="0" err="1"/>
              <a:t>prvky</a:t>
            </a:r>
            <a:r>
              <a:rPr lang="en-US" dirty="0"/>
              <a:t> </a:t>
            </a:r>
            <a:r>
              <a:rPr lang="en-US" dirty="0" err="1"/>
              <a:t>tým</a:t>
            </a:r>
            <a:r>
              <a:rPr lang="en-US" dirty="0"/>
              <a:t>, </a:t>
            </a:r>
            <a:r>
              <a:rPr lang="en-US" dirty="0" err="1"/>
              <a:t>že</a:t>
            </a:r>
            <a:r>
              <a:rPr lang="en-US" dirty="0"/>
              <a:t> z </a:t>
            </a:r>
            <a:r>
              <a:rPr lang="en-US" dirty="0" err="1"/>
              <a:t>existujúcich</a:t>
            </a:r>
            <a:r>
              <a:rPr lang="en-US" dirty="0"/>
              <a:t> </a:t>
            </a:r>
            <a:r>
              <a:rPr lang="sk-SK" dirty="0" err="1"/>
              <a:t>faces</a:t>
            </a:r>
            <a:r>
              <a:rPr lang="en-US" dirty="0"/>
              <a:t>, </a:t>
            </a:r>
            <a:r>
              <a:rPr lang="sk-SK" dirty="0" err="1"/>
              <a:t>edges</a:t>
            </a:r>
            <a:r>
              <a:rPr lang="en-US" dirty="0"/>
              <a:t> </a:t>
            </a:r>
            <a:r>
              <a:rPr lang="en-US" dirty="0" err="1"/>
              <a:t>alebo</a:t>
            </a:r>
            <a:r>
              <a:rPr lang="en-US" dirty="0"/>
              <a:t> </a:t>
            </a:r>
            <a:r>
              <a:rPr lang="sk-SK" dirty="0" err="1"/>
              <a:t>vertices</a:t>
            </a:r>
            <a:r>
              <a:rPr lang="en-US" dirty="0"/>
              <a:t> "</a:t>
            </a:r>
            <a:r>
              <a:rPr lang="en-US" dirty="0" err="1"/>
              <a:t>vytiahne</a:t>
            </a:r>
            <a:r>
              <a:rPr lang="sk-SK" dirty="0" err="1"/>
              <a:t>me</a:t>
            </a:r>
            <a:r>
              <a:rPr lang="en-US" dirty="0"/>
              <a:t>" </a:t>
            </a:r>
            <a:r>
              <a:rPr lang="en-US" dirty="0" err="1"/>
              <a:t>nové</a:t>
            </a:r>
            <a:r>
              <a:rPr lang="sk-SK" dirty="0"/>
              <a:t> </a:t>
            </a:r>
            <a:r>
              <a:rPr lang="sk-SK" dirty="0" err="1"/>
              <a:t>faces</a:t>
            </a:r>
            <a:r>
              <a:rPr lang="en-US" dirty="0"/>
              <a:t>, </a:t>
            </a:r>
            <a:r>
              <a:rPr lang="en-US" dirty="0" err="1"/>
              <a:t>ktoré</a:t>
            </a:r>
            <a:r>
              <a:rPr lang="en-US" dirty="0"/>
              <a:t> </a:t>
            </a:r>
            <a:r>
              <a:rPr lang="en-US" dirty="0" err="1"/>
              <a:t>rozšíria</a:t>
            </a:r>
            <a:r>
              <a:rPr lang="en-US" dirty="0"/>
              <a:t> </a:t>
            </a:r>
            <a:r>
              <a:rPr lang="en-US" dirty="0" err="1"/>
              <a:t>objekt</a:t>
            </a:r>
            <a:r>
              <a:rPr lang="en-US" dirty="0"/>
              <a:t>. </a:t>
            </a:r>
            <a:r>
              <a:rPr lang="en-US" dirty="0" err="1"/>
              <a:t>Extrudovanie</a:t>
            </a:r>
            <a:r>
              <a:rPr lang="en-US" dirty="0"/>
              <a:t> je </a:t>
            </a:r>
            <a:r>
              <a:rPr lang="en-US" dirty="0" err="1"/>
              <a:t>mimoriadne</a:t>
            </a:r>
            <a:r>
              <a:rPr lang="en-US" dirty="0"/>
              <a:t> </a:t>
            </a:r>
            <a:r>
              <a:rPr lang="en-US" dirty="0" err="1"/>
              <a:t>užitočné</a:t>
            </a:r>
            <a:r>
              <a:rPr lang="en-US" dirty="0"/>
              <a:t> </a:t>
            </a:r>
            <a:r>
              <a:rPr lang="en-US" dirty="0" err="1"/>
              <a:t>pri</a:t>
            </a:r>
            <a:r>
              <a:rPr lang="en-US" dirty="0"/>
              <a:t> </a:t>
            </a:r>
            <a:r>
              <a:rPr lang="en-US" dirty="0" err="1"/>
              <a:t>tvorbe</a:t>
            </a:r>
            <a:r>
              <a:rPr lang="en-US" dirty="0"/>
              <a:t> </a:t>
            </a:r>
            <a:r>
              <a:rPr lang="en-US" dirty="0" err="1"/>
              <a:t>komplexných</a:t>
            </a:r>
            <a:r>
              <a:rPr lang="en-US" dirty="0"/>
              <a:t> </a:t>
            </a:r>
            <a:r>
              <a:rPr lang="en-US" dirty="0" err="1"/>
              <a:t>tvarov</a:t>
            </a:r>
            <a:r>
              <a:rPr lang="en-US" dirty="0"/>
              <a:t> z </a:t>
            </a:r>
            <a:r>
              <a:rPr lang="en-US" dirty="0" err="1"/>
              <a:t>jednoduchých</a:t>
            </a:r>
            <a:r>
              <a:rPr lang="en-US" dirty="0"/>
              <a:t> </a:t>
            </a:r>
            <a:r>
              <a:rPr lang="en-US" dirty="0" err="1"/>
              <a:t>objektov</a:t>
            </a:r>
            <a:r>
              <a:rPr lang="en-US" dirty="0"/>
              <a:t>.</a:t>
            </a:r>
            <a:endParaRPr lang="sk-SK" dirty="0"/>
          </a:p>
          <a:p>
            <a:r>
              <a:rPr lang="en-US" b="1" dirty="0" err="1">
                <a:solidFill>
                  <a:schemeClr val="accent4"/>
                </a:solidFill>
              </a:rPr>
              <a:t>Výber</a:t>
            </a:r>
            <a:r>
              <a:rPr lang="en-US" b="1" dirty="0">
                <a:solidFill>
                  <a:schemeClr val="accent4"/>
                </a:solidFill>
              </a:rPr>
              <a:t> a </a:t>
            </a:r>
            <a:r>
              <a:rPr lang="en-US" b="1" dirty="0" err="1">
                <a:solidFill>
                  <a:schemeClr val="accent4"/>
                </a:solidFill>
              </a:rPr>
              <a:t>posunutie</a:t>
            </a:r>
            <a:r>
              <a:rPr lang="en-US" dirty="0">
                <a:solidFill>
                  <a:schemeClr val="accent4"/>
                </a:solidFill>
              </a:rPr>
              <a:t>: </a:t>
            </a:r>
            <a:r>
              <a:rPr lang="en-US" dirty="0" err="1"/>
              <a:t>Keď</a:t>
            </a:r>
            <a:r>
              <a:rPr lang="en-US" dirty="0"/>
              <a:t> v </a:t>
            </a:r>
            <a:r>
              <a:rPr lang="en-US" b="1" dirty="0">
                <a:solidFill>
                  <a:schemeClr val="accent4"/>
                </a:solidFill>
              </a:rPr>
              <a:t>Edit Mode</a:t>
            </a:r>
            <a:r>
              <a:rPr lang="en-US" dirty="0">
                <a:solidFill>
                  <a:schemeClr val="accent4"/>
                </a:solidFill>
              </a:rPr>
              <a:t> </a:t>
            </a:r>
            <a:r>
              <a:rPr lang="en-US" dirty="0" err="1"/>
              <a:t>vyberie</a:t>
            </a:r>
            <a:r>
              <a:rPr lang="sk-SK" dirty="0" err="1"/>
              <a:t>me</a:t>
            </a:r>
            <a:r>
              <a:rPr lang="en-US" dirty="0"/>
              <a:t> </a:t>
            </a:r>
            <a:r>
              <a:rPr lang="sk-SK" dirty="0" err="1"/>
              <a:t>vertices</a:t>
            </a:r>
            <a:r>
              <a:rPr lang="sk-SK" dirty="0"/>
              <a:t>, </a:t>
            </a:r>
            <a:r>
              <a:rPr lang="sk-SK" dirty="0" err="1"/>
              <a:t>edges</a:t>
            </a:r>
            <a:r>
              <a:rPr lang="sk-SK" dirty="0"/>
              <a:t>, alebo </a:t>
            </a:r>
            <a:r>
              <a:rPr lang="sk-SK" dirty="0" err="1"/>
              <a:t>faces</a:t>
            </a:r>
            <a:r>
              <a:rPr lang="sk-SK" dirty="0"/>
              <a:t>, a stlačíme klávesu</a:t>
            </a:r>
            <a:r>
              <a:rPr lang="en-US" dirty="0"/>
              <a:t> </a:t>
            </a:r>
            <a:r>
              <a:rPr lang="en-US" b="1" dirty="0"/>
              <a:t>E</a:t>
            </a:r>
            <a:r>
              <a:rPr lang="en-US" dirty="0"/>
              <a:t> (extrude), Blender </a:t>
            </a:r>
            <a:r>
              <a:rPr lang="en-US" dirty="0" err="1"/>
              <a:t>vytvorí</a:t>
            </a:r>
            <a:r>
              <a:rPr lang="en-US" dirty="0"/>
              <a:t> </a:t>
            </a:r>
            <a:r>
              <a:rPr lang="en-US" dirty="0" err="1"/>
              <a:t>novú</a:t>
            </a:r>
            <a:r>
              <a:rPr lang="en-US" dirty="0"/>
              <a:t> </a:t>
            </a:r>
            <a:r>
              <a:rPr lang="en-US" dirty="0" err="1"/>
              <a:t>geometriu</a:t>
            </a:r>
            <a:r>
              <a:rPr lang="en-US" dirty="0"/>
              <a:t> </a:t>
            </a:r>
            <a:r>
              <a:rPr lang="en-US" dirty="0" err="1"/>
              <a:t>pripojenú</a:t>
            </a:r>
            <a:r>
              <a:rPr lang="en-US" dirty="0"/>
              <a:t> k </a:t>
            </a:r>
            <a:r>
              <a:rPr lang="en-US" dirty="0" err="1"/>
              <a:t>pôvodnej</a:t>
            </a:r>
            <a:r>
              <a:rPr lang="en-US" dirty="0"/>
              <a:t>, </a:t>
            </a:r>
            <a:r>
              <a:rPr lang="en-US" dirty="0" err="1"/>
              <a:t>ktorú</a:t>
            </a:r>
            <a:r>
              <a:rPr lang="en-US" dirty="0"/>
              <a:t> </a:t>
            </a:r>
            <a:r>
              <a:rPr lang="en-US" dirty="0" err="1"/>
              <a:t>môže</a:t>
            </a:r>
            <a:r>
              <a:rPr lang="sk-SK" dirty="0" err="1"/>
              <a:t>me</a:t>
            </a:r>
            <a:r>
              <a:rPr lang="en-US" dirty="0"/>
              <a:t> </a:t>
            </a:r>
            <a:r>
              <a:rPr lang="en-US" dirty="0" err="1"/>
              <a:t>voľne</a:t>
            </a:r>
            <a:r>
              <a:rPr lang="en-US" dirty="0"/>
              <a:t> </a:t>
            </a:r>
            <a:r>
              <a:rPr lang="sk-SK" dirty="0"/>
              <a:t>transformovať. </a:t>
            </a:r>
          </a:p>
          <a:p>
            <a:r>
              <a:rPr lang="en-US" b="1" dirty="0" err="1">
                <a:solidFill>
                  <a:schemeClr val="accent4"/>
                </a:solidFill>
              </a:rPr>
              <a:t>Posun</a:t>
            </a:r>
            <a:r>
              <a:rPr lang="en-US" b="1" dirty="0">
                <a:solidFill>
                  <a:schemeClr val="accent4"/>
                </a:solidFill>
              </a:rPr>
              <a:t> v </a:t>
            </a:r>
            <a:r>
              <a:rPr lang="en-US" b="1" dirty="0" err="1">
                <a:solidFill>
                  <a:schemeClr val="accent4"/>
                </a:solidFill>
              </a:rPr>
              <a:t>osi</a:t>
            </a:r>
            <a:r>
              <a:rPr lang="en-US" dirty="0"/>
              <a:t>: Po </a:t>
            </a:r>
            <a:r>
              <a:rPr lang="en-US" dirty="0" err="1"/>
              <a:t>stlačení</a:t>
            </a:r>
            <a:r>
              <a:rPr lang="en-US" dirty="0"/>
              <a:t> </a:t>
            </a:r>
            <a:r>
              <a:rPr lang="en-US" b="1" dirty="0"/>
              <a:t>E</a:t>
            </a:r>
            <a:r>
              <a:rPr lang="en-US" dirty="0"/>
              <a:t> </a:t>
            </a:r>
            <a:r>
              <a:rPr lang="en-US" dirty="0" err="1"/>
              <a:t>sa</a:t>
            </a:r>
            <a:r>
              <a:rPr lang="en-US" dirty="0"/>
              <a:t> </a:t>
            </a:r>
            <a:r>
              <a:rPr lang="en-US" dirty="0" err="1"/>
              <a:t>môže</a:t>
            </a:r>
            <a:r>
              <a:rPr lang="en-US" dirty="0"/>
              <a:t> </a:t>
            </a:r>
            <a:r>
              <a:rPr lang="en-US" dirty="0" err="1"/>
              <a:t>extrudovaný</a:t>
            </a:r>
            <a:r>
              <a:rPr lang="en-US" dirty="0"/>
              <a:t> </a:t>
            </a:r>
            <a:r>
              <a:rPr lang="en-US" dirty="0" err="1"/>
              <a:t>prvok</a:t>
            </a:r>
            <a:r>
              <a:rPr lang="en-US" dirty="0"/>
              <a:t> </a:t>
            </a:r>
            <a:r>
              <a:rPr lang="en-US" dirty="0" err="1"/>
              <a:t>pohybovať</a:t>
            </a:r>
            <a:r>
              <a:rPr lang="en-US" dirty="0"/>
              <a:t> </a:t>
            </a:r>
            <a:r>
              <a:rPr lang="en-US" dirty="0" err="1"/>
              <a:t>voľne</a:t>
            </a:r>
            <a:r>
              <a:rPr lang="en-US" dirty="0"/>
              <a:t> v </a:t>
            </a:r>
            <a:r>
              <a:rPr lang="en-US" dirty="0" err="1"/>
              <a:t>priestore</a:t>
            </a:r>
            <a:r>
              <a:rPr lang="en-US" dirty="0"/>
              <a:t>. Ak </a:t>
            </a:r>
            <a:r>
              <a:rPr lang="en-US" dirty="0" err="1"/>
              <a:t>chce</a:t>
            </a:r>
            <a:r>
              <a:rPr lang="sk-SK" dirty="0" err="1"/>
              <a:t>me</a:t>
            </a:r>
            <a:r>
              <a:rPr lang="en-US" dirty="0"/>
              <a:t> </a:t>
            </a:r>
            <a:r>
              <a:rPr lang="en-US" dirty="0" err="1"/>
              <a:t>extrudovať</a:t>
            </a:r>
            <a:r>
              <a:rPr lang="en-US" dirty="0"/>
              <a:t> </a:t>
            </a:r>
            <a:r>
              <a:rPr lang="en-US" dirty="0" err="1"/>
              <a:t>len</a:t>
            </a:r>
            <a:r>
              <a:rPr lang="en-US" dirty="0"/>
              <a:t> v </a:t>
            </a:r>
            <a:r>
              <a:rPr lang="en-US" dirty="0" err="1"/>
              <a:t>určitom</a:t>
            </a:r>
            <a:r>
              <a:rPr lang="en-US" dirty="0"/>
              <a:t> </a:t>
            </a:r>
            <a:r>
              <a:rPr lang="en-US" dirty="0" err="1"/>
              <a:t>smere</a:t>
            </a:r>
            <a:r>
              <a:rPr lang="en-US" dirty="0"/>
              <a:t>, </a:t>
            </a:r>
            <a:r>
              <a:rPr lang="en-US" dirty="0" err="1"/>
              <a:t>môže</a:t>
            </a:r>
            <a:r>
              <a:rPr lang="sk-SK" dirty="0" err="1"/>
              <a:t>me</a:t>
            </a:r>
            <a:r>
              <a:rPr lang="en-US" dirty="0"/>
              <a:t> </a:t>
            </a:r>
            <a:r>
              <a:rPr lang="en-US" dirty="0" err="1"/>
              <a:t>pohyb</a:t>
            </a:r>
            <a:r>
              <a:rPr lang="en-US" dirty="0"/>
              <a:t> </a:t>
            </a:r>
            <a:r>
              <a:rPr lang="en-US" dirty="0" err="1"/>
              <a:t>obmedziť</a:t>
            </a:r>
            <a:r>
              <a:rPr lang="en-US" dirty="0"/>
              <a:t> </a:t>
            </a:r>
            <a:r>
              <a:rPr lang="en-US" dirty="0" err="1"/>
              <a:t>na</a:t>
            </a:r>
            <a:r>
              <a:rPr lang="en-US" dirty="0"/>
              <a:t> </a:t>
            </a:r>
            <a:r>
              <a:rPr lang="en-US" dirty="0" err="1"/>
              <a:t>určitú</a:t>
            </a:r>
            <a:r>
              <a:rPr lang="en-US" dirty="0"/>
              <a:t> </a:t>
            </a:r>
            <a:r>
              <a:rPr lang="en-US" dirty="0" err="1"/>
              <a:t>os</a:t>
            </a:r>
            <a:r>
              <a:rPr lang="en-US" dirty="0"/>
              <a:t> (</a:t>
            </a:r>
            <a:r>
              <a:rPr lang="en-US" dirty="0" err="1"/>
              <a:t>napr</a:t>
            </a:r>
            <a:r>
              <a:rPr lang="en-US" dirty="0"/>
              <a:t>. </a:t>
            </a:r>
            <a:r>
              <a:rPr lang="en-US" b="1" dirty="0"/>
              <a:t>E</a:t>
            </a:r>
            <a:r>
              <a:rPr lang="en-US" dirty="0"/>
              <a:t> a </a:t>
            </a:r>
            <a:r>
              <a:rPr lang="en-US" dirty="0" err="1"/>
              <a:t>potom</a:t>
            </a:r>
            <a:r>
              <a:rPr lang="en-US" dirty="0"/>
              <a:t> </a:t>
            </a:r>
            <a:r>
              <a:rPr lang="en-US" b="1" dirty="0"/>
              <a:t>Z</a:t>
            </a:r>
            <a:r>
              <a:rPr lang="en-US" dirty="0"/>
              <a:t> pre </a:t>
            </a:r>
            <a:r>
              <a:rPr lang="en-US" dirty="0" err="1"/>
              <a:t>pohyb</a:t>
            </a:r>
            <a:r>
              <a:rPr lang="en-US" dirty="0"/>
              <a:t> po </a:t>
            </a:r>
            <a:r>
              <a:rPr lang="en-US" dirty="0" err="1"/>
              <a:t>osi</a:t>
            </a:r>
            <a:r>
              <a:rPr lang="en-US" dirty="0"/>
              <a:t> Z).</a:t>
            </a:r>
            <a:endParaRPr lang="sk-SK" dirty="0"/>
          </a:p>
          <a:p>
            <a:r>
              <a:rPr lang="en-US" dirty="0" err="1"/>
              <a:t>Extrudovanie</a:t>
            </a:r>
            <a:r>
              <a:rPr lang="en-US" dirty="0"/>
              <a:t> v </a:t>
            </a:r>
            <a:r>
              <a:rPr lang="en-US" dirty="0" err="1"/>
              <a:t>Blenderi</a:t>
            </a:r>
            <a:r>
              <a:rPr lang="en-US" dirty="0"/>
              <a:t> </a:t>
            </a:r>
            <a:r>
              <a:rPr lang="en-US" dirty="0" err="1"/>
              <a:t>má</a:t>
            </a:r>
            <a:r>
              <a:rPr lang="en-US" dirty="0"/>
              <a:t> </a:t>
            </a:r>
            <a:r>
              <a:rPr lang="en-US" dirty="0" err="1"/>
              <a:t>rôzne</a:t>
            </a:r>
            <a:r>
              <a:rPr lang="en-US" dirty="0"/>
              <a:t> </a:t>
            </a:r>
            <a:r>
              <a:rPr lang="en-US" dirty="0" err="1"/>
              <a:t>možnosti</a:t>
            </a:r>
            <a:r>
              <a:rPr lang="en-US" dirty="0"/>
              <a:t>, </a:t>
            </a:r>
            <a:r>
              <a:rPr lang="en-US" dirty="0" err="1"/>
              <a:t>ktoré</a:t>
            </a:r>
            <a:r>
              <a:rPr lang="en-US" dirty="0"/>
              <a:t> </a:t>
            </a:r>
            <a:r>
              <a:rPr lang="en-US" dirty="0" err="1"/>
              <a:t>umožňujú</a:t>
            </a:r>
            <a:r>
              <a:rPr lang="en-US" dirty="0"/>
              <a:t> </a:t>
            </a:r>
            <a:r>
              <a:rPr lang="en-US" dirty="0" err="1"/>
              <a:t>kontrolovať</a:t>
            </a:r>
            <a:r>
              <a:rPr lang="en-US" dirty="0"/>
              <a:t>, </a:t>
            </a:r>
            <a:r>
              <a:rPr lang="en-US" dirty="0" err="1"/>
              <a:t>ako</a:t>
            </a:r>
            <a:r>
              <a:rPr lang="en-US" dirty="0"/>
              <a:t> </a:t>
            </a:r>
            <a:r>
              <a:rPr lang="en-US" dirty="0" err="1"/>
              <a:t>sa</a:t>
            </a:r>
            <a:r>
              <a:rPr lang="en-US" dirty="0"/>
              <a:t> </a:t>
            </a:r>
            <a:r>
              <a:rPr lang="en-US" dirty="0" err="1"/>
              <a:t>nová</a:t>
            </a:r>
            <a:r>
              <a:rPr lang="en-US" dirty="0"/>
              <a:t> </a:t>
            </a:r>
            <a:r>
              <a:rPr lang="en-US" dirty="0" err="1"/>
              <a:t>geometria</a:t>
            </a:r>
            <a:r>
              <a:rPr lang="en-US" dirty="0"/>
              <a:t> </a:t>
            </a:r>
            <a:r>
              <a:rPr lang="en-US" dirty="0" err="1"/>
              <a:t>vytvára</a:t>
            </a:r>
            <a:r>
              <a:rPr lang="en-US" dirty="0"/>
              <a:t> a v </a:t>
            </a:r>
            <a:r>
              <a:rPr lang="en-US" dirty="0" err="1"/>
              <a:t>akom</a:t>
            </a:r>
            <a:r>
              <a:rPr lang="en-US" dirty="0"/>
              <a:t> </a:t>
            </a:r>
            <a:r>
              <a:rPr lang="en-US" dirty="0" err="1"/>
              <a:t>smere</a:t>
            </a:r>
            <a:r>
              <a:rPr lang="en-US" dirty="0"/>
              <a:t> </a:t>
            </a:r>
            <a:r>
              <a:rPr lang="en-US" dirty="0" err="1"/>
              <a:t>sa</a:t>
            </a:r>
            <a:r>
              <a:rPr lang="en-US" dirty="0"/>
              <a:t> </a:t>
            </a:r>
            <a:r>
              <a:rPr lang="en-US" dirty="0" err="1"/>
              <a:t>posúva</a:t>
            </a:r>
            <a:r>
              <a:rPr lang="en-US" dirty="0"/>
              <a:t>. </a:t>
            </a:r>
            <a:r>
              <a:rPr lang="en-US" dirty="0" err="1"/>
              <a:t>Každá</a:t>
            </a:r>
            <a:r>
              <a:rPr lang="en-US" dirty="0"/>
              <a:t> z </a:t>
            </a:r>
            <a:r>
              <a:rPr lang="en-US" dirty="0" err="1"/>
              <a:t>nasledujúcich</a:t>
            </a:r>
            <a:r>
              <a:rPr lang="en-US" dirty="0"/>
              <a:t> </a:t>
            </a:r>
            <a:r>
              <a:rPr lang="en-US" dirty="0" err="1"/>
              <a:t>možností</a:t>
            </a:r>
            <a:r>
              <a:rPr lang="en-US" dirty="0"/>
              <a:t> </a:t>
            </a:r>
            <a:r>
              <a:rPr lang="en-US" dirty="0" err="1"/>
              <a:t>extrudovania</a:t>
            </a:r>
            <a:r>
              <a:rPr lang="en-US" dirty="0"/>
              <a:t> </a:t>
            </a:r>
            <a:r>
              <a:rPr lang="en-US" dirty="0" err="1"/>
              <a:t>ponúka</a:t>
            </a:r>
            <a:r>
              <a:rPr lang="en-US" dirty="0"/>
              <a:t> </a:t>
            </a:r>
            <a:r>
              <a:rPr lang="en-US" dirty="0" err="1"/>
              <a:t>rôzne</a:t>
            </a:r>
            <a:r>
              <a:rPr lang="en-US" dirty="0"/>
              <a:t> </a:t>
            </a:r>
            <a:r>
              <a:rPr lang="en-US" dirty="0" err="1"/>
              <a:t>spôsoby</a:t>
            </a:r>
            <a:r>
              <a:rPr lang="en-US" dirty="0"/>
              <a:t>, </a:t>
            </a:r>
            <a:r>
              <a:rPr lang="en-US" dirty="0" err="1"/>
              <a:t>ako</a:t>
            </a:r>
            <a:r>
              <a:rPr lang="en-US" dirty="0"/>
              <a:t> </a:t>
            </a:r>
            <a:r>
              <a:rPr lang="en-US" dirty="0" err="1"/>
              <a:t>upravovať</a:t>
            </a:r>
            <a:r>
              <a:rPr lang="en-US" dirty="0"/>
              <a:t> a </a:t>
            </a:r>
            <a:r>
              <a:rPr lang="en-US" dirty="0" err="1"/>
              <a:t>rozširovať</a:t>
            </a:r>
            <a:r>
              <a:rPr lang="en-US" dirty="0"/>
              <a:t> 3D </a:t>
            </a:r>
            <a:r>
              <a:rPr lang="en-US" dirty="0" err="1"/>
              <a:t>modely</a:t>
            </a:r>
            <a:endParaRPr lang="en-US" dirty="0"/>
          </a:p>
          <a:p>
            <a:endParaRPr lang="en-US" dirty="0"/>
          </a:p>
        </p:txBody>
      </p:sp>
    </p:spTree>
    <p:extLst>
      <p:ext uri="{BB962C8B-B14F-4D97-AF65-F5344CB8AC3E}">
        <p14:creationId xmlns:p14="http://schemas.microsoft.com/office/powerpoint/2010/main" val="2354349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err="1"/>
              <a:t>Extrude</a:t>
            </a:r>
            <a:r>
              <a:rPr lang="sk-SK" dirty="0"/>
              <a:t> </a:t>
            </a:r>
            <a:r>
              <a:rPr lang="sk-SK" dirty="0" err="1"/>
              <a:t>Region</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19</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7608539" cy="4122698"/>
          </a:xfrm>
        </p:spPr>
        <p:txBody>
          <a:bodyPr vert="horz" lIns="91440" tIns="45720" rIns="91440" bIns="45720" rtlCol="0" anchor="t">
            <a:normAutofit/>
          </a:bodyPr>
          <a:lstStyle/>
          <a:p>
            <a:r>
              <a:rPr lang="sk-SK" b="1" dirty="0">
                <a:solidFill>
                  <a:schemeClr val="accent4"/>
                </a:solidFill>
              </a:rPr>
              <a:t>Popis: </a:t>
            </a:r>
            <a:r>
              <a:rPr lang="en-US" dirty="0"/>
              <a:t>Extrude Region je </a:t>
            </a:r>
            <a:r>
              <a:rPr lang="en-US" dirty="0" err="1"/>
              <a:t>základná</a:t>
            </a:r>
            <a:r>
              <a:rPr lang="en-US" dirty="0"/>
              <a:t> </a:t>
            </a:r>
            <a:r>
              <a:rPr lang="en-US" dirty="0" err="1"/>
              <a:t>metóda</a:t>
            </a:r>
            <a:r>
              <a:rPr lang="en-US" dirty="0"/>
              <a:t> </a:t>
            </a:r>
            <a:r>
              <a:rPr lang="en-US" dirty="0" err="1"/>
              <a:t>extrudovania</a:t>
            </a:r>
            <a:r>
              <a:rPr lang="en-US" dirty="0"/>
              <a:t>, </a:t>
            </a:r>
            <a:r>
              <a:rPr lang="en-US" dirty="0" err="1"/>
              <a:t>ktorá</a:t>
            </a:r>
            <a:r>
              <a:rPr lang="en-US" dirty="0"/>
              <a:t> </a:t>
            </a:r>
            <a:r>
              <a:rPr lang="en-US" dirty="0" err="1"/>
              <a:t>sa</a:t>
            </a:r>
            <a:r>
              <a:rPr lang="en-US" dirty="0"/>
              <a:t> </a:t>
            </a:r>
            <a:r>
              <a:rPr lang="en-US" dirty="0" err="1"/>
              <a:t>používa</a:t>
            </a:r>
            <a:r>
              <a:rPr lang="en-US" dirty="0"/>
              <a:t> </a:t>
            </a:r>
            <a:r>
              <a:rPr lang="en-US" dirty="0" err="1"/>
              <a:t>na</a:t>
            </a:r>
            <a:r>
              <a:rPr lang="en-US" dirty="0"/>
              <a:t> </a:t>
            </a:r>
            <a:r>
              <a:rPr lang="en-US" dirty="0" err="1"/>
              <a:t>vytvorenie</a:t>
            </a:r>
            <a:r>
              <a:rPr lang="en-US" dirty="0"/>
              <a:t> </a:t>
            </a:r>
            <a:r>
              <a:rPr lang="en-US" dirty="0" err="1"/>
              <a:t>novej</a:t>
            </a:r>
            <a:r>
              <a:rPr lang="en-US" dirty="0"/>
              <a:t> </a:t>
            </a:r>
            <a:r>
              <a:rPr lang="en-US" dirty="0" err="1"/>
              <a:t>geometrie</a:t>
            </a:r>
            <a:r>
              <a:rPr lang="en-US" dirty="0"/>
              <a:t> z </a:t>
            </a:r>
            <a:r>
              <a:rPr lang="en-US" dirty="0" err="1"/>
              <a:t>vybraných</a:t>
            </a:r>
            <a:r>
              <a:rPr lang="en-US" dirty="0"/>
              <a:t> </a:t>
            </a:r>
            <a:r>
              <a:rPr lang="en-US" dirty="0" err="1"/>
              <a:t>tvárí</a:t>
            </a:r>
            <a:r>
              <a:rPr lang="en-US" dirty="0"/>
              <a:t>, </a:t>
            </a:r>
            <a:r>
              <a:rPr lang="en-US" dirty="0" err="1"/>
              <a:t>hrán</a:t>
            </a:r>
            <a:r>
              <a:rPr lang="en-US" dirty="0"/>
              <a:t> </a:t>
            </a:r>
            <a:r>
              <a:rPr lang="en-US" dirty="0" err="1"/>
              <a:t>alebo</a:t>
            </a:r>
            <a:r>
              <a:rPr lang="en-US" dirty="0"/>
              <a:t> </a:t>
            </a:r>
            <a:r>
              <a:rPr lang="en-US" dirty="0" err="1"/>
              <a:t>vrcholov</a:t>
            </a:r>
            <a:r>
              <a:rPr lang="en-US" dirty="0"/>
              <a:t>, </a:t>
            </a:r>
            <a:r>
              <a:rPr lang="en-US" dirty="0" err="1"/>
              <a:t>ktoré</a:t>
            </a:r>
            <a:r>
              <a:rPr lang="en-US" dirty="0"/>
              <a:t> </a:t>
            </a:r>
            <a:r>
              <a:rPr lang="en-US" dirty="0" err="1"/>
              <a:t>sú</a:t>
            </a:r>
            <a:r>
              <a:rPr lang="en-US" dirty="0"/>
              <a:t> </a:t>
            </a:r>
            <a:r>
              <a:rPr lang="en-US" dirty="0" err="1"/>
              <a:t>spojené</a:t>
            </a:r>
            <a:r>
              <a:rPr lang="en-US" dirty="0"/>
              <a:t> do </a:t>
            </a:r>
            <a:r>
              <a:rPr lang="en-US" dirty="0" err="1"/>
              <a:t>jednej</a:t>
            </a:r>
            <a:r>
              <a:rPr lang="en-US" dirty="0"/>
              <a:t> </a:t>
            </a:r>
            <a:r>
              <a:rPr lang="en-US" dirty="0" err="1"/>
              <a:t>oblasti</a:t>
            </a:r>
            <a:r>
              <a:rPr lang="en-US" dirty="0"/>
              <a:t>. </a:t>
            </a:r>
            <a:r>
              <a:rPr lang="en-US" dirty="0" err="1"/>
              <a:t>Keď</a:t>
            </a:r>
            <a:r>
              <a:rPr lang="en-US" dirty="0"/>
              <a:t> </a:t>
            </a:r>
            <a:r>
              <a:rPr lang="en-US" dirty="0" err="1"/>
              <a:t>extruduje</a:t>
            </a:r>
            <a:r>
              <a:rPr lang="sk-SK" dirty="0" err="1"/>
              <a:t>me</a:t>
            </a:r>
            <a:r>
              <a:rPr lang="en-US" dirty="0"/>
              <a:t> </a:t>
            </a:r>
            <a:r>
              <a:rPr lang="en-US" dirty="0" err="1"/>
              <a:t>viacero</a:t>
            </a:r>
            <a:r>
              <a:rPr lang="en-US" dirty="0"/>
              <a:t> </a:t>
            </a:r>
            <a:r>
              <a:rPr lang="en-US" dirty="0" err="1"/>
              <a:t>vybraných</a:t>
            </a:r>
            <a:r>
              <a:rPr lang="en-US" dirty="0"/>
              <a:t> </a:t>
            </a:r>
            <a:r>
              <a:rPr lang="en-US" dirty="0" err="1"/>
              <a:t>tvárí</a:t>
            </a:r>
            <a:r>
              <a:rPr lang="en-US" dirty="0"/>
              <a:t> </a:t>
            </a:r>
            <a:r>
              <a:rPr lang="en-US" dirty="0" err="1"/>
              <a:t>naraz</a:t>
            </a:r>
            <a:r>
              <a:rPr lang="en-US" dirty="0"/>
              <a:t>, </a:t>
            </a:r>
            <a:r>
              <a:rPr lang="en-US" dirty="0" err="1"/>
              <a:t>všetky</a:t>
            </a:r>
            <a:r>
              <a:rPr lang="en-US" dirty="0"/>
              <a:t> </a:t>
            </a:r>
            <a:r>
              <a:rPr lang="en-US" dirty="0" err="1"/>
              <a:t>tieto</a:t>
            </a:r>
            <a:r>
              <a:rPr lang="en-US" dirty="0"/>
              <a:t> </a:t>
            </a:r>
            <a:r>
              <a:rPr lang="en-US" dirty="0" err="1"/>
              <a:t>tváre</a:t>
            </a:r>
            <a:r>
              <a:rPr lang="en-US" dirty="0"/>
              <a:t> </a:t>
            </a:r>
            <a:r>
              <a:rPr lang="en-US" dirty="0" err="1"/>
              <a:t>zostanú</a:t>
            </a:r>
            <a:r>
              <a:rPr lang="en-US" dirty="0"/>
              <a:t> </a:t>
            </a:r>
            <a:r>
              <a:rPr lang="en-US" dirty="0" err="1"/>
              <a:t>spojené</a:t>
            </a:r>
            <a:r>
              <a:rPr lang="en-US" dirty="0"/>
              <a:t> </a:t>
            </a:r>
            <a:r>
              <a:rPr lang="en-US" dirty="0" err="1"/>
              <a:t>dohromady</a:t>
            </a:r>
            <a:r>
              <a:rPr lang="en-US" dirty="0"/>
              <a:t> a </a:t>
            </a:r>
            <a:r>
              <a:rPr lang="en-US" dirty="0" err="1"/>
              <a:t>vytvoria</a:t>
            </a:r>
            <a:r>
              <a:rPr lang="en-US" dirty="0"/>
              <a:t> </a:t>
            </a:r>
            <a:r>
              <a:rPr lang="en-US" dirty="0" err="1"/>
              <a:t>nové</a:t>
            </a:r>
            <a:r>
              <a:rPr lang="en-US" dirty="0"/>
              <a:t> </a:t>
            </a:r>
            <a:r>
              <a:rPr lang="en-US" dirty="0" err="1"/>
              <a:t>pripojené</a:t>
            </a:r>
            <a:r>
              <a:rPr lang="en-US" dirty="0"/>
              <a:t> </a:t>
            </a:r>
            <a:r>
              <a:rPr lang="en-US" dirty="0" err="1"/>
              <a:t>plochy</a:t>
            </a:r>
            <a:r>
              <a:rPr lang="en-US" dirty="0"/>
              <a:t>.</a:t>
            </a:r>
            <a:endParaRPr lang="sk-SK" dirty="0"/>
          </a:p>
        </p:txBody>
      </p:sp>
      <p:pic>
        <p:nvPicPr>
          <p:cNvPr id="4" name="Obrázok 3">
            <a:extLst>
              <a:ext uri="{FF2B5EF4-FFF2-40B4-BE49-F238E27FC236}">
                <a16:creationId xmlns:a16="http://schemas.microsoft.com/office/drawing/2014/main" id="{A445459A-B38B-A6A2-985A-B9CBE58579BE}"/>
              </a:ext>
            </a:extLst>
          </p:cNvPr>
          <p:cNvPicPr>
            <a:picLocks noChangeAspect="1"/>
          </p:cNvPicPr>
          <p:nvPr/>
        </p:nvPicPr>
        <p:blipFill>
          <a:blip r:embed="rId3"/>
          <a:stretch>
            <a:fillRect/>
          </a:stretch>
        </p:blipFill>
        <p:spPr>
          <a:xfrm>
            <a:off x="2101450" y="3429000"/>
            <a:ext cx="1581371" cy="1531458"/>
          </a:xfrm>
          <a:prstGeom prst="rect">
            <a:avLst/>
          </a:prstGeom>
        </p:spPr>
      </p:pic>
      <p:pic>
        <p:nvPicPr>
          <p:cNvPr id="7" name="Obrázok 6">
            <a:extLst>
              <a:ext uri="{FF2B5EF4-FFF2-40B4-BE49-F238E27FC236}">
                <a16:creationId xmlns:a16="http://schemas.microsoft.com/office/drawing/2014/main" id="{F740C723-FD9D-7AF8-0274-B9ADBA8A2181}"/>
              </a:ext>
            </a:extLst>
          </p:cNvPr>
          <p:cNvPicPr>
            <a:picLocks noChangeAspect="1"/>
          </p:cNvPicPr>
          <p:nvPr/>
        </p:nvPicPr>
        <p:blipFill>
          <a:blip r:embed="rId4"/>
          <a:stretch>
            <a:fillRect/>
          </a:stretch>
        </p:blipFill>
        <p:spPr>
          <a:xfrm>
            <a:off x="5099263" y="3107517"/>
            <a:ext cx="3208825" cy="2927350"/>
          </a:xfrm>
          <a:prstGeom prst="rect">
            <a:avLst/>
          </a:prstGeom>
        </p:spPr>
      </p:pic>
    </p:spTree>
    <p:extLst>
      <p:ext uri="{BB962C8B-B14F-4D97-AF65-F5344CB8AC3E}">
        <p14:creationId xmlns:p14="http://schemas.microsoft.com/office/powerpoint/2010/main" val="52624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err="1"/>
              <a:t>Extrude</a:t>
            </a:r>
            <a:r>
              <a:rPr lang="sk-SK" dirty="0"/>
              <a:t> </a:t>
            </a:r>
            <a:r>
              <a:rPr lang="sk-SK" dirty="0" err="1"/>
              <a:t>Manifold</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20</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7608539" cy="4122698"/>
          </a:xfrm>
        </p:spPr>
        <p:txBody>
          <a:bodyPr vert="horz" lIns="91440" tIns="45720" rIns="91440" bIns="45720" rtlCol="0" anchor="t">
            <a:normAutofit/>
          </a:bodyPr>
          <a:lstStyle/>
          <a:p>
            <a:r>
              <a:rPr lang="sk-SK" b="1" dirty="0">
                <a:solidFill>
                  <a:schemeClr val="accent4"/>
                </a:solidFill>
              </a:rPr>
              <a:t>Popis: </a:t>
            </a:r>
            <a:r>
              <a:rPr lang="en-US" dirty="0"/>
              <a:t>Extrude Manifold je </a:t>
            </a:r>
            <a:r>
              <a:rPr lang="en-US" dirty="0" err="1"/>
              <a:t>pokročilejšia</a:t>
            </a:r>
            <a:r>
              <a:rPr lang="en-US" dirty="0"/>
              <a:t> forma </a:t>
            </a:r>
            <a:r>
              <a:rPr lang="en-US" dirty="0" err="1"/>
              <a:t>extrudovania</a:t>
            </a:r>
            <a:r>
              <a:rPr lang="en-US" dirty="0"/>
              <a:t>, </a:t>
            </a:r>
            <a:r>
              <a:rPr lang="en-US" dirty="0" err="1"/>
              <a:t>ktorá</a:t>
            </a:r>
            <a:r>
              <a:rPr lang="en-US" dirty="0"/>
              <a:t> </a:t>
            </a:r>
            <a:r>
              <a:rPr lang="en-US" dirty="0" err="1"/>
              <a:t>automaticky</a:t>
            </a:r>
            <a:r>
              <a:rPr lang="en-US" dirty="0"/>
              <a:t> </a:t>
            </a:r>
            <a:r>
              <a:rPr lang="en-US" dirty="0" err="1"/>
              <a:t>upravuje</a:t>
            </a:r>
            <a:r>
              <a:rPr lang="en-US" dirty="0"/>
              <a:t> </a:t>
            </a:r>
            <a:r>
              <a:rPr lang="en-US" dirty="0" err="1"/>
              <a:t>geometriu</a:t>
            </a:r>
            <a:r>
              <a:rPr lang="en-US" dirty="0"/>
              <a:t> </a:t>
            </a:r>
            <a:r>
              <a:rPr lang="en-US" dirty="0" err="1"/>
              <a:t>modelu</a:t>
            </a:r>
            <a:r>
              <a:rPr lang="en-US" dirty="0"/>
              <a:t> </a:t>
            </a:r>
            <a:r>
              <a:rPr lang="en-US" dirty="0" err="1"/>
              <a:t>počas</a:t>
            </a:r>
            <a:r>
              <a:rPr lang="en-US" dirty="0"/>
              <a:t> </a:t>
            </a:r>
            <a:r>
              <a:rPr lang="en-US" dirty="0" err="1"/>
              <a:t>extrudovania</a:t>
            </a:r>
            <a:r>
              <a:rPr lang="en-US" dirty="0"/>
              <a:t>, aby </a:t>
            </a:r>
            <a:r>
              <a:rPr lang="en-US" dirty="0" err="1"/>
              <a:t>sa</a:t>
            </a:r>
            <a:r>
              <a:rPr lang="en-US" dirty="0"/>
              <a:t> </a:t>
            </a:r>
            <a:r>
              <a:rPr lang="en-US" dirty="0" err="1"/>
              <a:t>eliminovali</a:t>
            </a:r>
            <a:r>
              <a:rPr lang="en-US" dirty="0"/>
              <a:t> </a:t>
            </a:r>
            <a:r>
              <a:rPr lang="en-US" b="1" dirty="0" err="1"/>
              <a:t>dvojité</a:t>
            </a:r>
            <a:r>
              <a:rPr lang="en-US" b="1" dirty="0"/>
              <a:t> </a:t>
            </a:r>
            <a:r>
              <a:rPr lang="en-US" b="1" dirty="0" err="1"/>
              <a:t>plochy</a:t>
            </a:r>
            <a:r>
              <a:rPr lang="en-US" dirty="0"/>
              <a:t> </a:t>
            </a:r>
            <a:r>
              <a:rPr lang="en-US" dirty="0" err="1"/>
              <a:t>alebo</a:t>
            </a:r>
            <a:r>
              <a:rPr lang="en-US" dirty="0"/>
              <a:t> </a:t>
            </a:r>
            <a:r>
              <a:rPr lang="en-US" b="1" dirty="0" err="1"/>
              <a:t>otvorené</a:t>
            </a:r>
            <a:r>
              <a:rPr lang="en-US" b="1" dirty="0"/>
              <a:t> </a:t>
            </a:r>
            <a:r>
              <a:rPr lang="en-US" b="1" dirty="0" err="1"/>
              <a:t>hrany</a:t>
            </a:r>
            <a:r>
              <a:rPr lang="en-US" dirty="0"/>
              <a:t>. </a:t>
            </a:r>
            <a:r>
              <a:rPr lang="en-US" dirty="0" err="1"/>
              <a:t>Tento</a:t>
            </a:r>
            <a:r>
              <a:rPr lang="en-US" dirty="0"/>
              <a:t> </a:t>
            </a:r>
            <a:r>
              <a:rPr lang="en-US" dirty="0" err="1"/>
              <a:t>nástroj</a:t>
            </a:r>
            <a:r>
              <a:rPr lang="en-US" dirty="0"/>
              <a:t> </a:t>
            </a:r>
            <a:r>
              <a:rPr lang="en-US" dirty="0" err="1"/>
              <a:t>zabezpečí</a:t>
            </a:r>
            <a:r>
              <a:rPr lang="en-US" dirty="0"/>
              <a:t>, </a:t>
            </a:r>
            <a:r>
              <a:rPr lang="en-US" dirty="0" err="1"/>
              <a:t>že</a:t>
            </a:r>
            <a:r>
              <a:rPr lang="en-US" dirty="0"/>
              <a:t> </a:t>
            </a:r>
            <a:r>
              <a:rPr lang="en-US" dirty="0" err="1"/>
              <a:t>extrudovaná</a:t>
            </a:r>
            <a:r>
              <a:rPr lang="en-US" dirty="0"/>
              <a:t> </a:t>
            </a:r>
            <a:r>
              <a:rPr lang="en-US" dirty="0" err="1"/>
              <a:t>časť</a:t>
            </a:r>
            <a:r>
              <a:rPr lang="en-US" dirty="0"/>
              <a:t> </a:t>
            </a:r>
            <a:r>
              <a:rPr lang="en-US" dirty="0" err="1"/>
              <a:t>zostane</a:t>
            </a:r>
            <a:r>
              <a:rPr lang="en-US" dirty="0"/>
              <a:t> </a:t>
            </a:r>
            <a:r>
              <a:rPr lang="en-US" b="1" dirty="0"/>
              <a:t>manifold</a:t>
            </a:r>
            <a:r>
              <a:rPr lang="en-US" dirty="0"/>
              <a:t>, </a:t>
            </a:r>
            <a:r>
              <a:rPr lang="en-US" dirty="0" err="1"/>
              <a:t>čo</a:t>
            </a:r>
            <a:r>
              <a:rPr lang="en-US" dirty="0"/>
              <a:t> </a:t>
            </a:r>
            <a:r>
              <a:rPr lang="en-US" dirty="0" err="1"/>
              <a:t>znamená</a:t>
            </a:r>
            <a:r>
              <a:rPr lang="en-US" dirty="0"/>
              <a:t>, </a:t>
            </a:r>
            <a:r>
              <a:rPr lang="en-US" dirty="0" err="1"/>
              <a:t>že</a:t>
            </a:r>
            <a:r>
              <a:rPr lang="en-US" dirty="0"/>
              <a:t> </a:t>
            </a:r>
            <a:r>
              <a:rPr lang="en-US" dirty="0" err="1"/>
              <a:t>nebudú</a:t>
            </a:r>
            <a:r>
              <a:rPr lang="en-US" dirty="0"/>
              <a:t> </a:t>
            </a:r>
            <a:r>
              <a:rPr lang="en-US" dirty="0" err="1"/>
              <a:t>existovať</a:t>
            </a:r>
            <a:r>
              <a:rPr lang="en-US" dirty="0"/>
              <a:t> </a:t>
            </a:r>
            <a:r>
              <a:rPr lang="en-US" dirty="0" err="1"/>
              <a:t>žiadne</a:t>
            </a:r>
            <a:r>
              <a:rPr lang="en-US" dirty="0"/>
              <a:t> </a:t>
            </a:r>
            <a:r>
              <a:rPr lang="en-US" dirty="0" err="1"/>
              <a:t>medzery</a:t>
            </a:r>
            <a:r>
              <a:rPr lang="en-US" dirty="0"/>
              <a:t> </a:t>
            </a:r>
            <a:r>
              <a:rPr lang="en-US" dirty="0" err="1"/>
              <a:t>alebo</a:t>
            </a:r>
            <a:r>
              <a:rPr lang="en-US" dirty="0"/>
              <a:t> </a:t>
            </a:r>
            <a:r>
              <a:rPr lang="en-US" dirty="0" err="1"/>
              <a:t>chyby</a:t>
            </a:r>
            <a:r>
              <a:rPr lang="en-US" dirty="0"/>
              <a:t> v </a:t>
            </a:r>
            <a:r>
              <a:rPr lang="en-US" dirty="0" err="1"/>
              <a:t>topológii</a:t>
            </a:r>
            <a:r>
              <a:rPr lang="en-US" dirty="0"/>
              <a:t> (</a:t>
            </a:r>
            <a:r>
              <a:rPr lang="en-US" dirty="0" err="1"/>
              <a:t>uzatvorený</a:t>
            </a:r>
            <a:r>
              <a:rPr lang="en-US" dirty="0"/>
              <a:t> a </a:t>
            </a:r>
            <a:r>
              <a:rPr lang="en-US" dirty="0" err="1"/>
              <a:t>správne</a:t>
            </a:r>
            <a:r>
              <a:rPr lang="en-US" dirty="0"/>
              <a:t> </a:t>
            </a:r>
            <a:r>
              <a:rPr lang="en-US" dirty="0" err="1"/>
              <a:t>prepojený</a:t>
            </a:r>
            <a:r>
              <a:rPr lang="en-US" dirty="0"/>
              <a:t> </a:t>
            </a:r>
            <a:r>
              <a:rPr lang="en-US" dirty="0" err="1"/>
              <a:t>povrch</a:t>
            </a:r>
            <a:r>
              <a:rPr lang="en-US" dirty="0"/>
              <a:t>).</a:t>
            </a:r>
            <a:endParaRPr lang="sk-SK" dirty="0"/>
          </a:p>
        </p:txBody>
      </p:sp>
      <p:pic>
        <p:nvPicPr>
          <p:cNvPr id="6" name="Obrázok 5">
            <a:extLst>
              <a:ext uri="{FF2B5EF4-FFF2-40B4-BE49-F238E27FC236}">
                <a16:creationId xmlns:a16="http://schemas.microsoft.com/office/drawing/2014/main" id="{E51F27DB-A056-76E9-FCD9-B5254B81E149}"/>
              </a:ext>
            </a:extLst>
          </p:cNvPr>
          <p:cNvPicPr>
            <a:picLocks noChangeAspect="1"/>
          </p:cNvPicPr>
          <p:nvPr/>
        </p:nvPicPr>
        <p:blipFill>
          <a:blip r:embed="rId3"/>
          <a:stretch>
            <a:fillRect/>
          </a:stretch>
        </p:blipFill>
        <p:spPr>
          <a:xfrm>
            <a:off x="2072806" y="3429000"/>
            <a:ext cx="2248822" cy="1766025"/>
          </a:xfrm>
          <a:prstGeom prst="rect">
            <a:avLst/>
          </a:prstGeom>
        </p:spPr>
      </p:pic>
      <p:pic>
        <p:nvPicPr>
          <p:cNvPr id="9" name="Obrázok 8">
            <a:extLst>
              <a:ext uri="{FF2B5EF4-FFF2-40B4-BE49-F238E27FC236}">
                <a16:creationId xmlns:a16="http://schemas.microsoft.com/office/drawing/2014/main" id="{364CD48E-954A-95A6-B2A7-68ABE93213DC}"/>
              </a:ext>
            </a:extLst>
          </p:cNvPr>
          <p:cNvPicPr>
            <a:picLocks noChangeAspect="1"/>
          </p:cNvPicPr>
          <p:nvPr/>
        </p:nvPicPr>
        <p:blipFill>
          <a:blip r:embed="rId4"/>
          <a:stretch>
            <a:fillRect/>
          </a:stretch>
        </p:blipFill>
        <p:spPr>
          <a:xfrm>
            <a:off x="5904728" y="3320143"/>
            <a:ext cx="3031420" cy="2939757"/>
          </a:xfrm>
          <a:prstGeom prst="rect">
            <a:avLst/>
          </a:prstGeom>
        </p:spPr>
      </p:pic>
    </p:spTree>
    <p:extLst>
      <p:ext uri="{BB962C8B-B14F-4D97-AF65-F5344CB8AC3E}">
        <p14:creationId xmlns:p14="http://schemas.microsoft.com/office/powerpoint/2010/main" val="1462955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9526B4-0363-4BAB-BC46-80456D5E41E0}"/>
              </a:ext>
            </a:extLst>
          </p:cNvPr>
          <p:cNvSpPr>
            <a:spLocks noGrp="1"/>
          </p:cNvSpPr>
          <p:nvPr>
            <p:ph type="ctrTitle"/>
          </p:nvPr>
        </p:nvSpPr>
        <p:spPr>
          <a:xfrm>
            <a:off x="2545517" y="2193085"/>
            <a:ext cx="3912544" cy="2577893"/>
          </a:xfrm>
        </p:spPr>
        <p:txBody>
          <a:bodyPr>
            <a:normAutofit/>
          </a:bodyPr>
          <a:lstStyle/>
          <a:p>
            <a:r>
              <a:rPr lang="sk-SK" sz="2500" dirty="0">
                <a:ea typeface="Source Sans Pro"/>
              </a:rPr>
              <a:t>PRIDÁVANIE A SPÁJANIE FACES</a:t>
            </a:r>
            <a:endParaRPr lang="en-US" sz="2500" dirty="0">
              <a:ea typeface="Source Sans Pro"/>
            </a:endParaRPr>
          </a:p>
        </p:txBody>
      </p:sp>
      <p:sp>
        <p:nvSpPr>
          <p:cNvPr id="5" name="Zástupný objekt pre obrázok 4">
            <a:extLst>
              <a:ext uri="{FF2B5EF4-FFF2-40B4-BE49-F238E27FC236}">
                <a16:creationId xmlns:a16="http://schemas.microsoft.com/office/drawing/2014/main" id="{B44C0375-86CB-59E2-E8D8-D385C1CF046A}"/>
              </a:ext>
            </a:extLst>
          </p:cNvPr>
          <p:cNvSpPr>
            <a:spLocks noGrp="1"/>
          </p:cNvSpPr>
          <p:nvPr>
            <p:ph type="pic" sz="quarter" idx="10"/>
          </p:nvPr>
        </p:nvSpPr>
        <p:spPr/>
        <p:txBody>
          <a:bodyPr/>
          <a:lstStyle/>
          <a:p>
            <a:endParaRPr lang="en-US"/>
          </a:p>
        </p:txBody>
      </p:sp>
      <p:pic>
        <p:nvPicPr>
          <p:cNvPr id="9" name="Zástupný objekt pre obrázok 12" descr="File:Blender logo no text.svg - Wikimedia Commons">
            <a:extLst>
              <a:ext uri="{FF2B5EF4-FFF2-40B4-BE49-F238E27FC236}">
                <a16:creationId xmlns:a16="http://schemas.microsoft.com/office/drawing/2014/main" id="{5F0650C2-6C53-58B1-5065-E2BD76CDDC59}"/>
              </a:ext>
            </a:extLst>
          </p:cNvPr>
          <p:cNvPicPr>
            <a:picLocks noChangeAspect="1"/>
          </p:cNvPicPr>
          <p:nvPr/>
        </p:nvPicPr>
        <p:blipFill>
          <a:blip r:embed="rId3"/>
          <a:srcRect l="9109" r="9109"/>
          <a:stretch/>
        </p:blipFill>
        <p:spPr>
          <a:xfrm>
            <a:off x="6434333" y="1070340"/>
            <a:ext cx="4222340" cy="4259511"/>
          </a:xfrm>
          <a:custGeom>
            <a:avLst/>
            <a:gdLst>
              <a:gd name="connsiteX0" fmla="*/ 2645499 w 5290998"/>
              <a:gd name="connsiteY0" fmla="*/ 0 h 5290998"/>
              <a:gd name="connsiteX1" fmla="*/ 5290998 w 5290998"/>
              <a:gd name="connsiteY1" fmla="*/ 2645499 h 5290998"/>
              <a:gd name="connsiteX2" fmla="*/ 2645499 w 5290998"/>
              <a:gd name="connsiteY2" fmla="*/ 5290998 h 5290998"/>
              <a:gd name="connsiteX3" fmla="*/ 0 w 5290998"/>
              <a:gd name="connsiteY3" fmla="*/ 2645499 h 5290998"/>
              <a:gd name="connsiteX4" fmla="*/ 2645499 w 5290998"/>
              <a:gd name="connsiteY4" fmla="*/ 0 h 5290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p:spPr>
      </p:pic>
    </p:spTree>
    <p:extLst>
      <p:ext uri="{BB962C8B-B14F-4D97-AF65-F5344CB8AC3E}">
        <p14:creationId xmlns:p14="http://schemas.microsoft.com/office/powerpoint/2010/main" val="33684087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a:t>Nový </a:t>
            </a:r>
            <a:r>
              <a:rPr lang="sk-SK" dirty="0" err="1"/>
              <a:t>Face</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22</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7608539" cy="4122698"/>
          </a:xfrm>
        </p:spPr>
        <p:txBody>
          <a:bodyPr vert="horz" lIns="91440" tIns="45720" rIns="91440" bIns="45720" rtlCol="0" anchor="t">
            <a:normAutofit/>
          </a:bodyPr>
          <a:lstStyle/>
          <a:p>
            <a:r>
              <a:rPr lang="sk-SK" dirty="0"/>
              <a:t>Vymažme vybraný </a:t>
            </a:r>
            <a:r>
              <a:rPr lang="sk-SK" dirty="0" err="1"/>
              <a:t>Face</a:t>
            </a:r>
            <a:r>
              <a:rPr lang="sk-SK" dirty="0"/>
              <a:t> cez </a:t>
            </a:r>
            <a:r>
              <a:rPr lang="sk-SK" b="1" dirty="0"/>
              <a:t>X -&gt; </a:t>
            </a:r>
            <a:r>
              <a:rPr lang="sk-SK" b="1" dirty="0" err="1"/>
              <a:t>Faces</a:t>
            </a:r>
            <a:endParaRPr lang="sk-SK" b="1" dirty="0"/>
          </a:p>
          <a:p>
            <a:endParaRPr lang="sk-SK" dirty="0"/>
          </a:p>
        </p:txBody>
      </p:sp>
      <p:pic>
        <p:nvPicPr>
          <p:cNvPr id="4" name="Obrázok 3">
            <a:extLst>
              <a:ext uri="{FF2B5EF4-FFF2-40B4-BE49-F238E27FC236}">
                <a16:creationId xmlns:a16="http://schemas.microsoft.com/office/drawing/2014/main" id="{2F80AD9E-ED81-F07B-8B6D-A41077F33556}"/>
              </a:ext>
            </a:extLst>
          </p:cNvPr>
          <p:cNvPicPr>
            <a:picLocks noChangeAspect="1"/>
          </p:cNvPicPr>
          <p:nvPr/>
        </p:nvPicPr>
        <p:blipFill>
          <a:blip r:embed="rId3"/>
          <a:stretch>
            <a:fillRect/>
          </a:stretch>
        </p:blipFill>
        <p:spPr>
          <a:xfrm>
            <a:off x="2008691" y="2488848"/>
            <a:ext cx="3124636" cy="2981741"/>
          </a:xfrm>
          <a:prstGeom prst="rect">
            <a:avLst/>
          </a:prstGeom>
        </p:spPr>
      </p:pic>
    </p:spTree>
    <p:extLst>
      <p:ext uri="{BB962C8B-B14F-4D97-AF65-F5344CB8AC3E}">
        <p14:creationId xmlns:p14="http://schemas.microsoft.com/office/powerpoint/2010/main" val="3051530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a:t>Nový </a:t>
            </a:r>
            <a:r>
              <a:rPr lang="sk-SK" dirty="0" err="1"/>
              <a:t>Face</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23</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7608539" cy="4122698"/>
          </a:xfrm>
        </p:spPr>
        <p:txBody>
          <a:bodyPr vert="horz" lIns="91440" tIns="45720" rIns="91440" bIns="45720" rtlCol="0" anchor="t">
            <a:normAutofit/>
          </a:bodyPr>
          <a:lstStyle/>
          <a:p>
            <a:r>
              <a:rPr lang="sk-SK" dirty="0"/>
              <a:t>Označme dve </a:t>
            </a:r>
            <a:r>
              <a:rPr lang="sk-SK" dirty="0" err="1"/>
              <a:t>protilahlé</a:t>
            </a:r>
            <a:r>
              <a:rPr lang="sk-SK" dirty="0"/>
              <a:t> hrany</a:t>
            </a:r>
          </a:p>
          <a:p>
            <a:r>
              <a:rPr lang="sk-SK" dirty="0"/>
              <a:t>Stlačme F</a:t>
            </a:r>
          </a:p>
        </p:txBody>
      </p:sp>
      <p:pic>
        <p:nvPicPr>
          <p:cNvPr id="6" name="Obrázok 5">
            <a:extLst>
              <a:ext uri="{FF2B5EF4-FFF2-40B4-BE49-F238E27FC236}">
                <a16:creationId xmlns:a16="http://schemas.microsoft.com/office/drawing/2014/main" id="{1BAE7815-C916-7B30-2845-F3D549F70FB9}"/>
              </a:ext>
            </a:extLst>
          </p:cNvPr>
          <p:cNvPicPr>
            <a:picLocks noChangeAspect="1"/>
          </p:cNvPicPr>
          <p:nvPr/>
        </p:nvPicPr>
        <p:blipFill>
          <a:blip r:embed="rId3"/>
          <a:stretch>
            <a:fillRect/>
          </a:stretch>
        </p:blipFill>
        <p:spPr>
          <a:xfrm>
            <a:off x="1825868" y="2693538"/>
            <a:ext cx="3010320" cy="3019846"/>
          </a:xfrm>
          <a:prstGeom prst="rect">
            <a:avLst/>
          </a:prstGeom>
        </p:spPr>
      </p:pic>
      <p:pic>
        <p:nvPicPr>
          <p:cNvPr id="8" name="Obrázok 7">
            <a:extLst>
              <a:ext uri="{FF2B5EF4-FFF2-40B4-BE49-F238E27FC236}">
                <a16:creationId xmlns:a16="http://schemas.microsoft.com/office/drawing/2014/main" id="{A445D92C-088D-FEF5-85E1-CB140F1F3E11}"/>
              </a:ext>
            </a:extLst>
          </p:cNvPr>
          <p:cNvPicPr>
            <a:picLocks noChangeAspect="1"/>
          </p:cNvPicPr>
          <p:nvPr/>
        </p:nvPicPr>
        <p:blipFill>
          <a:blip r:embed="rId4"/>
          <a:stretch>
            <a:fillRect/>
          </a:stretch>
        </p:blipFill>
        <p:spPr>
          <a:xfrm>
            <a:off x="5546387" y="2693538"/>
            <a:ext cx="3010320" cy="3044220"/>
          </a:xfrm>
          <a:prstGeom prst="rect">
            <a:avLst/>
          </a:prstGeom>
        </p:spPr>
      </p:pic>
    </p:spTree>
    <p:extLst>
      <p:ext uri="{BB962C8B-B14F-4D97-AF65-F5344CB8AC3E}">
        <p14:creationId xmlns:p14="http://schemas.microsoft.com/office/powerpoint/2010/main" val="2408889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a:t>Spojenie </a:t>
            </a:r>
            <a:r>
              <a:rPr lang="sk-SK" dirty="0" err="1"/>
              <a:t>Faces</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24</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7608539" cy="4122698"/>
          </a:xfrm>
        </p:spPr>
        <p:txBody>
          <a:bodyPr vert="horz" lIns="91440" tIns="45720" rIns="91440" bIns="45720" rtlCol="0" anchor="t">
            <a:normAutofit/>
          </a:bodyPr>
          <a:lstStyle/>
          <a:p>
            <a:r>
              <a:rPr lang="sk-SK" dirty="0"/>
              <a:t>Označme </a:t>
            </a:r>
            <a:r>
              <a:rPr lang="sk-SK" dirty="0" err="1"/>
              <a:t>Faces</a:t>
            </a:r>
            <a:r>
              <a:rPr lang="sk-SK" dirty="0"/>
              <a:t>, ktoré chceme spojiť</a:t>
            </a:r>
          </a:p>
          <a:p>
            <a:r>
              <a:rPr lang="sk-SK" dirty="0"/>
              <a:t>Pravé tlačidlo myši  -&gt; </a:t>
            </a:r>
            <a:r>
              <a:rPr lang="sk-SK" dirty="0" err="1"/>
              <a:t>Dissolve</a:t>
            </a:r>
            <a:r>
              <a:rPr lang="sk-SK" dirty="0"/>
              <a:t> </a:t>
            </a:r>
            <a:r>
              <a:rPr lang="sk-SK" dirty="0" err="1"/>
              <a:t>Faces</a:t>
            </a:r>
            <a:endParaRPr lang="sk-SK" dirty="0"/>
          </a:p>
        </p:txBody>
      </p:sp>
      <p:pic>
        <p:nvPicPr>
          <p:cNvPr id="4" name="Obrázok 3">
            <a:extLst>
              <a:ext uri="{FF2B5EF4-FFF2-40B4-BE49-F238E27FC236}">
                <a16:creationId xmlns:a16="http://schemas.microsoft.com/office/drawing/2014/main" id="{B8EBD2D5-C342-07F6-3739-039BBD575AE1}"/>
              </a:ext>
            </a:extLst>
          </p:cNvPr>
          <p:cNvPicPr>
            <a:picLocks noChangeAspect="1"/>
          </p:cNvPicPr>
          <p:nvPr/>
        </p:nvPicPr>
        <p:blipFill>
          <a:blip r:embed="rId3"/>
          <a:stretch>
            <a:fillRect/>
          </a:stretch>
        </p:blipFill>
        <p:spPr>
          <a:xfrm>
            <a:off x="1965895" y="2747028"/>
            <a:ext cx="3302791" cy="3328900"/>
          </a:xfrm>
          <a:prstGeom prst="rect">
            <a:avLst/>
          </a:prstGeom>
        </p:spPr>
      </p:pic>
      <p:pic>
        <p:nvPicPr>
          <p:cNvPr id="9" name="Obrázok 8">
            <a:extLst>
              <a:ext uri="{FF2B5EF4-FFF2-40B4-BE49-F238E27FC236}">
                <a16:creationId xmlns:a16="http://schemas.microsoft.com/office/drawing/2014/main" id="{0C781E4E-606A-1C09-966C-51A80C2E1438}"/>
              </a:ext>
            </a:extLst>
          </p:cNvPr>
          <p:cNvPicPr>
            <a:picLocks noChangeAspect="1"/>
          </p:cNvPicPr>
          <p:nvPr/>
        </p:nvPicPr>
        <p:blipFill>
          <a:blip r:embed="rId4"/>
          <a:stretch>
            <a:fillRect/>
          </a:stretch>
        </p:blipFill>
        <p:spPr>
          <a:xfrm>
            <a:off x="5608570" y="2611672"/>
            <a:ext cx="3792881" cy="3464256"/>
          </a:xfrm>
          <a:prstGeom prst="rect">
            <a:avLst/>
          </a:prstGeom>
        </p:spPr>
      </p:pic>
    </p:spTree>
    <p:extLst>
      <p:ext uri="{BB962C8B-B14F-4D97-AF65-F5344CB8AC3E}">
        <p14:creationId xmlns:p14="http://schemas.microsoft.com/office/powerpoint/2010/main" val="649341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err="1"/>
              <a:t>Inset</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25</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6" y="1590686"/>
            <a:ext cx="5769348" cy="4332132"/>
          </a:xfrm>
        </p:spPr>
        <p:txBody>
          <a:bodyPr vert="horz" lIns="91440" tIns="45720" rIns="91440" bIns="45720" rtlCol="0" anchor="t">
            <a:normAutofit/>
          </a:bodyPr>
          <a:lstStyle/>
          <a:p>
            <a:r>
              <a:rPr lang="en-US" b="1" dirty="0"/>
              <a:t>Inset</a:t>
            </a:r>
            <a:r>
              <a:rPr lang="en-US" dirty="0"/>
              <a:t> v </a:t>
            </a:r>
            <a:r>
              <a:rPr lang="en-US" dirty="0" err="1"/>
              <a:t>Blenderi</a:t>
            </a:r>
            <a:r>
              <a:rPr lang="en-US" dirty="0"/>
              <a:t> je </a:t>
            </a:r>
            <a:r>
              <a:rPr lang="en-US" dirty="0" err="1"/>
              <a:t>nástroj</a:t>
            </a:r>
            <a:r>
              <a:rPr lang="en-US" dirty="0"/>
              <a:t>, </a:t>
            </a:r>
            <a:r>
              <a:rPr lang="en-US" dirty="0" err="1"/>
              <a:t>ktorý</a:t>
            </a:r>
            <a:r>
              <a:rPr lang="en-US" dirty="0"/>
              <a:t> </a:t>
            </a:r>
            <a:r>
              <a:rPr lang="en-US" dirty="0" err="1"/>
              <a:t>nám</a:t>
            </a:r>
            <a:r>
              <a:rPr lang="en-US" dirty="0"/>
              <a:t> </a:t>
            </a:r>
            <a:r>
              <a:rPr lang="en-US" dirty="0" err="1"/>
              <a:t>umožňuje</a:t>
            </a:r>
            <a:r>
              <a:rPr lang="en-US" dirty="0"/>
              <a:t> </a:t>
            </a:r>
            <a:r>
              <a:rPr lang="en-US" dirty="0" err="1"/>
              <a:t>vytvoriť</a:t>
            </a:r>
            <a:r>
              <a:rPr lang="en-US" dirty="0"/>
              <a:t> </a:t>
            </a:r>
            <a:r>
              <a:rPr lang="en-US" dirty="0" err="1"/>
              <a:t>novú</a:t>
            </a:r>
            <a:r>
              <a:rPr lang="en-US" dirty="0"/>
              <a:t>, </a:t>
            </a:r>
            <a:r>
              <a:rPr lang="en-US" dirty="0" err="1"/>
              <a:t>menšiu</a:t>
            </a:r>
            <a:r>
              <a:rPr lang="en-US" dirty="0"/>
              <a:t> </a:t>
            </a:r>
            <a:r>
              <a:rPr lang="en-US" dirty="0" err="1"/>
              <a:t>alebo</a:t>
            </a:r>
            <a:r>
              <a:rPr lang="en-US" dirty="0"/>
              <a:t> </a:t>
            </a:r>
            <a:r>
              <a:rPr lang="en-US" dirty="0" err="1"/>
              <a:t>väčšiu</a:t>
            </a:r>
            <a:r>
              <a:rPr lang="en-US" dirty="0"/>
              <a:t> </a:t>
            </a:r>
            <a:r>
              <a:rPr lang="en-US" b="1" dirty="0"/>
              <a:t>face</a:t>
            </a:r>
            <a:r>
              <a:rPr lang="en-US" dirty="0"/>
              <a:t>  </a:t>
            </a:r>
            <a:r>
              <a:rPr lang="en-US" dirty="0" err="1"/>
              <a:t>vo</a:t>
            </a:r>
            <a:r>
              <a:rPr lang="en-US" dirty="0"/>
              <a:t> </a:t>
            </a:r>
            <a:r>
              <a:rPr lang="en-US" dirty="0" err="1"/>
              <a:t>vnútri</a:t>
            </a:r>
            <a:r>
              <a:rPr lang="en-US" dirty="0"/>
              <a:t> </a:t>
            </a:r>
            <a:r>
              <a:rPr lang="en-US" dirty="0" err="1"/>
              <a:t>vybranej</a:t>
            </a:r>
            <a:r>
              <a:rPr lang="en-US" dirty="0"/>
              <a:t> </a:t>
            </a:r>
            <a:r>
              <a:rPr lang="en-US" dirty="0" err="1"/>
              <a:t>tváre</a:t>
            </a:r>
            <a:r>
              <a:rPr lang="en-US" dirty="0"/>
              <a:t>, </a:t>
            </a:r>
            <a:r>
              <a:rPr lang="en-US" dirty="0" err="1"/>
              <a:t>pričom</a:t>
            </a:r>
            <a:r>
              <a:rPr lang="en-US" dirty="0"/>
              <a:t> </a:t>
            </a:r>
            <a:r>
              <a:rPr lang="en-US" dirty="0" err="1"/>
              <a:t>zachováva</a:t>
            </a:r>
            <a:r>
              <a:rPr lang="en-US" dirty="0"/>
              <a:t> </a:t>
            </a:r>
            <a:r>
              <a:rPr lang="en-US" dirty="0" err="1"/>
              <a:t>okrajové</a:t>
            </a:r>
            <a:r>
              <a:rPr lang="en-US" dirty="0"/>
              <a:t> </a:t>
            </a:r>
            <a:r>
              <a:rPr lang="en-US" b="1" dirty="0"/>
              <a:t>edges</a:t>
            </a:r>
            <a:r>
              <a:rPr lang="en-US" dirty="0"/>
              <a:t>. Inset </a:t>
            </a:r>
            <a:r>
              <a:rPr lang="en-US" dirty="0" err="1"/>
              <a:t>pracuje</a:t>
            </a:r>
            <a:r>
              <a:rPr lang="en-US" dirty="0"/>
              <a:t> </a:t>
            </a:r>
            <a:r>
              <a:rPr lang="en-US" dirty="0" err="1"/>
              <a:t>tak</a:t>
            </a:r>
            <a:r>
              <a:rPr lang="en-US" dirty="0"/>
              <a:t>, </a:t>
            </a:r>
            <a:r>
              <a:rPr lang="en-US" dirty="0" err="1"/>
              <a:t>že</a:t>
            </a:r>
            <a:r>
              <a:rPr lang="en-US" dirty="0"/>
              <a:t> </a:t>
            </a:r>
            <a:r>
              <a:rPr lang="en-US" dirty="0" err="1"/>
              <a:t>odsunie</a:t>
            </a:r>
            <a:r>
              <a:rPr lang="en-US" dirty="0"/>
              <a:t> </a:t>
            </a:r>
            <a:r>
              <a:rPr lang="en-US" dirty="0" err="1"/>
              <a:t>hrany</a:t>
            </a:r>
            <a:r>
              <a:rPr lang="en-US" dirty="0"/>
              <a:t> od </a:t>
            </a:r>
            <a:r>
              <a:rPr lang="en-US" dirty="0" err="1"/>
              <a:t>okraja</a:t>
            </a:r>
            <a:r>
              <a:rPr lang="en-US" dirty="0"/>
              <a:t> </a:t>
            </a:r>
            <a:r>
              <a:rPr lang="en-US" dirty="0" err="1"/>
              <a:t>tváre</a:t>
            </a:r>
            <a:r>
              <a:rPr lang="en-US" dirty="0"/>
              <a:t> </a:t>
            </a:r>
            <a:r>
              <a:rPr lang="en-US" dirty="0" err="1"/>
              <a:t>dovnútra</a:t>
            </a:r>
            <a:r>
              <a:rPr lang="en-US" dirty="0"/>
              <a:t> </a:t>
            </a:r>
            <a:r>
              <a:rPr lang="en-US" dirty="0" err="1"/>
              <a:t>alebo</a:t>
            </a:r>
            <a:r>
              <a:rPr lang="en-US" dirty="0"/>
              <a:t> von, </a:t>
            </a:r>
            <a:r>
              <a:rPr lang="en-US" dirty="0" err="1"/>
              <a:t>čím</a:t>
            </a:r>
            <a:r>
              <a:rPr lang="en-US" dirty="0"/>
              <a:t> </a:t>
            </a:r>
            <a:r>
              <a:rPr lang="en-US" dirty="0" err="1"/>
              <a:t>vytvorí</a:t>
            </a:r>
            <a:r>
              <a:rPr lang="en-US" dirty="0"/>
              <a:t> </a:t>
            </a:r>
            <a:r>
              <a:rPr lang="en-US" dirty="0" err="1"/>
              <a:t>nový</a:t>
            </a:r>
            <a:r>
              <a:rPr lang="en-US" dirty="0"/>
              <a:t> </a:t>
            </a:r>
            <a:r>
              <a:rPr lang="en-US" dirty="0" err="1"/>
              <a:t>okraj</a:t>
            </a:r>
            <a:r>
              <a:rPr lang="en-US" dirty="0"/>
              <a:t>, </a:t>
            </a:r>
            <a:r>
              <a:rPr lang="en-US" dirty="0" err="1"/>
              <a:t>zatiaľ</a:t>
            </a:r>
            <a:r>
              <a:rPr lang="en-US" dirty="0"/>
              <a:t> </a:t>
            </a:r>
            <a:r>
              <a:rPr lang="en-US" dirty="0" err="1"/>
              <a:t>čo</a:t>
            </a:r>
            <a:r>
              <a:rPr lang="en-US" dirty="0"/>
              <a:t> </a:t>
            </a:r>
            <a:r>
              <a:rPr lang="en-US" dirty="0" err="1"/>
              <a:t>pôvodná</a:t>
            </a:r>
            <a:r>
              <a:rPr lang="en-US" dirty="0"/>
              <a:t> </a:t>
            </a:r>
            <a:r>
              <a:rPr lang="en-US" dirty="0" err="1"/>
              <a:t>tvár</a:t>
            </a:r>
            <a:r>
              <a:rPr lang="en-US" dirty="0"/>
              <a:t> </a:t>
            </a:r>
            <a:r>
              <a:rPr lang="en-US" dirty="0" err="1"/>
              <a:t>zostáva</a:t>
            </a:r>
            <a:r>
              <a:rPr lang="en-US" dirty="0"/>
              <a:t> v </a:t>
            </a:r>
            <a:r>
              <a:rPr lang="en-US" dirty="0" err="1"/>
              <a:t>strede</a:t>
            </a:r>
            <a:r>
              <a:rPr lang="en-US" dirty="0"/>
              <a:t>.</a:t>
            </a:r>
            <a:endParaRPr lang="sk-SK" dirty="0"/>
          </a:p>
          <a:p>
            <a:r>
              <a:rPr lang="en-US" dirty="0" err="1"/>
              <a:t>Keď</a:t>
            </a:r>
            <a:r>
              <a:rPr lang="en-US" dirty="0"/>
              <a:t> </a:t>
            </a:r>
            <a:r>
              <a:rPr lang="en-US" dirty="0" err="1"/>
              <a:t>vyberieme</a:t>
            </a:r>
            <a:r>
              <a:rPr lang="en-US" dirty="0"/>
              <a:t> </a:t>
            </a:r>
            <a:r>
              <a:rPr lang="en-US" dirty="0" err="1"/>
              <a:t>tvár</a:t>
            </a:r>
            <a:r>
              <a:rPr lang="en-US" dirty="0"/>
              <a:t> a </a:t>
            </a:r>
            <a:r>
              <a:rPr lang="en-US" dirty="0" err="1"/>
              <a:t>použijeme</a:t>
            </a:r>
            <a:r>
              <a:rPr lang="en-US" dirty="0"/>
              <a:t> Inset, Blender </a:t>
            </a:r>
            <a:r>
              <a:rPr lang="en-US" dirty="0" err="1"/>
              <a:t>vytvorí</a:t>
            </a:r>
            <a:r>
              <a:rPr lang="en-US" dirty="0"/>
              <a:t> </a:t>
            </a:r>
            <a:r>
              <a:rPr lang="en-US" dirty="0" err="1"/>
              <a:t>novú</a:t>
            </a:r>
            <a:r>
              <a:rPr lang="en-US" dirty="0"/>
              <a:t> </a:t>
            </a:r>
            <a:r>
              <a:rPr lang="en-US" dirty="0" err="1"/>
              <a:t>vnútornú</a:t>
            </a:r>
            <a:r>
              <a:rPr lang="en-US" dirty="0"/>
              <a:t> </a:t>
            </a:r>
            <a:r>
              <a:rPr lang="en-US" dirty="0" err="1"/>
              <a:t>hranu</a:t>
            </a:r>
            <a:r>
              <a:rPr lang="en-US" dirty="0"/>
              <a:t>, </a:t>
            </a:r>
            <a:r>
              <a:rPr lang="en-US" dirty="0" err="1"/>
              <a:t>ktorá</a:t>
            </a:r>
            <a:r>
              <a:rPr lang="en-US" dirty="0"/>
              <a:t> </a:t>
            </a:r>
            <a:r>
              <a:rPr lang="en-US" dirty="0" err="1"/>
              <a:t>kopíruje</a:t>
            </a:r>
            <a:r>
              <a:rPr lang="en-US" dirty="0"/>
              <a:t> </a:t>
            </a:r>
            <a:r>
              <a:rPr lang="en-US" dirty="0" err="1"/>
              <a:t>tvar</a:t>
            </a:r>
            <a:r>
              <a:rPr lang="en-US" dirty="0"/>
              <a:t> </a:t>
            </a:r>
            <a:r>
              <a:rPr lang="en-US" dirty="0" err="1"/>
              <a:t>pôvodnej</a:t>
            </a:r>
            <a:r>
              <a:rPr lang="en-US" dirty="0"/>
              <a:t> </a:t>
            </a:r>
            <a:r>
              <a:rPr lang="en-US" dirty="0" err="1"/>
              <a:t>tváre</a:t>
            </a:r>
            <a:r>
              <a:rPr lang="en-US" dirty="0"/>
              <a:t>, ale je </a:t>
            </a:r>
            <a:r>
              <a:rPr lang="en-US" dirty="0" err="1"/>
              <a:t>mierne</a:t>
            </a:r>
            <a:r>
              <a:rPr lang="en-US" dirty="0"/>
              <a:t> </a:t>
            </a:r>
            <a:r>
              <a:rPr lang="en-US" dirty="0" err="1"/>
              <a:t>zmenšená</a:t>
            </a:r>
            <a:r>
              <a:rPr lang="en-US" dirty="0"/>
              <a:t> (</a:t>
            </a:r>
            <a:r>
              <a:rPr lang="en-US" dirty="0" err="1"/>
              <a:t>alebo</a:t>
            </a:r>
            <a:r>
              <a:rPr lang="en-US" dirty="0"/>
              <a:t> </a:t>
            </a:r>
            <a:r>
              <a:rPr lang="en-US" dirty="0" err="1"/>
              <a:t>zväčšená</a:t>
            </a:r>
            <a:r>
              <a:rPr lang="en-US" dirty="0"/>
              <a:t>, </a:t>
            </a:r>
            <a:r>
              <a:rPr lang="en-US" dirty="0" err="1"/>
              <a:t>ak</a:t>
            </a:r>
            <a:r>
              <a:rPr lang="en-US" dirty="0"/>
              <a:t> </a:t>
            </a:r>
            <a:r>
              <a:rPr lang="en-US" dirty="0" err="1"/>
              <a:t>použijeme</a:t>
            </a:r>
            <a:r>
              <a:rPr lang="en-US" dirty="0"/>
              <a:t> </a:t>
            </a:r>
            <a:r>
              <a:rPr lang="en-US" dirty="0" err="1"/>
              <a:t>negatívne</a:t>
            </a:r>
            <a:r>
              <a:rPr lang="en-US" dirty="0"/>
              <a:t> </a:t>
            </a:r>
            <a:r>
              <a:rPr lang="en-US" dirty="0" err="1"/>
              <a:t>hodnoty</a:t>
            </a:r>
            <a:r>
              <a:rPr lang="en-US" dirty="0"/>
              <a:t>). To </a:t>
            </a:r>
            <a:r>
              <a:rPr lang="en-US" dirty="0" err="1"/>
              <a:t>umožňuje</a:t>
            </a:r>
            <a:r>
              <a:rPr lang="en-US" dirty="0"/>
              <a:t> </a:t>
            </a:r>
            <a:r>
              <a:rPr lang="en-US" dirty="0" err="1"/>
              <a:t>vytvárať</a:t>
            </a:r>
            <a:r>
              <a:rPr lang="en-US" dirty="0"/>
              <a:t> </a:t>
            </a:r>
            <a:r>
              <a:rPr lang="en-US" dirty="0" err="1"/>
              <a:t>detaily</a:t>
            </a:r>
            <a:r>
              <a:rPr lang="en-US" dirty="0"/>
              <a:t>, </a:t>
            </a:r>
            <a:r>
              <a:rPr lang="en-US" dirty="0" err="1"/>
              <a:t>ako</a:t>
            </a:r>
            <a:r>
              <a:rPr lang="en-US" dirty="0"/>
              <a:t> </a:t>
            </a:r>
            <a:r>
              <a:rPr lang="en-US" dirty="0" err="1"/>
              <a:t>sú</a:t>
            </a:r>
            <a:r>
              <a:rPr lang="en-US" dirty="0"/>
              <a:t> </a:t>
            </a:r>
            <a:r>
              <a:rPr lang="en-US" dirty="0" err="1"/>
              <a:t>rámy</a:t>
            </a:r>
            <a:r>
              <a:rPr lang="en-US" dirty="0"/>
              <a:t>, </a:t>
            </a:r>
            <a:r>
              <a:rPr lang="en-US" dirty="0" err="1"/>
              <a:t>štrbiny</a:t>
            </a:r>
            <a:r>
              <a:rPr lang="en-US" dirty="0"/>
              <a:t> </a:t>
            </a:r>
            <a:r>
              <a:rPr lang="en-US" dirty="0" err="1"/>
              <a:t>alebo</a:t>
            </a:r>
            <a:r>
              <a:rPr lang="en-US" dirty="0"/>
              <a:t> </a:t>
            </a:r>
            <a:r>
              <a:rPr lang="en-US" dirty="0" err="1"/>
              <a:t>panelové</a:t>
            </a:r>
            <a:r>
              <a:rPr lang="en-US" dirty="0"/>
              <a:t> </a:t>
            </a:r>
            <a:r>
              <a:rPr lang="en-US" dirty="0" err="1"/>
              <a:t>efekty</a:t>
            </a:r>
            <a:r>
              <a:rPr lang="en-US" dirty="0"/>
              <a:t>. </a:t>
            </a:r>
            <a:r>
              <a:rPr lang="en-US" dirty="0" err="1"/>
              <a:t>Počas</a:t>
            </a:r>
            <a:r>
              <a:rPr lang="en-US" dirty="0"/>
              <a:t> </a:t>
            </a:r>
            <a:r>
              <a:rPr lang="en-US" dirty="0" err="1"/>
              <a:t>insetovania</a:t>
            </a:r>
            <a:r>
              <a:rPr lang="en-US" dirty="0"/>
              <a:t> </a:t>
            </a:r>
            <a:r>
              <a:rPr lang="en-US" dirty="0" err="1"/>
              <a:t>môžeme</a:t>
            </a:r>
            <a:r>
              <a:rPr lang="en-US" dirty="0"/>
              <a:t> </a:t>
            </a:r>
            <a:r>
              <a:rPr lang="en-US" dirty="0" err="1"/>
              <a:t>priamo</a:t>
            </a:r>
            <a:r>
              <a:rPr lang="en-US" dirty="0"/>
              <a:t> </a:t>
            </a:r>
            <a:r>
              <a:rPr lang="en-US" dirty="0" err="1"/>
              <a:t>ovplyvňovať</a:t>
            </a:r>
            <a:r>
              <a:rPr lang="en-US" dirty="0"/>
              <a:t> </a:t>
            </a:r>
            <a:r>
              <a:rPr lang="en-US" dirty="0" err="1"/>
              <a:t>veľkosť</a:t>
            </a:r>
            <a:r>
              <a:rPr lang="en-US" dirty="0"/>
              <a:t> </a:t>
            </a:r>
            <a:r>
              <a:rPr lang="en-US" dirty="0" err="1"/>
              <a:t>vnútorného</a:t>
            </a:r>
            <a:r>
              <a:rPr lang="en-US" dirty="0"/>
              <a:t> </a:t>
            </a:r>
            <a:r>
              <a:rPr lang="en-US" dirty="0" err="1"/>
              <a:t>výrezu</a:t>
            </a:r>
            <a:r>
              <a:rPr lang="en-US" dirty="0"/>
              <a:t> </a:t>
            </a:r>
            <a:r>
              <a:rPr lang="en-US" dirty="0" err="1"/>
              <a:t>pomocou</a:t>
            </a:r>
            <a:r>
              <a:rPr lang="en-US" dirty="0"/>
              <a:t> </a:t>
            </a:r>
            <a:r>
              <a:rPr lang="en-US" dirty="0" err="1"/>
              <a:t>pohybu</a:t>
            </a:r>
            <a:r>
              <a:rPr lang="en-US" dirty="0"/>
              <a:t> </a:t>
            </a:r>
            <a:r>
              <a:rPr lang="en-US" dirty="0" err="1"/>
              <a:t>myši</a:t>
            </a:r>
            <a:r>
              <a:rPr lang="en-US" dirty="0"/>
              <a:t>.</a:t>
            </a:r>
            <a:endParaRPr lang="sk-SK" dirty="0"/>
          </a:p>
        </p:txBody>
      </p:sp>
      <p:pic>
        <p:nvPicPr>
          <p:cNvPr id="4" name="Obrázok 3">
            <a:extLst>
              <a:ext uri="{FF2B5EF4-FFF2-40B4-BE49-F238E27FC236}">
                <a16:creationId xmlns:a16="http://schemas.microsoft.com/office/drawing/2014/main" id="{8E2B0714-6A81-55FC-2C09-E3F7428B3B92}"/>
              </a:ext>
            </a:extLst>
          </p:cNvPr>
          <p:cNvPicPr>
            <a:picLocks noChangeAspect="1"/>
          </p:cNvPicPr>
          <p:nvPr/>
        </p:nvPicPr>
        <p:blipFill>
          <a:blip r:embed="rId3"/>
          <a:stretch>
            <a:fillRect/>
          </a:stretch>
        </p:blipFill>
        <p:spPr>
          <a:xfrm>
            <a:off x="8161466" y="2591284"/>
            <a:ext cx="3641467" cy="3908102"/>
          </a:xfrm>
          <a:prstGeom prst="rect">
            <a:avLst/>
          </a:prstGeom>
        </p:spPr>
      </p:pic>
      <p:pic>
        <p:nvPicPr>
          <p:cNvPr id="9" name="Obrázok 8">
            <a:extLst>
              <a:ext uri="{FF2B5EF4-FFF2-40B4-BE49-F238E27FC236}">
                <a16:creationId xmlns:a16="http://schemas.microsoft.com/office/drawing/2014/main" id="{805FF48F-22F0-D690-A825-2F0D41D72C46}"/>
              </a:ext>
            </a:extLst>
          </p:cNvPr>
          <p:cNvPicPr>
            <a:picLocks noChangeAspect="1"/>
          </p:cNvPicPr>
          <p:nvPr/>
        </p:nvPicPr>
        <p:blipFill>
          <a:blip r:embed="rId4"/>
          <a:stretch>
            <a:fillRect/>
          </a:stretch>
        </p:blipFill>
        <p:spPr>
          <a:xfrm>
            <a:off x="8161466" y="1402672"/>
            <a:ext cx="3499881" cy="741823"/>
          </a:xfrm>
          <a:prstGeom prst="rect">
            <a:avLst/>
          </a:prstGeom>
        </p:spPr>
      </p:pic>
    </p:spTree>
    <p:extLst>
      <p:ext uri="{BB962C8B-B14F-4D97-AF65-F5344CB8AC3E}">
        <p14:creationId xmlns:p14="http://schemas.microsoft.com/office/powerpoint/2010/main" val="2757222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err="1"/>
              <a:t>Inset</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26</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6" y="1590686"/>
            <a:ext cx="5769348" cy="4332132"/>
          </a:xfrm>
        </p:spPr>
        <p:txBody>
          <a:bodyPr vert="horz" lIns="91440" tIns="45720" rIns="91440" bIns="45720" rtlCol="0" anchor="t">
            <a:normAutofit/>
          </a:bodyPr>
          <a:lstStyle/>
          <a:p>
            <a:r>
              <a:rPr lang="en-US" b="1" dirty="0"/>
              <a:t>Inset</a:t>
            </a:r>
            <a:r>
              <a:rPr lang="en-US" dirty="0"/>
              <a:t> v </a:t>
            </a:r>
            <a:r>
              <a:rPr lang="en-US" dirty="0" err="1"/>
              <a:t>Blenderi</a:t>
            </a:r>
            <a:r>
              <a:rPr lang="en-US" dirty="0"/>
              <a:t> je </a:t>
            </a:r>
            <a:r>
              <a:rPr lang="en-US" dirty="0" err="1"/>
              <a:t>nástroj</a:t>
            </a:r>
            <a:r>
              <a:rPr lang="en-US" dirty="0"/>
              <a:t>, </a:t>
            </a:r>
            <a:r>
              <a:rPr lang="en-US" dirty="0" err="1"/>
              <a:t>ktorý</a:t>
            </a:r>
            <a:r>
              <a:rPr lang="en-US" dirty="0"/>
              <a:t> </a:t>
            </a:r>
            <a:r>
              <a:rPr lang="en-US" dirty="0" err="1"/>
              <a:t>nám</a:t>
            </a:r>
            <a:r>
              <a:rPr lang="en-US" dirty="0"/>
              <a:t> </a:t>
            </a:r>
            <a:r>
              <a:rPr lang="en-US" dirty="0" err="1"/>
              <a:t>umožňuje</a:t>
            </a:r>
            <a:r>
              <a:rPr lang="en-US" dirty="0"/>
              <a:t> </a:t>
            </a:r>
            <a:r>
              <a:rPr lang="en-US" dirty="0" err="1"/>
              <a:t>vytvoriť</a:t>
            </a:r>
            <a:r>
              <a:rPr lang="en-US" dirty="0"/>
              <a:t> </a:t>
            </a:r>
            <a:r>
              <a:rPr lang="en-US" dirty="0" err="1"/>
              <a:t>novú</a:t>
            </a:r>
            <a:r>
              <a:rPr lang="en-US" dirty="0"/>
              <a:t>, </a:t>
            </a:r>
            <a:r>
              <a:rPr lang="en-US" dirty="0" err="1"/>
              <a:t>menšiu</a:t>
            </a:r>
            <a:r>
              <a:rPr lang="en-US" dirty="0"/>
              <a:t> </a:t>
            </a:r>
            <a:r>
              <a:rPr lang="en-US" dirty="0" err="1"/>
              <a:t>alebo</a:t>
            </a:r>
            <a:r>
              <a:rPr lang="en-US" dirty="0"/>
              <a:t> </a:t>
            </a:r>
            <a:r>
              <a:rPr lang="en-US" dirty="0" err="1"/>
              <a:t>väčšiu</a:t>
            </a:r>
            <a:r>
              <a:rPr lang="en-US" dirty="0"/>
              <a:t> </a:t>
            </a:r>
            <a:r>
              <a:rPr lang="en-US" b="1" dirty="0"/>
              <a:t>face</a:t>
            </a:r>
            <a:r>
              <a:rPr lang="en-US" dirty="0"/>
              <a:t>  </a:t>
            </a:r>
            <a:r>
              <a:rPr lang="en-US" dirty="0" err="1"/>
              <a:t>vo</a:t>
            </a:r>
            <a:r>
              <a:rPr lang="en-US" dirty="0"/>
              <a:t> </a:t>
            </a:r>
            <a:r>
              <a:rPr lang="en-US" dirty="0" err="1"/>
              <a:t>vnútri</a:t>
            </a:r>
            <a:r>
              <a:rPr lang="en-US" dirty="0"/>
              <a:t> </a:t>
            </a:r>
            <a:r>
              <a:rPr lang="en-US" dirty="0" err="1"/>
              <a:t>vybranej</a:t>
            </a:r>
            <a:r>
              <a:rPr lang="en-US" dirty="0"/>
              <a:t> </a:t>
            </a:r>
            <a:r>
              <a:rPr lang="en-US" dirty="0" err="1"/>
              <a:t>tváre</a:t>
            </a:r>
            <a:r>
              <a:rPr lang="en-US" dirty="0"/>
              <a:t>, </a:t>
            </a:r>
            <a:r>
              <a:rPr lang="en-US" dirty="0" err="1"/>
              <a:t>pričom</a:t>
            </a:r>
            <a:r>
              <a:rPr lang="en-US" dirty="0"/>
              <a:t> </a:t>
            </a:r>
            <a:r>
              <a:rPr lang="en-US" dirty="0" err="1"/>
              <a:t>zachováva</a:t>
            </a:r>
            <a:r>
              <a:rPr lang="en-US" dirty="0"/>
              <a:t> </a:t>
            </a:r>
            <a:r>
              <a:rPr lang="en-US" dirty="0" err="1"/>
              <a:t>okrajové</a:t>
            </a:r>
            <a:r>
              <a:rPr lang="en-US" dirty="0"/>
              <a:t> </a:t>
            </a:r>
            <a:r>
              <a:rPr lang="en-US" b="1" dirty="0"/>
              <a:t>edges</a:t>
            </a:r>
            <a:r>
              <a:rPr lang="en-US" dirty="0"/>
              <a:t>. Inset </a:t>
            </a:r>
            <a:r>
              <a:rPr lang="en-US" dirty="0" err="1"/>
              <a:t>pracuje</a:t>
            </a:r>
            <a:r>
              <a:rPr lang="en-US" dirty="0"/>
              <a:t> </a:t>
            </a:r>
            <a:r>
              <a:rPr lang="en-US" dirty="0" err="1"/>
              <a:t>tak</a:t>
            </a:r>
            <a:r>
              <a:rPr lang="en-US" dirty="0"/>
              <a:t>, </a:t>
            </a:r>
            <a:r>
              <a:rPr lang="en-US" dirty="0" err="1"/>
              <a:t>že</a:t>
            </a:r>
            <a:r>
              <a:rPr lang="en-US" dirty="0"/>
              <a:t> </a:t>
            </a:r>
            <a:r>
              <a:rPr lang="en-US" dirty="0" err="1"/>
              <a:t>odsunie</a:t>
            </a:r>
            <a:r>
              <a:rPr lang="en-US" dirty="0"/>
              <a:t> </a:t>
            </a:r>
            <a:r>
              <a:rPr lang="en-US" dirty="0" err="1"/>
              <a:t>hrany</a:t>
            </a:r>
            <a:r>
              <a:rPr lang="en-US" dirty="0"/>
              <a:t> od </a:t>
            </a:r>
            <a:r>
              <a:rPr lang="en-US" dirty="0" err="1"/>
              <a:t>okraja</a:t>
            </a:r>
            <a:r>
              <a:rPr lang="en-US" dirty="0"/>
              <a:t> </a:t>
            </a:r>
            <a:r>
              <a:rPr lang="en-US" dirty="0" err="1"/>
              <a:t>tváre</a:t>
            </a:r>
            <a:r>
              <a:rPr lang="en-US" dirty="0"/>
              <a:t> </a:t>
            </a:r>
            <a:r>
              <a:rPr lang="en-US" dirty="0" err="1"/>
              <a:t>dovnútra</a:t>
            </a:r>
            <a:r>
              <a:rPr lang="en-US" dirty="0"/>
              <a:t> </a:t>
            </a:r>
            <a:r>
              <a:rPr lang="en-US" dirty="0" err="1"/>
              <a:t>alebo</a:t>
            </a:r>
            <a:r>
              <a:rPr lang="en-US" dirty="0"/>
              <a:t> von, </a:t>
            </a:r>
            <a:r>
              <a:rPr lang="en-US" dirty="0" err="1"/>
              <a:t>čím</a:t>
            </a:r>
            <a:r>
              <a:rPr lang="en-US" dirty="0"/>
              <a:t> </a:t>
            </a:r>
            <a:r>
              <a:rPr lang="en-US" dirty="0" err="1"/>
              <a:t>vytvorí</a:t>
            </a:r>
            <a:r>
              <a:rPr lang="en-US" dirty="0"/>
              <a:t> </a:t>
            </a:r>
            <a:r>
              <a:rPr lang="en-US" dirty="0" err="1"/>
              <a:t>nový</a:t>
            </a:r>
            <a:r>
              <a:rPr lang="en-US" dirty="0"/>
              <a:t> </a:t>
            </a:r>
            <a:r>
              <a:rPr lang="en-US" dirty="0" err="1"/>
              <a:t>okraj</a:t>
            </a:r>
            <a:r>
              <a:rPr lang="en-US" dirty="0"/>
              <a:t>, </a:t>
            </a:r>
            <a:r>
              <a:rPr lang="en-US" dirty="0" err="1"/>
              <a:t>zatiaľ</a:t>
            </a:r>
            <a:r>
              <a:rPr lang="en-US" dirty="0"/>
              <a:t> </a:t>
            </a:r>
            <a:r>
              <a:rPr lang="en-US" dirty="0" err="1"/>
              <a:t>čo</a:t>
            </a:r>
            <a:r>
              <a:rPr lang="en-US" dirty="0"/>
              <a:t> </a:t>
            </a:r>
            <a:r>
              <a:rPr lang="en-US" dirty="0" err="1"/>
              <a:t>pôvodná</a:t>
            </a:r>
            <a:r>
              <a:rPr lang="en-US" dirty="0"/>
              <a:t> </a:t>
            </a:r>
            <a:r>
              <a:rPr lang="en-US" dirty="0" err="1"/>
              <a:t>tvár</a:t>
            </a:r>
            <a:r>
              <a:rPr lang="en-US" dirty="0"/>
              <a:t> </a:t>
            </a:r>
            <a:r>
              <a:rPr lang="en-US" dirty="0" err="1"/>
              <a:t>zostáva</a:t>
            </a:r>
            <a:r>
              <a:rPr lang="en-US" dirty="0"/>
              <a:t> v </a:t>
            </a:r>
            <a:r>
              <a:rPr lang="en-US" dirty="0" err="1"/>
              <a:t>strede</a:t>
            </a:r>
            <a:r>
              <a:rPr lang="en-US" dirty="0"/>
              <a:t>.</a:t>
            </a:r>
            <a:endParaRPr lang="sk-SK" dirty="0"/>
          </a:p>
          <a:p>
            <a:r>
              <a:rPr lang="en-US" dirty="0" err="1"/>
              <a:t>Keď</a:t>
            </a:r>
            <a:r>
              <a:rPr lang="en-US" dirty="0"/>
              <a:t> </a:t>
            </a:r>
            <a:r>
              <a:rPr lang="en-US" dirty="0" err="1"/>
              <a:t>vyberieme</a:t>
            </a:r>
            <a:r>
              <a:rPr lang="en-US" dirty="0"/>
              <a:t> </a:t>
            </a:r>
            <a:r>
              <a:rPr lang="en-US" dirty="0" err="1"/>
              <a:t>tvár</a:t>
            </a:r>
            <a:r>
              <a:rPr lang="en-US" dirty="0"/>
              <a:t> a </a:t>
            </a:r>
            <a:r>
              <a:rPr lang="en-US" dirty="0" err="1"/>
              <a:t>použijeme</a:t>
            </a:r>
            <a:r>
              <a:rPr lang="en-US" dirty="0"/>
              <a:t> Inset, Blender </a:t>
            </a:r>
            <a:r>
              <a:rPr lang="en-US" dirty="0" err="1"/>
              <a:t>vytvorí</a:t>
            </a:r>
            <a:r>
              <a:rPr lang="en-US" dirty="0"/>
              <a:t> </a:t>
            </a:r>
            <a:r>
              <a:rPr lang="en-US" dirty="0" err="1"/>
              <a:t>novú</a:t>
            </a:r>
            <a:r>
              <a:rPr lang="en-US" dirty="0"/>
              <a:t> </a:t>
            </a:r>
            <a:r>
              <a:rPr lang="en-US" dirty="0" err="1"/>
              <a:t>vnútornú</a:t>
            </a:r>
            <a:r>
              <a:rPr lang="en-US" dirty="0"/>
              <a:t> </a:t>
            </a:r>
            <a:r>
              <a:rPr lang="en-US" dirty="0" err="1"/>
              <a:t>hranu</a:t>
            </a:r>
            <a:r>
              <a:rPr lang="en-US" dirty="0"/>
              <a:t>, </a:t>
            </a:r>
            <a:r>
              <a:rPr lang="en-US" dirty="0" err="1"/>
              <a:t>ktorá</a:t>
            </a:r>
            <a:r>
              <a:rPr lang="en-US" dirty="0"/>
              <a:t> </a:t>
            </a:r>
            <a:r>
              <a:rPr lang="en-US" dirty="0" err="1"/>
              <a:t>kopíruje</a:t>
            </a:r>
            <a:r>
              <a:rPr lang="en-US" dirty="0"/>
              <a:t> </a:t>
            </a:r>
            <a:r>
              <a:rPr lang="en-US" dirty="0" err="1"/>
              <a:t>tvar</a:t>
            </a:r>
            <a:r>
              <a:rPr lang="en-US" dirty="0"/>
              <a:t> </a:t>
            </a:r>
            <a:r>
              <a:rPr lang="en-US" dirty="0" err="1"/>
              <a:t>pôvodnej</a:t>
            </a:r>
            <a:r>
              <a:rPr lang="en-US" dirty="0"/>
              <a:t> </a:t>
            </a:r>
            <a:r>
              <a:rPr lang="en-US" dirty="0" err="1"/>
              <a:t>tváre</a:t>
            </a:r>
            <a:r>
              <a:rPr lang="en-US" dirty="0"/>
              <a:t>, ale je </a:t>
            </a:r>
            <a:r>
              <a:rPr lang="en-US" dirty="0" err="1"/>
              <a:t>mierne</a:t>
            </a:r>
            <a:r>
              <a:rPr lang="en-US" dirty="0"/>
              <a:t> </a:t>
            </a:r>
            <a:r>
              <a:rPr lang="en-US" dirty="0" err="1"/>
              <a:t>zmenšená</a:t>
            </a:r>
            <a:r>
              <a:rPr lang="en-US" dirty="0"/>
              <a:t> (</a:t>
            </a:r>
            <a:r>
              <a:rPr lang="en-US" dirty="0" err="1"/>
              <a:t>alebo</a:t>
            </a:r>
            <a:r>
              <a:rPr lang="en-US" dirty="0"/>
              <a:t> </a:t>
            </a:r>
            <a:r>
              <a:rPr lang="en-US" dirty="0" err="1"/>
              <a:t>zväčšená</a:t>
            </a:r>
            <a:r>
              <a:rPr lang="en-US" dirty="0"/>
              <a:t>, </a:t>
            </a:r>
            <a:r>
              <a:rPr lang="en-US" dirty="0" err="1"/>
              <a:t>ak</a:t>
            </a:r>
            <a:r>
              <a:rPr lang="en-US" dirty="0"/>
              <a:t> </a:t>
            </a:r>
            <a:r>
              <a:rPr lang="en-US" dirty="0" err="1"/>
              <a:t>použijeme</a:t>
            </a:r>
            <a:r>
              <a:rPr lang="en-US" dirty="0"/>
              <a:t> </a:t>
            </a:r>
            <a:r>
              <a:rPr lang="en-US" dirty="0" err="1"/>
              <a:t>negatívne</a:t>
            </a:r>
            <a:r>
              <a:rPr lang="en-US" dirty="0"/>
              <a:t> </a:t>
            </a:r>
            <a:r>
              <a:rPr lang="en-US" dirty="0" err="1"/>
              <a:t>hodnoty</a:t>
            </a:r>
            <a:r>
              <a:rPr lang="en-US" dirty="0"/>
              <a:t>). To </a:t>
            </a:r>
            <a:r>
              <a:rPr lang="en-US" dirty="0" err="1"/>
              <a:t>umožňuje</a:t>
            </a:r>
            <a:r>
              <a:rPr lang="en-US" dirty="0"/>
              <a:t> </a:t>
            </a:r>
            <a:r>
              <a:rPr lang="en-US" dirty="0" err="1"/>
              <a:t>vytvárať</a:t>
            </a:r>
            <a:r>
              <a:rPr lang="en-US" dirty="0"/>
              <a:t> </a:t>
            </a:r>
            <a:r>
              <a:rPr lang="en-US" dirty="0" err="1"/>
              <a:t>detaily</a:t>
            </a:r>
            <a:r>
              <a:rPr lang="en-US" dirty="0"/>
              <a:t>, </a:t>
            </a:r>
            <a:r>
              <a:rPr lang="en-US" dirty="0" err="1"/>
              <a:t>ako</a:t>
            </a:r>
            <a:r>
              <a:rPr lang="en-US" dirty="0"/>
              <a:t> </a:t>
            </a:r>
            <a:r>
              <a:rPr lang="en-US" dirty="0" err="1"/>
              <a:t>sú</a:t>
            </a:r>
            <a:r>
              <a:rPr lang="en-US" dirty="0"/>
              <a:t> </a:t>
            </a:r>
            <a:r>
              <a:rPr lang="en-US" dirty="0" err="1"/>
              <a:t>rámy</a:t>
            </a:r>
            <a:r>
              <a:rPr lang="en-US" dirty="0"/>
              <a:t>, </a:t>
            </a:r>
            <a:r>
              <a:rPr lang="en-US" dirty="0" err="1"/>
              <a:t>štrbiny</a:t>
            </a:r>
            <a:r>
              <a:rPr lang="en-US" dirty="0"/>
              <a:t> </a:t>
            </a:r>
            <a:r>
              <a:rPr lang="en-US" dirty="0" err="1"/>
              <a:t>alebo</a:t>
            </a:r>
            <a:r>
              <a:rPr lang="en-US" dirty="0"/>
              <a:t> </a:t>
            </a:r>
            <a:r>
              <a:rPr lang="en-US" dirty="0" err="1"/>
              <a:t>panelové</a:t>
            </a:r>
            <a:r>
              <a:rPr lang="en-US" dirty="0"/>
              <a:t> </a:t>
            </a:r>
            <a:r>
              <a:rPr lang="en-US" dirty="0" err="1"/>
              <a:t>efekty</a:t>
            </a:r>
            <a:r>
              <a:rPr lang="en-US" dirty="0"/>
              <a:t>. </a:t>
            </a:r>
            <a:r>
              <a:rPr lang="en-US" dirty="0" err="1"/>
              <a:t>Počas</a:t>
            </a:r>
            <a:r>
              <a:rPr lang="en-US" dirty="0"/>
              <a:t> </a:t>
            </a:r>
            <a:r>
              <a:rPr lang="en-US" dirty="0" err="1"/>
              <a:t>insetovania</a:t>
            </a:r>
            <a:r>
              <a:rPr lang="en-US" dirty="0"/>
              <a:t> </a:t>
            </a:r>
            <a:r>
              <a:rPr lang="en-US" dirty="0" err="1"/>
              <a:t>môžeme</a:t>
            </a:r>
            <a:r>
              <a:rPr lang="en-US" dirty="0"/>
              <a:t> </a:t>
            </a:r>
            <a:r>
              <a:rPr lang="en-US" dirty="0" err="1"/>
              <a:t>priamo</a:t>
            </a:r>
            <a:r>
              <a:rPr lang="en-US" dirty="0"/>
              <a:t> </a:t>
            </a:r>
            <a:r>
              <a:rPr lang="en-US" dirty="0" err="1"/>
              <a:t>ovplyvňovať</a:t>
            </a:r>
            <a:r>
              <a:rPr lang="en-US" dirty="0"/>
              <a:t> </a:t>
            </a:r>
            <a:r>
              <a:rPr lang="en-US" dirty="0" err="1"/>
              <a:t>veľkosť</a:t>
            </a:r>
            <a:r>
              <a:rPr lang="en-US" dirty="0"/>
              <a:t> </a:t>
            </a:r>
            <a:r>
              <a:rPr lang="en-US" dirty="0" err="1"/>
              <a:t>vnútorného</a:t>
            </a:r>
            <a:r>
              <a:rPr lang="en-US" dirty="0"/>
              <a:t> </a:t>
            </a:r>
            <a:r>
              <a:rPr lang="en-US" dirty="0" err="1"/>
              <a:t>výrezu</a:t>
            </a:r>
            <a:r>
              <a:rPr lang="en-US" dirty="0"/>
              <a:t> </a:t>
            </a:r>
            <a:r>
              <a:rPr lang="en-US" dirty="0" err="1"/>
              <a:t>pomocou</a:t>
            </a:r>
            <a:r>
              <a:rPr lang="en-US" dirty="0"/>
              <a:t> </a:t>
            </a:r>
            <a:r>
              <a:rPr lang="en-US" dirty="0" err="1"/>
              <a:t>pohybu</a:t>
            </a:r>
            <a:r>
              <a:rPr lang="en-US" dirty="0"/>
              <a:t> </a:t>
            </a:r>
            <a:r>
              <a:rPr lang="en-US" dirty="0" err="1"/>
              <a:t>myši</a:t>
            </a:r>
            <a:r>
              <a:rPr lang="en-US" dirty="0"/>
              <a:t>.</a:t>
            </a:r>
            <a:endParaRPr lang="sk-SK" dirty="0"/>
          </a:p>
        </p:txBody>
      </p:sp>
      <p:pic>
        <p:nvPicPr>
          <p:cNvPr id="4" name="Obrázok 3">
            <a:extLst>
              <a:ext uri="{FF2B5EF4-FFF2-40B4-BE49-F238E27FC236}">
                <a16:creationId xmlns:a16="http://schemas.microsoft.com/office/drawing/2014/main" id="{8E2B0714-6A81-55FC-2C09-E3F7428B3B92}"/>
              </a:ext>
            </a:extLst>
          </p:cNvPr>
          <p:cNvPicPr>
            <a:picLocks noChangeAspect="1"/>
          </p:cNvPicPr>
          <p:nvPr/>
        </p:nvPicPr>
        <p:blipFill>
          <a:blip r:embed="rId3"/>
          <a:stretch>
            <a:fillRect/>
          </a:stretch>
        </p:blipFill>
        <p:spPr>
          <a:xfrm>
            <a:off x="8161466" y="2591284"/>
            <a:ext cx="3641467" cy="3908102"/>
          </a:xfrm>
          <a:prstGeom prst="rect">
            <a:avLst/>
          </a:prstGeom>
        </p:spPr>
      </p:pic>
      <p:pic>
        <p:nvPicPr>
          <p:cNvPr id="9" name="Obrázok 8">
            <a:extLst>
              <a:ext uri="{FF2B5EF4-FFF2-40B4-BE49-F238E27FC236}">
                <a16:creationId xmlns:a16="http://schemas.microsoft.com/office/drawing/2014/main" id="{805FF48F-22F0-D690-A825-2F0D41D72C46}"/>
              </a:ext>
            </a:extLst>
          </p:cNvPr>
          <p:cNvPicPr>
            <a:picLocks noChangeAspect="1"/>
          </p:cNvPicPr>
          <p:nvPr/>
        </p:nvPicPr>
        <p:blipFill>
          <a:blip r:embed="rId4"/>
          <a:stretch>
            <a:fillRect/>
          </a:stretch>
        </p:blipFill>
        <p:spPr>
          <a:xfrm>
            <a:off x="8161466" y="1402672"/>
            <a:ext cx="3499881" cy="741823"/>
          </a:xfrm>
          <a:prstGeom prst="rect">
            <a:avLst/>
          </a:prstGeom>
        </p:spPr>
      </p:pic>
    </p:spTree>
    <p:extLst>
      <p:ext uri="{BB962C8B-B14F-4D97-AF65-F5344CB8AC3E}">
        <p14:creationId xmlns:p14="http://schemas.microsoft.com/office/powerpoint/2010/main" val="3011718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9526B4-0363-4BAB-BC46-80456D5E41E0}"/>
              </a:ext>
            </a:extLst>
          </p:cNvPr>
          <p:cNvSpPr>
            <a:spLocks noGrp="1"/>
          </p:cNvSpPr>
          <p:nvPr>
            <p:ph type="ctrTitle"/>
          </p:nvPr>
        </p:nvSpPr>
        <p:spPr>
          <a:xfrm>
            <a:off x="2545517" y="2193085"/>
            <a:ext cx="3912544" cy="2577893"/>
          </a:xfrm>
        </p:spPr>
        <p:txBody>
          <a:bodyPr>
            <a:normAutofit/>
          </a:bodyPr>
          <a:lstStyle/>
          <a:p>
            <a:r>
              <a:rPr lang="sk-SK" sz="2500" dirty="0">
                <a:ea typeface="Source Sans Pro"/>
              </a:rPr>
              <a:t>LOOP CUT</a:t>
            </a:r>
            <a:endParaRPr lang="en-US" sz="2500" dirty="0">
              <a:ea typeface="Source Sans Pro"/>
            </a:endParaRPr>
          </a:p>
        </p:txBody>
      </p:sp>
      <p:sp>
        <p:nvSpPr>
          <p:cNvPr id="5" name="Zástupný objekt pre obrázok 4">
            <a:extLst>
              <a:ext uri="{FF2B5EF4-FFF2-40B4-BE49-F238E27FC236}">
                <a16:creationId xmlns:a16="http://schemas.microsoft.com/office/drawing/2014/main" id="{B44C0375-86CB-59E2-E8D8-D385C1CF046A}"/>
              </a:ext>
            </a:extLst>
          </p:cNvPr>
          <p:cNvSpPr>
            <a:spLocks noGrp="1"/>
          </p:cNvSpPr>
          <p:nvPr>
            <p:ph type="pic" sz="quarter" idx="10"/>
          </p:nvPr>
        </p:nvSpPr>
        <p:spPr/>
        <p:txBody>
          <a:bodyPr/>
          <a:lstStyle/>
          <a:p>
            <a:endParaRPr lang="en-US"/>
          </a:p>
        </p:txBody>
      </p:sp>
      <p:pic>
        <p:nvPicPr>
          <p:cNvPr id="9" name="Zástupný objekt pre obrázok 12" descr="File:Blender logo no text.svg - Wikimedia Commons">
            <a:extLst>
              <a:ext uri="{FF2B5EF4-FFF2-40B4-BE49-F238E27FC236}">
                <a16:creationId xmlns:a16="http://schemas.microsoft.com/office/drawing/2014/main" id="{5F0650C2-6C53-58B1-5065-E2BD76CDDC59}"/>
              </a:ext>
            </a:extLst>
          </p:cNvPr>
          <p:cNvPicPr>
            <a:picLocks noChangeAspect="1"/>
          </p:cNvPicPr>
          <p:nvPr/>
        </p:nvPicPr>
        <p:blipFill>
          <a:blip r:embed="rId3"/>
          <a:srcRect l="9109" r="9109"/>
          <a:stretch/>
        </p:blipFill>
        <p:spPr>
          <a:xfrm>
            <a:off x="6434333" y="1070340"/>
            <a:ext cx="4222340" cy="4259511"/>
          </a:xfrm>
          <a:custGeom>
            <a:avLst/>
            <a:gdLst>
              <a:gd name="connsiteX0" fmla="*/ 2645499 w 5290998"/>
              <a:gd name="connsiteY0" fmla="*/ 0 h 5290998"/>
              <a:gd name="connsiteX1" fmla="*/ 5290998 w 5290998"/>
              <a:gd name="connsiteY1" fmla="*/ 2645499 h 5290998"/>
              <a:gd name="connsiteX2" fmla="*/ 2645499 w 5290998"/>
              <a:gd name="connsiteY2" fmla="*/ 5290998 h 5290998"/>
              <a:gd name="connsiteX3" fmla="*/ 0 w 5290998"/>
              <a:gd name="connsiteY3" fmla="*/ 2645499 h 5290998"/>
              <a:gd name="connsiteX4" fmla="*/ 2645499 w 5290998"/>
              <a:gd name="connsiteY4" fmla="*/ 0 h 5290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p:spPr>
      </p:pic>
    </p:spTree>
    <p:extLst>
      <p:ext uri="{BB962C8B-B14F-4D97-AF65-F5344CB8AC3E}">
        <p14:creationId xmlns:p14="http://schemas.microsoft.com/office/powerpoint/2010/main" val="10922711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err="1"/>
              <a:t>Loop</a:t>
            </a:r>
            <a:r>
              <a:rPr lang="sk-SK" dirty="0"/>
              <a:t> </a:t>
            </a:r>
            <a:r>
              <a:rPr lang="sk-SK" dirty="0" err="1"/>
              <a:t>Cut</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28</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6" y="1590686"/>
            <a:ext cx="5769348" cy="4332132"/>
          </a:xfrm>
        </p:spPr>
        <p:txBody>
          <a:bodyPr vert="horz" lIns="91440" tIns="45720" rIns="91440" bIns="45720" rtlCol="0" anchor="t">
            <a:normAutofit/>
          </a:bodyPr>
          <a:lstStyle/>
          <a:p>
            <a:r>
              <a:rPr lang="sk-SK" dirty="0"/>
              <a:t>CTRL + R a myšou nadísť na príslušnú os</a:t>
            </a:r>
          </a:p>
          <a:p>
            <a:r>
              <a:rPr lang="sk-SK" dirty="0"/>
              <a:t>Kolieskom myši nastavíme počet rezov (</a:t>
            </a:r>
            <a:r>
              <a:rPr lang="sk-SK" dirty="0" err="1"/>
              <a:t>cuts</a:t>
            </a:r>
            <a:r>
              <a:rPr lang="sk-SK" dirty="0"/>
              <a:t>)</a:t>
            </a:r>
          </a:p>
          <a:p>
            <a:r>
              <a:rPr lang="sk-SK" dirty="0"/>
              <a:t>Stlačíme ľavé tlačidlo myši</a:t>
            </a:r>
          </a:p>
          <a:p>
            <a:r>
              <a:rPr lang="sk-SK" dirty="0"/>
              <a:t>Následne pohybom myši umiestňujeme rezy</a:t>
            </a:r>
          </a:p>
          <a:p>
            <a:r>
              <a:rPr lang="sk-SK" dirty="0"/>
              <a:t>Znovu stlačíme ľavé tlačidlo myši</a:t>
            </a:r>
          </a:p>
          <a:p>
            <a:endParaRPr lang="sk-SK" dirty="0"/>
          </a:p>
          <a:p>
            <a:endParaRPr lang="sk-SK" dirty="0"/>
          </a:p>
        </p:txBody>
      </p:sp>
      <p:pic>
        <p:nvPicPr>
          <p:cNvPr id="6" name="Obrázok 5">
            <a:extLst>
              <a:ext uri="{FF2B5EF4-FFF2-40B4-BE49-F238E27FC236}">
                <a16:creationId xmlns:a16="http://schemas.microsoft.com/office/drawing/2014/main" id="{BDC53585-1D01-B77E-EC19-C38A945FE6E7}"/>
              </a:ext>
            </a:extLst>
          </p:cNvPr>
          <p:cNvPicPr>
            <a:picLocks noChangeAspect="1"/>
          </p:cNvPicPr>
          <p:nvPr/>
        </p:nvPicPr>
        <p:blipFill>
          <a:blip r:embed="rId3"/>
          <a:stretch>
            <a:fillRect/>
          </a:stretch>
        </p:blipFill>
        <p:spPr>
          <a:xfrm>
            <a:off x="1938641" y="3756752"/>
            <a:ext cx="2992588" cy="2541004"/>
          </a:xfrm>
          <a:prstGeom prst="rect">
            <a:avLst/>
          </a:prstGeom>
        </p:spPr>
      </p:pic>
      <p:pic>
        <p:nvPicPr>
          <p:cNvPr id="8" name="Obrázok 7">
            <a:extLst>
              <a:ext uri="{FF2B5EF4-FFF2-40B4-BE49-F238E27FC236}">
                <a16:creationId xmlns:a16="http://schemas.microsoft.com/office/drawing/2014/main" id="{0937FEA5-0737-1FB5-11BA-3F1ED0C9CCB9}"/>
              </a:ext>
            </a:extLst>
          </p:cNvPr>
          <p:cNvPicPr>
            <a:picLocks noChangeAspect="1"/>
          </p:cNvPicPr>
          <p:nvPr/>
        </p:nvPicPr>
        <p:blipFill>
          <a:blip r:embed="rId4"/>
          <a:stretch>
            <a:fillRect/>
          </a:stretch>
        </p:blipFill>
        <p:spPr>
          <a:xfrm>
            <a:off x="5687514" y="3646714"/>
            <a:ext cx="2447115" cy="2651042"/>
          </a:xfrm>
          <a:prstGeom prst="rect">
            <a:avLst/>
          </a:prstGeom>
        </p:spPr>
      </p:pic>
    </p:spTree>
    <p:extLst>
      <p:ext uri="{BB962C8B-B14F-4D97-AF65-F5344CB8AC3E}">
        <p14:creationId xmlns:p14="http://schemas.microsoft.com/office/powerpoint/2010/main" val="3240246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err="1"/>
              <a:t>Loop</a:t>
            </a:r>
            <a:r>
              <a:rPr lang="sk-SK" dirty="0"/>
              <a:t> </a:t>
            </a:r>
            <a:r>
              <a:rPr lang="sk-SK" dirty="0" err="1"/>
              <a:t>Cut</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29</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6" y="1590686"/>
            <a:ext cx="5769348" cy="4332132"/>
          </a:xfrm>
        </p:spPr>
        <p:txBody>
          <a:bodyPr vert="horz" lIns="91440" tIns="45720" rIns="91440" bIns="45720" rtlCol="0" anchor="t">
            <a:normAutofit/>
          </a:bodyPr>
          <a:lstStyle/>
          <a:p>
            <a:r>
              <a:rPr lang="sk-SK" dirty="0"/>
              <a:t>CTRL + R a myšou nadísť na príslušnú os</a:t>
            </a:r>
          </a:p>
          <a:p>
            <a:r>
              <a:rPr lang="sk-SK" dirty="0"/>
              <a:t>Kolieskom myši nastavíme počet rezov (</a:t>
            </a:r>
            <a:r>
              <a:rPr lang="sk-SK" dirty="0" err="1"/>
              <a:t>cuts</a:t>
            </a:r>
            <a:r>
              <a:rPr lang="sk-SK" dirty="0"/>
              <a:t>)</a:t>
            </a:r>
          </a:p>
          <a:p>
            <a:r>
              <a:rPr lang="sk-SK" dirty="0"/>
              <a:t>Stlačíme ľavé tlačidlo myši</a:t>
            </a:r>
          </a:p>
          <a:p>
            <a:r>
              <a:rPr lang="sk-SK" dirty="0"/>
              <a:t>Následne pohybom myši umiestňujeme rezy</a:t>
            </a:r>
          </a:p>
          <a:p>
            <a:r>
              <a:rPr lang="sk-SK" dirty="0"/>
              <a:t>Znovu stlačíme ľavé tlačidlo myši</a:t>
            </a:r>
          </a:p>
          <a:p>
            <a:endParaRPr lang="sk-SK" dirty="0"/>
          </a:p>
          <a:p>
            <a:endParaRPr lang="sk-SK" dirty="0"/>
          </a:p>
        </p:txBody>
      </p:sp>
      <p:pic>
        <p:nvPicPr>
          <p:cNvPr id="6" name="Obrázok 5">
            <a:extLst>
              <a:ext uri="{FF2B5EF4-FFF2-40B4-BE49-F238E27FC236}">
                <a16:creationId xmlns:a16="http://schemas.microsoft.com/office/drawing/2014/main" id="{BDC53585-1D01-B77E-EC19-C38A945FE6E7}"/>
              </a:ext>
            </a:extLst>
          </p:cNvPr>
          <p:cNvPicPr>
            <a:picLocks noChangeAspect="1"/>
          </p:cNvPicPr>
          <p:nvPr/>
        </p:nvPicPr>
        <p:blipFill>
          <a:blip r:embed="rId3"/>
          <a:stretch>
            <a:fillRect/>
          </a:stretch>
        </p:blipFill>
        <p:spPr>
          <a:xfrm>
            <a:off x="1938641" y="3756752"/>
            <a:ext cx="2992588" cy="2541004"/>
          </a:xfrm>
          <a:prstGeom prst="rect">
            <a:avLst/>
          </a:prstGeom>
        </p:spPr>
      </p:pic>
      <p:pic>
        <p:nvPicPr>
          <p:cNvPr id="8" name="Obrázok 7">
            <a:extLst>
              <a:ext uri="{FF2B5EF4-FFF2-40B4-BE49-F238E27FC236}">
                <a16:creationId xmlns:a16="http://schemas.microsoft.com/office/drawing/2014/main" id="{0937FEA5-0737-1FB5-11BA-3F1ED0C9CCB9}"/>
              </a:ext>
            </a:extLst>
          </p:cNvPr>
          <p:cNvPicPr>
            <a:picLocks noChangeAspect="1"/>
          </p:cNvPicPr>
          <p:nvPr/>
        </p:nvPicPr>
        <p:blipFill>
          <a:blip r:embed="rId4"/>
          <a:stretch>
            <a:fillRect/>
          </a:stretch>
        </p:blipFill>
        <p:spPr>
          <a:xfrm>
            <a:off x="5687514" y="3646714"/>
            <a:ext cx="2447115" cy="2651042"/>
          </a:xfrm>
          <a:prstGeom prst="rect">
            <a:avLst/>
          </a:prstGeom>
        </p:spPr>
      </p:pic>
    </p:spTree>
    <p:extLst>
      <p:ext uri="{BB962C8B-B14F-4D97-AF65-F5344CB8AC3E}">
        <p14:creationId xmlns:p14="http://schemas.microsoft.com/office/powerpoint/2010/main" val="7262594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9526B4-0363-4BAB-BC46-80456D5E41E0}"/>
              </a:ext>
            </a:extLst>
          </p:cNvPr>
          <p:cNvSpPr>
            <a:spLocks noGrp="1"/>
          </p:cNvSpPr>
          <p:nvPr>
            <p:ph type="ctrTitle"/>
          </p:nvPr>
        </p:nvSpPr>
        <p:spPr>
          <a:xfrm>
            <a:off x="2545517" y="2193085"/>
            <a:ext cx="3912544" cy="2577893"/>
          </a:xfrm>
        </p:spPr>
        <p:txBody>
          <a:bodyPr>
            <a:normAutofit/>
          </a:bodyPr>
          <a:lstStyle/>
          <a:p>
            <a:r>
              <a:rPr lang="sk-SK" sz="2500" dirty="0">
                <a:ea typeface="Source Sans Pro"/>
              </a:rPr>
              <a:t>BEVEL</a:t>
            </a:r>
            <a:endParaRPr lang="en-US" sz="2500" dirty="0">
              <a:ea typeface="Source Sans Pro"/>
            </a:endParaRPr>
          </a:p>
        </p:txBody>
      </p:sp>
      <p:sp>
        <p:nvSpPr>
          <p:cNvPr id="5" name="Zástupný objekt pre obrázok 4">
            <a:extLst>
              <a:ext uri="{FF2B5EF4-FFF2-40B4-BE49-F238E27FC236}">
                <a16:creationId xmlns:a16="http://schemas.microsoft.com/office/drawing/2014/main" id="{B44C0375-86CB-59E2-E8D8-D385C1CF046A}"/>
              </a:ext>
            </a:extLst>
          </p:cNvPr>
          <p:cNvSpPr>
            <a:spLocks noGrp="1"/>
          </p:cNvSpPr>
          <p:nvPr>
            <p:ph type="pic" sz="quarter" idx="10"/>
          </p:nvPr>
        </p:nvSpPr>
        <p:spPr/>
        <p:txBody>
          <a:bodyPr/>
          <a:lstStyle/>
          <a:p>
            <a:endParaRPr lang="en-US"/>
          </a:p>
        </p:txBody>
      </p:sp>
      <p:pic>
        <p:nvPicPr>
          <p:cNvPr id="9" name="Zástupný objekt pre obrázok 12" descr="File:Blender logo no text.svg - Wikimedia Commons">
            <a:extLst>
              <a:ext uri="{FF2B5EF4-FFF2-40B4-BE49-F238E27FC236}">
                <a16:creationId xmlns:a16="http://schemas.microsoft.com/office/drawing/2014/main" id="{5F0650C2-6C53-58B1-5065-E2BD76CDDC59}"/>
              </a:ext>
            </a:extLst>
          </p:cNvPr>
          <p:cNvPicPr>
            <a:picLocks noChangeAspect="1"/>
          </p:cNvPicPr>
          <p:nvPr/>
        </p:nvPicPr>
        <p:blipFill>
          <a:blip r:embed="rId3"/>
          <a:srcRect l="9109" r="9109"/>
          <a:stretch/>
        </p:blipFill>
        <p:spPr>
          <a:xfrm>
            <a:off x="6434333" y="1070340"/>
            <a:ext cx="4222340" cy="4259511"/>
          </a:xfrm>
          <a:custGeom>
            <a:avLst/>
            <a:gdLst>
              <a:gd name="connsiteX0" fmla="*/ 2645499 w 5290998"/>
              <a:gd name="connsiteY0" fmla="*/ 0 h 5290998"/>
              <a:gd name="connsiteX1" fmla="*/ 5290998 w 5290998"/>
              <a:gd name="connsiteY1" fmla="*/ 2645499 h 5290998"/>
              <a:gd name="connsiteX2" fmla="*/ 2645499 w 5290998"/>
              <a:gd name="connsiteY2" fmla="*/ 5290998 h 5290998"/>
              <a:gd name="connsiteX3" fmla="*/ 0 w 5290998"/>
              <a:gd name="connsiteY3" fmla="*/ 2645499 h 5290998"/>
              <a:gd name="connsiteX4" fmla="*/ 2645499 w 5290998"/>
              <a:gd name="connsiteY4" fmla="*/ 0 h 5290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p:spPr>
      </p:pic>
    </p:spTree>
    <p:extLst>
      <p:ext uri="{BB962C8B-B14F-4D97-AF65-F5344CB8AC3E}">
        <p14:creationId xmlns:p14="http://schemas.microsoft.com/office/powerpoint/2010/main" val="3215739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err="1"/>
              <a:t>Bevel</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31</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6" y="1590686"/>
            <a:ext cx="5769348" cy="4332132"/>
          </a:xfrm>
        </p:spPr>
        <p:txBody>
          <a:bodyPr vert="horz" lIns="91440" tIns="45720" rIns="91440" bIns="45720" rtlCol="0" anchor="t">
            <a:normAutofit/>
          </a:bodyPr>
          <a:lstStyle/>
          <a:p>
            <a:r>
              <a:rPr lang="sk-SK" dirty="0"/>
              <a:t>Zaoblenie hrán </a:t>
            </a:r>
          </a:p>
        </p:txBody>
      </p:sp>
      <p:pic>
        <p:nvPicPr>
          <p:cNvPr id="4" name="Obrázok 3">
            <a:extLst>
              <a:ext uri="{FF2B5EF4-FFF2-40B4-BE49-F238E27FC236}">
                <a16:creationId xmlns:a16="http://schemas.microsoft.com/office/drawing/2014/main" id="{13CA27F4-4F3D-9FCB-A4A8-9DDA3717B500}"/>
              </a:ext>
            </a:extLst>
          </p:cNvPr>
          <p:cNvPicPr>
            <a:picLocks noChangeAspect="1"/>
          </p:cNvPicPr>
          <p:nvPr/>
        </p:nvPicPr>
        <p:blipFill>
          <a:blip r:embed="rId3"/>
          <a:stretch>
            <a:fillRect/>
          </a:stretch>
        </p:blipFill>
        <p:spPr>
          <a:xfrm>
            <a:off x="1820415" y="2212732"/>
            <a:ext cx="6361639" cy="3898100"/>
          </a:xfrm>
          <a:prstGeom prst="rect">
            <a:avLst/>
          </a:prstGeom>
        </p:spPr>
      </p:pic>
    </p:spTree>
    <p:extLst>
      <p:ext uri="{BB962C8B-B14F-4D97-AF65-F5344CB8AC3E}">
        <p14:creationId xmlns:p14="http://schemas.microsoft.com/office/powerpoint/2010/main" val="28913179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9526B4-0363-4BAB-BC46-80456D5E41E0}"/>
              </a:ext>
            </a:extLst>
          </p:cNvPr>
          <p:cNvSpPr>
            <a:spLocks noGrp="1"/>
          </p:cNvSpPr>
          <p:nvPr>
            <p:ph type="ctrTitle"/>
          </p:nvPr>
        </p:nvSpPr>
        <p:spPr>
          <a:xfrm>
            <a:off x="2545517" y="2193085"/>
            <a:ext cx="3912544" cy="2577893"/>
          </a:xfrm>
        </p:spPr>
        <p:txBody>
          <a:bodyPr>
            <a:normAutofit/>
          </a:bodyPr>
          <a:lstStyle/>
          <a:p>
            <a:r>
              <a:rPr lang="sk-SK" sz="2500" dirty="0">
                <a:ea typeface="Source Sans Pro"/>
              </a:rPr>
              <a:t>KNIFE TOOL</a:t>
            </a:r>
            <a:endParaRPr lang="en-US" sz="2500" dirty="0">
              <a:ea typeface="Source Sans Pro"/>
            </a:endParaRPr>
          </a:p>
        </p:txBody>
      </p:sp>
      <p:sp>
        <p:nvSpPr>
          <p:cNvPr id="5" name="Zástupný objekt pre obrázok 4">
            <a:extLst>
              <a:ext uri="{FF2B5EF4-FFF2-40B4-BE49-F238E27FC236}">
                <a16:creationId xmlns:a16="http://schemas.microsoft.com/office/drawing/2014/main" id="{B44C0375-86CB-59E2-E8D8-D385C1CF046A}"/>
              </a:ext>
            </a:extLst>
          </p:cNvPr>
          <p:cNvSpPr>
            <a:spLocks noGrp="1"/>
          </p:cNvSpPr>
          <p:nvPr>
            <p:ph type="pic" sz="quarter" idx="10"/>
          </p:nvPr>
        </p:nvSpPr>
        <p:spPr/>
        <p:txBody>
          <a:bodyPr/>
          <a:lstStyle/>
          <a:p>
            <a:endParaRPr lang="en-US"/>
          </a:p>
        </p:txBody>
      </p:sp>
      <p:pic>
        <p:nvPicPr>
          <p:cNvPr id="9" name="Zástupný objekt pre obrázok 12" descr="File:Blender logo no text.svg - Wikimedia Commons">
            <a:extLst>
              <a:ext uri="{FF2B5EF4-FFF2-40B4-BE49-F238E27FC236}">
                <a16:creationId xmlns:a16="http://schemas.microsoft.com/office/drawing/2014/main" id="{5F0650C2-6C53-58B1-5065-E2BD76CDDC59}"/>
              </a:ext>
            </a:extLst>
          </p:cNvPr>
          <p:cNvPicPr>
            <a:picLocks noChangeAspect="1"/>
          </p:cNvPicPr>
          <p:nvPr/>
        </p:nvPicPr>
        <p:blipFill>
          <a:blip r:embed="rId3"/>
          <a:srcRect l="9109" r="9109"/>
          <a:stretch/>
        </p:blipFill>
        <p:spPr>
          <a:xfrm>
            <a:off x="6434333" y="1070340"/>
            <a:ext cx="4222340" cy="4259511"/>
          </a:xfrm>
          <a:custGeom>
            <a:avLst/>
            <a:gdLst>
              <a:gd name="connsiteX0" fmla="*/ 2645499 w 5290998"/>
              <a:gd name="connsiteY0" fmla="*/ 0 h 5290998"/>
              <a:gd name="connsiteX1" fmla="*/ 5290998 w 5290998"/>
              <a:gd name="connsiteY1" fmla="*/ 2645499 h 5290998"/>
              <a:gd name="connsiteX2" fmla="*/ 2645499 w 5290998"/>
              <a:gd name="connsiteY2" fmla="*/ 5290998 h 5290998"/>
              <a:gd name="connsiteX3" fmla="*/ 0 w 5290998"/>
              <a:gd name="connsiteY3" fmla="*/ 2645499 h 5290998"/>
              <a:gd name="connsiteX4" fmla="*/ 2645499 w 5290998"/>
              <a:gd name="connsiteY4" fmla="*/ 0 h 5290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p:spPr>
      </p:pic>
    </p:spTree>
    <p:extLst>
      <p:ext uri="{BB962C8B-B14F-4D97-AF65-F5344CB8AC3E}">
        <p14:creationId xmlns:p14="http://schemas.microsoft.com/office/powerpoint/2010/main" val="2516329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err="1"/>
              <a:t>Knife</a:t>
            </a:r>
            <a:r>
              <a:rPr lang="sk-SK" dirty="0"/>
              <a:t> </a:t>
            </a:r>
            <a:r>
              <a:rPr lang="sk-SK" dirty="0" err="1"/>
              <a:t>Tool</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33</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6" y="1590686"/>
            <a:ext cx="5769348" cy="4332132"/>
          </a:xfrm>
        </p:spPr>
        <p:txBody>
          <a:bodyPr vert="horz" lIns="91440" tIns="45720" rIns="91440" bIns="45720" rtlCol="0" anchor="t">
            <a:normAutofit/>
          </a:bodyPr>
          <a:lstStyle/>
          <a:p>
            <a:r>
              <a:rPr lang="sk-SK" dirty="0"/>
              <a:t>Stlačte K</a:t>
            </a:r>
          </a:p>
          <a:p>
            <a:r>
              <a:rPr lang="sk-SK" dirty="0"/>
              <a:t>Vytvorte rez kockou</a:t>
            </a:r>
          </a:p>
          <a:p>
            <a:r>
              <a:rPr lang="sk-SK" dirty="0"/>
              <a:t>Následne viete </a:t>
            </a:r>
            <a:r>
              <a:rPr lang="sk-SK" dirty="0" err="1"/>
              <a:t>selektnúť</a:t>
            </a:r>
            <a:r>
              <a:rPr lang="sk-SK" dirty="0"/>
              <a:t> vyrezané časti kocky</a:t>
            </a:r>
          </a:p>
        </p:txBody>
      </p:sp>
      <p:pic>
        <p:nvPicPr>
          <p:cNvPr id="6" name="Obrázok 5">
            <a:extLst>
              <a:ext uri="{FF2B5EF4-FFF2-40B4-BE49-F238E27FC236}">
                <a16:creationId xmlns:a16="http://schemas.microsoft.com/office/drawing/2014/main" id="{0571F271-BF81-7725-215E-F67C8DC20F02}"/>
              </a:ext>
            </a:extLst>
          </p:cNvPr>
          <p:cNvPicPr>
            <a:picLocks noChangeAspect="1"/>
          </p:cNvPicPr>
          <p:nvPr/>
        </p:nvPicPr>
        <p:blipFill>
          <a:blip r:embed="rId3"/>
          <a:stretch>
            <a:fillRect/>
          </a:stretch>
        </p:blipFill>
        <p:spPr>
          <a:xfrm>
            <a:off x="1691324" y="2841134"/>
            <a:ext cx="4248743" cy="3515216"/>
          </a:xfrm>
          <a:prstGeom prst="rect">
            <a:avLst/>
          </a:prstGeom>
        </p:spPr>
      </p:pic>
    </p:spTree>
    <p:extLst>
      <p:ext uri="{BB962C8B-B14F-4D97-AF65-F5344CB8AC3E}">
        <p14:creationId xmlns:p14="http://schemas.microsoft.com/office/powerpoint/2010/main" val="12465835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normAutofit fontScale="90000"/>
          </a:bodyPr>
          <a:lstStyle/>
          <a:p>
            <a:r>
              <a:rPr lang="sk-SK" dirty="0" err="1"/>
              <a:t>Knife</a:t>
            </a:r>
            <a:r>
              <a:rPr lang="sk-SK" dirty="0"/>
              <a:t> </a:t>
            </a:r>
            <a:r>
              <a:rPr lang="sk-SK" dirty="0" err="1"/>
              <a:t>Tool</a:t>
            </a:r>
            <a:r>
              <a:rPr lang="sk-SK" dirty="0"/>
              <a:t> – projektovaný rez</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34</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716261" y="2024218"/>
            <a:ext cx="5769348" cy="4332132"/>
          </a:xfrm>
        </p:spPr>
        <p:txBody>
          <a:bodyPr vert="horz" lIns="91440" tIns="45720" rIns="91440" bIns="45720" rtlCol="0" anchor="t">
            <a:normAutofit/>
          </a:bodyPr>
          <a:lstStyle/>
          <a:p>
            <a:r>
              <a:rPr lang="sk-SK" dirty="0"/>
              <a:t>Vytvorte kocku</a:t>
            </a:r>
          </a:p>
          <a:p>
            <a:r>
              <a:rPr lang="sk-SK" dirty="0"/>
              <a:t>Pridajte </a:t>
            </a:r>
            <a:r>
              <a:rPr lang="sk-SK" dirty="0" err="1"/>
              <a:t>Mesh</a:t>
            </a:r>
            <a:r>
              <a:rPr lang="sk-SK" dirty="0"/>
              <a:t> </a:t>
            </a:r>
            <a:r>
              <a:rPr lang="sk-SK" dirty="0" err="1"/>
              <a:t>Circle</a:t>
            </a:r>
            <a:r>
              <a:rPr lang="sk-SK" dirty="0"/>
              <a:t> a umiestnite ho na vrch kocky</a:t>
            </a:r>
          </a:p>
          <a:p>
            <a:r>
              <a:rPr lang="sk-SK" dirty="0"/>
              <a:t>Prejdite do </a:t>
            </a:r>
            <a:r>
              <a:rPr lang="sk-SK" dirty="0" err="1"/>
              <a:t>Edit</a:t>
            </a:r>
            <a:r>
              <a:rPr lang="sk-SK" dirty="0"/>
              <a:t> </a:t>
            </a:r>
            <a:r>
              <a:rPr lang="sk-SK" dirty="0" err="1"/>
              <a:t>Mode</a:t>
            </a:r>
            <a:r>
              <a:rPr lang="sk-SK" dirty="0"/>
              <a:t>  označte celú kocku (A)</a:t>
            </a:r>
          </a:p>
          <a:p>
            <a:r>
              <a:rPr lang="sk-SK" dirty="0"/>
              <a:t>Stlačte SHIFT a vyberte v </a:t>
            </a:r>
            <a:r>
              <a:rPr lang="sk-SK" dirty="0" err="1"/>
              <a:t>Outlineri</a:t>
            </a:r>
            <a:r>
              <a:rPr lang="sk-SK" dirty="0"/>
              <a:t> </a:t>
            </a:r>
            <a:r>
              <a:rPr lang="sk-SK" dirty="0" err="1"/>
              <a:t>Circle</a:t>
            </a:r>
            <a:endParaRPr lang="sk-SK" dirty="0"/>
          </a:p>
          <a:p>
            <a:r>
              <a:rPr lang="sk-SK" dirty="0"/>
              <a:t>-&gt; </a:t>
            </a:r>
            <a:r>
              <a:rPr lang="sk-SK" dirty="0" err="1"/>
              <a:t>Mesh</a:t>
            </a:r>
            <a:r>
              <a:rPr lang="sk-SK" dirty="0"/>
              <a:t> -&gt; </a:t>
            </a:r>
            <a:r>
              <a:rPr lang="sk-SK" dirty="0" err="1"/>
              <a:t>Knife</a:t>
            </a:r>
            <a:r>
              <a:rPr lang="sk-SK" dirty="0"/>
              <a:t> Project  </a:t>
            </a:r>
          </a:p>
        </p:txBody>
      </p:sp>
      <p:pic>
        <p:nvPicPr>
          <p:cNvPr id="8" name="Obrázok 7">
            <a:extLst>
              <a:ext uri="{FF2B5EF4-FFF2-40B4-BE49-F238E27FC236}">
                <a16:creationId xmlns:a16="http://schemas.microsoft.com/office/drawing/2014/main" id="{6A8C804E-9F64-1570-A970-72901A03BF96}"/>
              </a:ext>
            </a:extLst>
          </p:cNvPr>
          <p:cNvPicPr>
            <a:picLocks noChangeAspect="1"/>
          </p:cNvPicPr>
          <p:nvPr/>
        </p:nvPicPr>
        <p:blipFill>
          <a:blip r:embed="rId3"/>
          <a:stretch>
            <a:fillRect/>
          </a:stretch>
        </p:blipFill>
        <p:spPr>
          <a:xfrm>
            <a:off x="7218546" y="2889927"/>
            <a:ext cx="4010480" cy="3466423"/>
          </a:xfrm>
          <a:prstGeom prst="rect">
            <a:avLst/>
          </a:prstGeom>
        </p:spPr>
      </p:pic>
    </p:spTree>
    <p:extLst>
      <p:ext uri="{BB962C8B-B14F-4D97-AF65-F5344CB8AC3E}">
        <p14:creationId xmlns:p14="http://schemas.microsoft.com/office/powerpoint/2010/main" val="36092231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9526B4-0363-4BAB-BC46-80456D5E41E0}"/>
              </a:ext>
            </a:extLst>
          </p:cNvPr>
          <p:cNvSpPr>
            <a:spLocks noGrp="1"/>
          </p:cNvSpPr>
          <p:nvPr>
            <p:ph type="ctrTitle"/>
          </p:nvPr>
        </p:nvSpPr>
        <p:spPr>
          <a:xfrm>
            <a:off x="2545517" y="2193085"/>
            <a:ext cx="3912544" cy="2577893"/>
          </a:xfrm>
        </p:spPr>
        <p:txBody>
          <a:bodyPr>
            <a:normAutofit/>
          </a:bodyPr>
          <a:lstStyle/>
          <a:p>
            <a:r>
              <a:rPr lang="sk-SK" sz="2500" dirty="0">
                <a:ea typeface="Source Sans Pro"/>
              </a:rPr>
              <a:t>MERGE</a:t>
            </a:r>
            <a:endParaRPr lang="en-US" sz="2500" dirty="0">
              <a:ea typeface="Source Sans Pro"/>
            </a:endParaRPr>
          </a:p>
        </p:txBody>
      </p:sp>
      <p:sp>
        <p:nvSpPr>
          <p:cNvPr id="5" name="Zástupný objekt pre obrázok 4">
            <a:extLst>
              <a:ext uri="{FF2B5EF4-FFF2-40B4-BE49-F238E27FC236}">
                <a16:creationId xmlns:a16="http://schemas.microsoft.com/office/drawing/2014/main" id="{B44C0375-86CB-59E2-E8D8-D385C1CF046A}"/>
              </a:ext>
            </a:extLst>
          </p:cNvPr>
          <p:cNvSpPr>
            <a:spLocks noGrp="1"/>
          </p:cNvSpPr>
          <p:nvPr>
            <p:ph type="pic" sz="quarter" idx="10"/>
          </p:nvPr>
        </p:nvSpPr>
        <p:spPr/>
        <p:txBody>
          <a:bodyPr/>
          <a:lstStyle/>
          <a:p>
            <a:endParaRPr lang="en-US"/>
          </a:p>
        </p:txBody>
      </p:sp>
      <p:pic>
        <p:nvPicPr>
          <p:cNvPr id="9" name="Zástupný objekt pre obrázok 12" descr="File:Blender logo no text.svg - Wikimedia Commons">
            <a:extLst>
              <a:ext uri="{FF2B5EF4-FFF2-40B4-BE49-F238E27FC236}">
                <a16:creationId xmlns:a16="http://schemas.microsoft.com/office/drawing/2014/main" id="{5F0650C2-6C53-58B1-5065-E2BD76CDDC59}"/>
              </a:ext>
            </a:extLst>
          </p:cNvPr>
          <p:cNvPicPr>
            <a:picLocks noChangeAspect="1"/>
          </p:cNvPicPr>
          <p:nvPr/>
        </p:nvPicPr>
        <p:blipFill>
          <a:blip r:embed="rId3"/>
          <a:srcRect l="9109" r="9109"/>
          <a:stretch/>
        </p:blipFill>
        <p:spPr>
          <a:xfrm>
            <a:off x="6434333" y="1070340"/>
            <a:ext cx="4222340" cy="4259511"/>
          </a:xfrm>
          <a:custGeom>
            <a:avLst/>
            <a:gdLst>
              <a:gd name="connsiteX0" fmla="*/ 2645499 w 5290998"/>
              <a:gd name="connsiteY0" fmla="*/ 0 h 5290998"/>
              <a:gd name="connsiteX1" fmla="*/ 5290998 w 5290998"/>
              <a:gd name="connsiteY1" fmla="*/ 2645499 h 5290998"/>
              <a:gd name="connsiteX2" fmla="*/ 2645499 w 5290998"/>
              <a:gd name="connsiteY2" fmla="*/ 5290998 h 5290998"/>
              <a:gd name="connsiteX3" fmla="*/ 0 w 5290998"/>
              <a:gd name="connsiteY3" fmla="*/ 2645499 h 5290998"/>
              <a:gd name="connsiteX4" fmla="*/ 2645499 w 5290998"/>
              <a:gd name="connsiteY4" fmla="*/ 0 h 5290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p:spPr>
      </p:pic>
    </p:spTree>
    <p:extLst>
      <p:ext uri="{BB962C8B-B14F-4D97-AF65-F5344CB8AC3E}">
        <p14:creationId xmlns:p14="http://schemas.microsoft.com/office/powerpoint/2010/main" val="3211524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normAutofit/>
          </a:bodyPr>
          <a:lstStyle/>
          <a:p>
            <a:r>
              <a:rPr lang="sk-SK" dirty="0"/>
              <a:t>MERGE</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36</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716261" y="2024218"/>
            <a:ext cx="5769348" cy="4332132"/>
          </a:xfrm>
        </p:spPr>
        <p:txBody>
          <a:bodyPr vert="horz" lIns="91440" tIns="45720" rIns="91440" bIns="45720" rtlCol="0" anchor="t">
            <a:normAutofit/>
          </a:bodyPr>
          <a:lstStyle/>
          <a:p>
            <a:r>
              <a:rPr lang="sk-SK"/>
              <a:t>Spájanie vertextov</a:t>
            </a:r>
          </a:p>
          <a:p>
            <a:r>
              <a:rPr lang="sk-SK"/>
              <a:t>Stlačením klávesy M </a:t>
            </a:r>
          </a:p>
          <a:p>
            <a:r>
              <a:rPr lang="sk-SK"/>
              <a:t>Najčastejšie používané možnosti sú At Center, At Cursor, At First, At Last</a:t>
            </a:r>
            <a:endParaRPr lang="sk-SK" dirty="0"/>
          </a:p>
        </p:txBody>
      </p:sp>
      <p:pic>
        <p:nvPicPr>
          <p:cNvPr id="4" name="Obrázok 3">
            <a:extLst>
              <a:ext uri="{FF2B5EF4-FFF2-40B4-BE49-F238E27FC236}">
                <a16:creationId xmlns:a16="http://schemas.microsoft.com/office/drawing/2014/main" id="{C1CF6094-C16C-4D37-AD25-FD467141F1B2}"/>
              </a:ext>
            </a:extLst>
          </p:cNvPr>
          <p:cNvPicPr>
            <a:picLocks noChangeAspect="1"/>
          </p:cNvPicPr>
          <p:nvPr/>
        </p:nvPicPr>
        <p:blipFill>
          <a:blip r:embed="rId3"/>
          <a:stretch>
            <a:fillRect/>
          </a:stretch>
        </p:blipFill>
        <p:spPr>
          <a:xfrm>
            <a:off x="1716261" y="3608003"/>
            <a:ext cx="2419688" cy="2748347"/>
          </a:xfrm>
          <a:prstGeom prst="rect">
            <a:avLst/>
          </a:prstGeom>
        </p:spPr>
      </p:pic>
      <p:pic>
        <p:nvPicPr>
          <p:cNvPr id="7" name="Obrázok 6">
            <a:extLst>
              <a:ext uri="{FF2B5EF4-FFF2-40B4-BE49-F238E27FC236}">
                <a16:creationId xmlns:a16="http://schemas.microsoft.com/office/drawing/2014/main" id="{76E15C2E-6A92-417D-869F-48D3139CA2AD}"/>
              </a:ext>
            </a:extLst>
          </p:cNvPr>
          <p:cNvPicPr>
            <a:picLocks noChangeAspect="1"/>
          </p:cNvPicPr>
          <p:nvPr/>
        </p:nvPicPr>
        <p:blipFill>
          <a:blip r:embed="rId4"/>
          <a:stretch>
            <a:fillRect/>
          </a:stretch>
        </p:blipFill>
        <p:spPr>
          <a:xfrm>
            <a:off x="4299599" y="3608003"/>
            <a:ext cx="2838396" cy="2793500"/>
          </a:xfrm>
          <a:prstGeom prst="rect">
            <a:avLst/>
          </a:prstGeom>
        </p:spPr>
      </p:pic>
      <p:pic>
        <p:nvPicPr>
          <p:cNvPr id="10" name="Obrázok 9">
            <a:extLst>
              <a:ext uri="{FF2B5EF4-FFF2-40B4-BE49-F238E27FC236}">
                <a16:creationId xmlns:a16="http://schemas.microsoft.com/office/drawing/2014/main" id="{DF985539-706B-4803-DE98-C8CA0B7A17A7}"/>
              </a:ext>
            </a:extLst>
          </p:cNvPr>
          <p:cNvPicPr>
            <a:picLocks noChangeAspect="1"/>
          </p:cNvPicPr>
          <p:nvPr/>
        </p:nvPicPr>
        <p:blipFill>
          <a:blip r:embed="rId5"/>
          <a:stretch>
            <a:fillRect/>
          </a:stretch>
        </p:blipFill>
        <p:spPr>
          <a:xfrm>
            <a:off x="7306802" y="3612097"/>
            <a:ext cx="2034626" cy="2789406"/>
          </a:xfrm>
          <a:prstGeom prst="rect">
            <a:avLst/>
          </a:prstGeom>
        </p:spPr>
      </p:pic>
    </p:spTree>
    <p:extLst>
      <p:ext uri="{BB962C8B-B14F-4D97-AF65-F5344CB8AC3E}">
        <p14:creationId xmlns:p14="http://schemas.microsoft.com/office/powerpoint/2010/main" val="22111265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a:t>Zadanie 3</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37</a:t>
            </a:fld>
            <a:endParaRPr lang="en-US" dirty="0"/>
          </a:p>
        </p:txBody>
      </p:sp>
      <p:pic>
        <p:nvPicPr>
          <p:cNvPr id="16" name="Obrázok 15">
            <a:extLst>
              <a:ext uri="{FF2B5EF4-FFF2-40B4-BE49-F238E27FC236}">
                <a16:creationId xmlns:a16="http://schemas.microsoft.com/office/drawing/2014/main" id="{11A8853F-0C7E-F78D-81E8-2833FCAC6DDD}"/>
              </a:ext>
            </a:extLst>
          </p:cNvPr>
          <p:cNvPicPr>
            <a:picLocks noChangeAspect="1"/>
          </p:cNvPicPr>
          <p:nvPr/>
        </p:nvPicPr>
        <p:blipFill>
          <a:blip r:embed="rId3"/>
          <a:stretch>
            <a:fillRect/>
          </a:stretch>
        </p:blipFill>
        <p:spPr>
          <a:xfrm>
            <a:off x="1840609" y="1583659"/>
            <a:ext cx="6268325" cy="4772691"/>
          </a:xfrm>
          <a:prstGeom prst="rect">
            <a:avLst/>
          </a:prstGeom>
        </p:spPr>
      </p:pic>
    </p:spTree>
    <p:extLst>
      <p:ext uri="{BB962C8B-B14F-4D97-AF65-F5344CB8AC3E}">
        <p14:creationId xmlns:p14="http://schemas.microsoft.com/office/powerpoint/2010/main" val="30508788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6" y="413153"/>
            <a:ext cx="7710127" cy="1044058"/>
          </a:xfrm>
        </p:spPr>
        <p:txBody>
          <a:bodyPr/>
          <a:lstStyle/>
          <a:p>
            <a:r>
              <a:rPr lang="sk-SK" dirty="0"/>
              <a:t>Zadanie 3</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38</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6" y="1590686"/>
            <a:ext cx="5769348" cy="4332132"/>
          </a:xfrm>
        </p:spPr>
        <p:txBody>
          <a:bodyPr vert="horz" lIns="91440" tIns="45720" rIns="91440" bIns="45720" rtlCol="0" anchor="t">
            <a:normAutofit/>
          </a:bodyPr>
          <a:lstStyle/>
          <a:p>
            <a:endParaRPr lang="sk-SK" sz="2400" dirty="0"/>
          </a:p>
          <a:p>
            <a:r>
              <a:rPr lang="sk-SK" sz="2400" dirty="0" err="1"/>
              <a:t>Object</a:t>
            </a:r>
            <a:r>
              <a:rPr lang="sk-SK" sz="2400" dirty="0"/>
              <a:t> </a:t>
            </a:r>
            <a:r>
              <a:rPr lang="sk-SK" sz="2400" dirty="0" err="1"/>
              <a:t>Mode</a:t>
            </a:r>
            <a:endParaRPr lang="sk-SK" sz="2400" dirty="0"/>
          </a:p>
          <a:p>
            <a:r>
              <a:rPr lang="sk-SK" sz="2400" dirty="0"/>
              <a:t>SHIFT + A -&gt; </a:t>
            </a:r>
            <a:r>
              <a:rPr lang="sk-SK" sz="2400" dirty="0" err="1"/>
              <a:t>Mesh</a:t>
            </a:r>
            <a:r>
              <a:rPr lang="sk-SK" sz="2400" dirty="0"/>
              <a:t> -&gt; </a:t>
            </a:r>
            <a:r>
              <a:rPr lang="sk-SK" sz="2400" dirty="0" err="1"/>
              <a:t>Plane</a:t>
            </a:r>
            <a:endParaRPr lang="sk-SK" sz="2400" dirty="0"/>
          </a:p>
          <a:p>
            <a:r>
              <a:rPr lang="sk-SK" sz="2400" dirty="0"/>
              <a:t>S + X + 250</a:t>
            </a:r>
          </a:p>
          <a:p>
            <a:r>
              <a:rPr lang="sk-SK" sz="2400" dirty="0"/>
              <a:t>S + Y + 250</a:t>
            </a:r>
          </a:p>
          <a:p>
            <a:r>
              <a:rPr lang="sk-SK" sz="2400" dirty="0" err="1"/>
              <a:t>Edit</a:t>
            </a:r>
            <a:r>
              <a:rPr lang="sk-SK" sz="2400" dirty="0"/>
              <a:t> </a:t>
            </a:r>
            <a:r>
              <a:rPr lang="sk-SK" sz="2400" dirty="0" err="1"/>
              <a:t>Mode</a:t>
            </a:r>
            <a:endParaRPr lang="sk-SK" sz="2400" dirty="0"/>
          </a:p>
          <a:p>
            <a:r>
              <a:rPr lang="sk-SK" sz="2400" dirty="0" err="1"/>
              <a:t>Selektnite</a:t>
            </a:r>
            <a:r>
              <a:rPr lang="sk-SK" sz="2400" dirty="0"/>
              <a:t> </a:t>
            </a:r>
            <a:r>
              <a:rPr lang="sk-SK" sz="2400" dirty="0" err="1"/>
              <a:t>Face</a:t>
            </a:r>
            <a:endParaRPr lang="sk-SK" sz="2400" dirty="0"/>
          </a:p>
          <a:p>
            <a:pPr marL="0" indent="0">
              <a:buNone/>
            </a:pPr>
            <a:endParaRPr lang="sk-SK" sz="2400" dirty="0"/>
          </a:p>
        </p:txBody>
      </p:sp>
      <p:pic>
        <p:nvPicPr>
          <p:cNvPr id="4" name="Obrázok 3">
            <a:extLst>
              <a:ext uri="{FF2B5EF4-FFF2-40B4-BE49-F238E27FC236}">
                <a16:creationId xmlns:a16="http://schemas.microsoft.com/office/drawing/2014/main" id="{98AEEE46-F20E-E7C4-BDE6-7F03EFAD465F}"/>
              </a:ext>
            </a:extLst>
          </p:cNvPr>
          <p:cNvPicPr>
            <a:picLocks noChangeAspect="1"/>
          </p:cNvPicPr>
          <p:nvPr/>
        </p:nvPicPr>
        <p:blipFill>
          <a:blip r:embed="rId3"/>
          <a:stretch>
            <a:fillRect/>
          </a:stretch>
        </p:blipFill>
        <p:spPr>
          <a:xfrm>
            <a:off x="6837837" y="1953126"/>
            <a:ext cx="4189391" cy="3314188"/>
          </a:xfrm>
          <a:prstGeom prst="rect">
            <a:avLst/>
          </a:prstGeom>
        </p:spPr>
      </p:pic>
    </p:spTree>
    <p:extLst>
      <p:ext uri="{BB962C8B-B14F-4D97-AF65-F5344CB8AC3E}">
        <p14:creationId xmlns:p14="http://schemas.microsoft.com/office/powerpoint/2010/main" val="5551825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a:t>Zadanie 3</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39</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6" y="1590686"/>
            <a:ext cx="5769348" cy="4332132"/>
          </a:xfrm>
        </p:spPr>
        <p:txBody>
          <a:bodyPr vert="horz" lIns="91440" tIns="45720" rIns="91440" bIns="45720" rtlCol="0" anchor="t">
            <a:normAutofit/>
          </a:bodyPr>
          <a:lstStyle/>
          <a:p>
            <a:r>
              <a:rPr lang="sk-SK" sz="2400" dirty="0"/>
              <a:t>CTLR + R</a:t>
            </a:r>
          </a:p>
        </p:txBody>
      </p:sp>
      <p:pic>
        <p:nvPicPr>
          <p:cNvPr id="8" name="Obrázok 7">
            <a:extLst>
              <a:ext uri="{FF2B5EF4-FFF2-40B4-BE49-F238E27FC236}">
                <a16:creationId xmlns:a16="http://schemas.microsoft.com/office/drawing/2014/main" id="{9E4C3E4C-15BC-F2AA-51F2-1BD03264D10B}"/>
              </a:ext>
            </a:extLst>
          </p:cNvPr>
          <p:cNvPicPr>
            <a:picLocks noChangeAspect="1"/>
          </p:cNvPicPr>
          <p:nvPr/>
        </p:nvPicPr>
        <p:blipFill>
          <a:blip r:embed="rId3"/>
          <a:stretch>
            <a:fillRect/>
          </a:stretch>
        </p:blipFill>
        <p:spPr>
          <a:xfrm>
            <a:off x="4981881" y="1745213"/>
            <a:ext cx="5000319" cy="4476307"/>
          </a:xfrm>
          <a:prstGeom prst="rect">
            <a:avLst/>
          </a:prstGeom>
        </p:spPr>
      </p:pic>
    </p:spTree>
    <p:extLst>
      <p:ext uri="{BB962C8B-B14F-4D97-AF65-F5344CB8AC3E}">
        <p14:creationId xmlns:p14="http://schemas.microsoft.com/office/powerpoint/2010/main" val="17375475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a:t>Zadanie 4</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40</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6" y="1590686"/>
            <a:ext cx="5769348" cy="4332132"/>
          </a:xfrm>
        </p:spPr>
        <p:txBody>
          <a:bodyPr vert="horz" lIns="91440" tIns="45720" rIns="91440" bIns="45720" rtlCol="0" anchor="t">
            <a:normAutofit/>
          </a:bodyPr>
          <a:lstStyle/>
          <a:p>
            <a:r>
              <a:rPr lang="sk-SK" sz="2400" dirty="0" err="1"/>
              <a:t>Selectnite</a:t>
            </a:r>
            <a:r>
              <a:rPr lang="sk-SK" sz="2400" dirty="0"/>
              <a:t> </a:t>
            </a:r>
            <a:r>
              <a:rPr lang="sk-SK" sz="2400" dirty="0" err="1"/>
              <a:t>Faces</a:t>
            </a:r>
            <a:r>
              <a:rPr lang="sk-SK" sz="2400" dirty="0"/>
              <a:t> podľa obrázka</a:t>
            </a:r>
          </a:p>
          <a:p>
            <a:r>
              <a:rPr lang="sk-SK" sz="2400" dirty="0"/>
              <a:t>Stlačte pravé tlačidlo myši  -&gt; </a:t>
            </a:r>
            <a:r>
              <a:rPr lang="sk-SK" sz="2400" dirty="0" err="1"/>
              <a:t>Dissolve</a:t>
            </a:r>
            <a:r>
              <a:rPr lang="sk-SK" sz="2400" dirty="0"/>
              <a:t> </a:t>
            </a:r>
            <a:r>
              <a:rPr lang="sk-SK" sz="2400" dirty="0" err="1"/>
              <a:t>Faces</a:t>
            </a:r>
            <a:r>
              <a:rPr lang="sk-SK" sz="2400" dirty="0"/>
              <a:t> </a:t>
            </a:r>
          </a:p>
        </p:txBody>
      </p:sp>
      <p:pic>
        <p:nvPicPr>
          <p:cNvPr id="10" name="Obrázok 9">
            <a:extLst>
              <a:ext uri="{FF2B5EF4-FFF2-40B4-BE49-F238E27FC236}">
                <a16:creationId xmlns:a16="http://schemas.microsoft.com/office/drawing/2014/main" id="{3A4378DA-3874-AA18-F251-1692586C7355}"/>
              </a:ext>
            </a:extLst>
          </p:cNvPr>
          <p:cNvPicPr>
            <a:picLocks noChangeAspect="1"/>
          </p:cNvPicPr>
          <p:nvPr/>
        </p:nvPicPr>
        <p:blipFill>
          <a:blip r:embed="rId3"/>
          <a:stretch>
            <a:fillRect/>
          </a:stretch>
        </p:blipFill>
        <p:spPr>
          <a:xfrm>
            <a:off x="2025034" y="2776366"/>
            <a:ext cx="4070966" cy="3723020"/>
          </a:xfrm>
          <a:prstGeom prst="rect">
            <a:avLst/>
          </a:prstGeom>
        </p:spPr>
      </p:pic>
      <p:pic>
        <p:nvPicPr>
          <p:cNvPr id="12" name="Obrázok 11">
            <a:extLst>
              <a:ext uri="{FF2B5EF4-FFF2-40B4-BE49-F238E27FC236}">
                <a16:creationId xmlns:a16="http://schemas.microsoft.com/office/drawing/2014/main" id="{45891A4E-A9CB-F185-026A-B2D2809D0CA2}"/>
              </a:ext>
            </a:extLst>
          </p:cNvPr>
          <p:cNvPicPr>
            <a:picLocks noChangeAspect="1"/>
          </p:cNvPicPr>
          <p:nvPr/>
        </p:nvPicPr>
        <p:blipFill>
          <a:blip r:embed="rId4"/>
          <a:stretch>
            <a:fillRect/>
          </a:stretch>
        </p:blipFill>
        <p:spPr>
          <a:xfrm>
            <a:off x="6682491" y="2776366"/>
            <a:ext cx="3979780" cy="3723020"/>
          </a:xfrm>
          <a:prstGeom prst="rect">
            <a:avLst/>
          </a:prstGeom>
        </p:spPr>
      </p:pic>
    </p:spTree>
    <p:extLst>
      <p:ext uri="{BB962C8B-B14F-4D97-AF65-F5344CB8AC3E}">
        <p14:creationId xmlns:p14="http://schemas.microsoft.com/office/powerpoint/2010/main" val="5850252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a:t>Zadanie 3</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41</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6" y="1590686"/>
            <a:ext cx="5769348" cy="4332132"/>
          </a:xfrm>
        </p:spPr>
        <p:txBody>
          <a:bodyPr vert="horz" lIns="91440" tIns="45720" rIns="91440" bIns="45720" rtlCol="0" anchor="t">
            <a:normAutofit/>
          </a:bodyPr>
          <a:lstStyle/>
          <a:p>
            <a:r>
              <a:rPr lang="sk-SK" sz="2400" dirty="0"/>
              <a:t>Použite </a:t>
            </a:r>
            <a:r>
              <a:rPr lang="sk-SK" sz="2400" dirty="0" err="1"/>
              <a:t>Inset</a:t>
            </a:r>
            <a:r>
              <a:rPr lang="sk-SK" sz="2400" dirty="0"/>
              <a:t> </a:t>
            </a:r>
          </a:p>
          <a:p>
            <a:r>
              <a:rPr lang="sk-SK" sz="2400" dirty="0"/>
              <a:t>Zlúčte nepotrebné </a:t>
            </a:r>
            <a:r>
              <a:rPr lang="sk-SK" sz="2400" dirty="0" err="1"/>
              <a:t>faces</a:t>
            </a:r>
            <a:r>
              <a:rPr lang="sk-SK" sz="2400" dirty="0"/>
              <a:t> </a:t>
            </a:r>
          </a:p>
        </p:txBody>
      </p:sp>
      <p:pic>
        <p:nvPicPr>
          <p:cNvPr id="9" name="Obrázok 8">
            <a:extLst>
              <a:ext uri="{FF2B5EF4-FFF2-40B4-BE49-F238E27FC236}">
                <a16:creationId xmlns:a16="http://schemas.microsoft.com/office/drawing/2014/main" id="{D15D3FEA-5F92-CFA8-875E-366D8B8ED204}"/>
              </a:ext>
            </a:extLst>
          </p:cNvPr>
          <p:cNvPicPr>
            <a:picLocks noChangeAspect="1"/>
          </p:cNvPicPr>
          <p:nvPr/>
        </p:nvPicPr>
        <p:blipFill>
          <a:blip r:embed="rId3"/>
          <a:stretch>
            <a:fillRect/>
          </a:stretch>
        </p:blipFill>
        <p:spPr>
          <a:xfrm>
            <a:off x="2083423" y="2546262"/>
            <a:ext cx="4250533" cy="3768400"/>
          </a:xfrm>
          <a:prstGeom prst="rect">
            <a:avLst/>
          </a:prstGeom>
        </p:spPr>
      </p:pic>
      <p:pic>
        <p:nvPicPr>
          <p:cNvPr id="11" name="Obrázok 10">
            <a:extLst>
              <a:ext uri="{FF2B5EF4-FFF2-40B4-BE49-F238E27FC236}">
                <a16:creationId xmlns:a16="http://schemas.microsoft.com/office/drawing/2014/main" id="{7ECCB4B5-C64D-B87D-49BA-13B05961FF20}"/>
              </a:ext>
            </a:extLst>
          </p:cNvPr>
          <p:cNvPicPr>
            <a:picLocks noChangeAspect="1"/>
          </p:cNvPicPr>
          <p:nvPr/>
        </p:nvPicPr>
        <p:blipFill>
          <a:blip r:embed="rId4"/>
          <a:stretch>
            <a:fillRect/>
          </a:stretch>
        </p:blipFill>
        <p:spPr>
          <a:xfrm>
            <a:off x="6754924" y="2546262"/>
            <a:ext cx="4250533" cy="3761681"/>
          </a:xfrm>
          <a:prstGeom prst="rect">
            <a:avLst/>
          </a:prstGeom>
        </p:spPr>
      </p:pic>
    </p:spTree>
    <p:extLst>
      <p:ext uri="{BB962C8B-B14F-4D97-AF65-F5344CB8AC3E}">
        <p14:creationId xmlns:p14="http://schemas.microsoft.com/office/powerpoint/2010/main" val="20212618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a:t>Zadanie 3</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42</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6" y="1590686"/>
            <a:ext cx="5769348" cy="4332132"/>
          </a:xfrm>
        </p:spPr>
        <p:txBody>
          <a:bodyPr vert="horz" lIns="91440" tIns="45720" rIns="91440" bIns="45720" rtlCol="0" anchor="t">
            <a:normAutofit/>
          </a:bodyPr>
          <a:lstStyle/>
          <a:p>
            <a:r>
              <a:rPr lang="sk-SK" sz="2400" dirty="0"/>
              <a:t>Použite </a:t>
            </a:r>
            <a:r>
              <a:rPr lang="sk-SK" sz="2400" dirty="0" err="1"/>
              <a:t>Extrude</a:t>
            </a:r>
            <a:r>
              <a:rPr lang="sk-SK" sz="2400" dirty="0"/>
              <a:t> (E + -50) na potrebné </a:t>
            </a:r>
            <a:r>
              <a:rPr lang="sk-SK" sz="2400" dirty="0" err="1"/>
              <a:t>Faces</a:t>
            </a:r>
            <a:endParaRPr lang="sk-SK" sz="2400" dirty="0"/>
          </a:p>
        </p:txBody>
      </p:sp>
      <p:pic>
        <p:nvPicPr>
          <p:cNvPr id="6" name="Obrázok 5">
            <a:extLst>
              <a:ext uri="{FF2B5EF4-FFF2-40B4-BE49-F238E27FC236}">
                <a16:creationId xmlns:a16="http://schemas.microsoft.com/office/drawing/2014/main" id="{7228C11E-C52C-0F3C-1F3C-590282EFD496}"/>
              </a:ext>
            </a:extLst>
          </p:cNvPr>
          <p:cNvPicPr>
            <a:picLocks noChangeAspect="1"/>
          </p:cNvPicPr>
          <p:nvPr/>
        </p:nvPicPr>
        <p:blipFill>
          <a:blip r:embed="rId3"/>
          <a:stretch>
            <a:fillRect/>
          </a:stretch>
        </p:blipFill>
        <p:spPr>
          <a:xfrm>
            <a:off x="6033113" y="2796059"/>
            <a:ext cx="4388962" cy="3160939"/>
          </a:xfrm>
          <a:prstGeom prst="rect">
            <a:avLst/>
          </a:prstGeom>
        </p:spPr>
      </p:pic>
      <p:pic>
        <p:nvPicPr>
          <p:cNvPr id="8" name="Obrázok 7">
            <a:extLst>
              <a:ext uri="{FF2B5EF4-FFF2-40B4-BE49-F238E27FC236}">
                <a16:creationId xmlns:a16="http://schemas.microsoft.com/office/drawing/2014/main" id="{F2C852AD-1F49-A32A-CF33-40F8273ED478}"/>
              </a:ext>
            </a:extLst>
          </p:cNvPr>
          <p:cNvPicPr>
            <a:picLocks noChangeAspect="1"/>
          </p:cNvPicPr>
          <p:nvPr/>
        </p:nvPicPr>
        <p:blipFill>
          <a:blip r:embed="rId4"/>
          <a:stretch>
            <a:fillRect/>
          </a:stretch>
        </p:blipFill>
        <p:spPr>
          <a:xfrm>
            <a:off x="1965897" y="2796059"/>
            <a:ext cx="3531106" cy="3314773"/>
          </a:xfrm>
          <a:prstGeom prst="rect">
            <a:avLst/>
          </a:prstGeom>
        </p:spPr>
      </p:pic>
    </p:spTree>
    <p:extLst>
      <p:ext uri="{BB962C8B-B14F-4D97-AF65-F5344CB8AC3E}">
        <p14:creationId xmlns:p14="http://schemas.microsoft.com/office/powerpoint/2010/main" val="35820470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sk-SK" dirty="0"/>
              <a:t>Zadanie 3</a:t>
            </a:r>
            <a:endParaRPr lang="en-US" dirty="0"/>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43</a:t>
            </a:fld>
            <a:endParaRPr lang="en-US" dirty="0"/>
          </a:p>
        </p:txBody>
      </p:sp>
      <p:sp>
        <p:nvSpPr>
          <p:cNvPr id="3" name="Text Placeholder 2">
            <a:extLst>
              <a:ext uri="{FF2B5EF4-FFF2-40B4-BE49-F238E27FC236}">
                <a16:creationId xmlns:a16="http://schemas.microsoft.com/office/drawing/2014/main" id="{64A3F9D5-7390-F151-BC3E-BB47241A8DA3}"/>
              </a:ext>
            </a:extLst>
          </p:cNvPr>
          <p:cNvSpPr>
            <a:spLocks noGrp="1"/>
          </p:cNvSpPr>
          <p:nvPr>
            <p:ph type="body" sz="quarter" idx="14"/>
          </p:nvPr>
        </p:nvSpPr>
        <p:spPr>
          <a:xfrm>
            <a:off x="1691325" y="1590686"/>
            <a:ext cx="6418531" cy="4332132"/>
          </a:xfrm>
        </p:spPr>
        <p:txBody>
          <a:bodyPr vert="horz" lIns="91440" tIns="45720" rIns="91440" bIns="45720" rtlCol="0" anchor="t">
            <a:normAutofit/>
          </a:bodyPr>
          <a:lstStyle/>
          <a:p>
            <a:r>
              <a:rPr lang="sk-SK" sz="2400" dirty="0"/>
              <a:t>Prejdime do </a:t>
            </a:r>
            <a:r>
              <a:rPr lang="sk-SK" sz="2400" dirty="0" err="1"/>
              <a:t>Object</a:t>
            </a:r>
            <a:r>
              <a:rPr lang="sk-SK" sz="2400" dirty="0"/>
              <a:t> </a:t>
            </a:r>
            <a:r>
              <a:rPr lang="sk-SK" sz="2400" dirty="0" err="1"/>
              <a:t>Mode</a:t>
            </a:r>
            <a:endParaRPr lang="sk-SK" sz="2400" dirty="0"/>
          </a:p>
          <a:p>
            <a:r>
              <a:rPr lang="sk-SK" sz="2400" dirty="0"/>
              <a:t>G + Z + 50</a:t>
            </a:r>
          </a:p>
          <a:p>
            <a:r>
              <a:rPr lang="sk-SK" sz="2400" dirty="0"/>
              <a:t>Prejdime do </a:t>
            </a:r>
            <a:r>
              <a:rPr lang="sk-SK" sz="2400" dirty="0" err="1"/>
              <a:t>Edit</a:t>
            </a:r>
            <a:r>
              <a:rPr lang="sk-SK" sz="2400" dirty="0"/>
              <a:t> </a:t>
            </a:r>
            <a:r>
              <a:rPr lang="sk-SK" sz="2400" dirty="0" err="1"/>
              <a:t>Mode</a:t>
            </a:r>
            <a:endParaRPr lang="sk-SK" sz="2400" dirty="0"/>
          </a:p>
          <a:p>
            <a:r>
              <a:rPr lang="sk-SK" sz="2400" dirty="0"/>
              <a:t>Ak vznikli nepotrebné Faces, zlúčime ich (F)</a:t>
            </a:r>
          </a:p>
          <a:p>
            <a:r>
              <a:rPr lang="sk-SK" sz="2400" dirty="0"/>
              <a:t>Odovzdaj screenshot priezvisko_zadanie3</a:t>
            </a:r>
          </a:p>
        </p:txBody>
      </p:sp>
      <p:pic>
        <p:nvPicPr>
          <p:cNvPr id="4" name="Obrázok 3">
            <a:extLst>
              <a:ext uri="{FF2B5EF4-FFF2-40B4-BE49-F238E27FC236}">
                <a16:creationId xmlns:a16="http://schemas.microsoft.com/office/drawing/2014/main" id="{9AA130E7-6EA4-0BB3-0957-88BCDF1B9A91}"/>
              </a:ext>
            </a:extLst>
          </p:cNvPr>
          <p:cNvPicPr>
            <a:picLocks noChangeAspect="1"/>
          </p:cNvPicPr>
          <p:nvPr/>
        </p:nvPicPr>
        <p:blipFill>
          <a:blip r:embed="rId3"/>
          <a:stretch>
            <a:fillRect/>
          </a:stretch>
        </p:blipFill>
        <p:spPr>
          <a:xfrm>
            <a:off x="1959580" y="4114911"/>
            <a:ext cx="2761889" cy="2606563"/>
          </a:xfrm>
          <a:prstGeom prst="rect">
            <a:avLst/>
          </a:prstGeom>
        </p:spPr>
      </p:pic>
      <p:pic>
        <p:nvPicPr>
          <p:cNvPr id="9" name="Obrázok 8">
            <a:extLst>
              <a:ext uri="{FF2B5EF4-FFF2-40B4-BE49-F238E27FC236}">
                <a16:creationId xmlns:a16="http://schemas.microsoft.com/office/drawing/2014/main" id="{F5CC42D3-2121-6D80-9A55-C7A0F77E0D4A}"/>
              </a:ext>
            </a:extLst>
          </p:cNvPr>
          <p:cNvPicPr>
            <a:picLocks noChangeAspect="1"/>
          </p:cNvPicPr>
          <p:nvPr/>
        </p:nvPicPr>
        <p:blipFill>
          <a:blip r:embed="rId4"/>
          <a:stretch>
            <a:fillRect/>
          </a:stretch>
        </p:blipFill>
        <p:spPr>
          <a:xfrm>
            <a:off x="6157810" y="3994483"/>
            <a:ext cx="2761889" cy="2726991"/>
          </a:xfrm>
          <a:prstGeom prst="rect">
            <a:avLst/>
          </a:prstGeom>
        </p:spPr>
      </p:pic>
    </p:spTree>
    <p:extLst>
      <p:ext uri="{BB962C8B-B14F-4D97-AF65-F5344CB8AC3E}">
        <p14:creationId xmlns:p14="http://schemas.microsoft.com/office/powerpoint/2010/main" val="31164266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7C123-B7A6-BE64-007C-DF57124A7F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11C2D3B-51D6-6D77-CAD3-30BC66AC6E67}"/>
              </a:ext>
            </a:extLst>
          </p:cNvPr>
          <p:cNvSpPr>
            <a:spLocks noGrp="1"/>
          </p:cNvSpPr>
          <p:nvPr>
            <p:ph type="title"/>
          </p:nvPr>
        </p:nvSpPr>
        <p:spPr>
          <a:xfrm>
            <a:off x="1691324" y="358614"/>
            <a:ext cx="7710127" cy="1044058"/>
          </a:xfrm>
        </p:spPr>
        <p:txBody>
          <a:bodyPr>
            <a:normAutofit fontScale="90000"/>
          </a:bodyPr>
          <a:lstStyle/>
          <a:p>
            <a:r>
              <a:rPr lang="sk-SK" dirty="0"/>
              <a:t>Zadanie 3.1 – schody + cestovný kufor</a:t>
            </a:r>
            <a:endParaRPr lang="en-US" dirty="0"/>
          </a:p>
        </p:txBody>
      </p:sp>
      <p:sp>
        <p:nvSpPr>
          <p:cNvPr id="19" name="Slide Number Placeholder 18">
            <a:extLst>
              <a:ext uri="{FF2B5EF4-FFF2-40B4-BE49-F238E27FC236}">
                <a16:creationId xmlns:a16="http://schemas.microsoft.com/office/drawing/2014/main" id="{60921227-659B-6249-7CE3-8186B28C64B1}"/>
              </a:ext>
            </a:extLst>
          </p:cNvPr>
          <p:cNvSpPr>
            <a:spLocks noGrp="1"/>
          </p:cNvSpPr>
          <p:nvPr>
            <p:ph type="sldNum" sz="quarter" idx="12"/>
          </p:nvPr>
        </p:nvSpPr>
        <p:spPr/>
        <p:txBody>
          <a:bodyPr/>
          <a:lstStyle/>
          <a:p>
            <a:fld id="{5EA792F7-1D9E-4C7E-A103-E8EDFDC2691E}" type="slidenum">
              <a:rPr lang="en-US" smtClean="0"/>
              <a:pPr/>
              <a:t>44</a:t>
            </a:fld>
            <a:endParaRPr lang="en-US" dirty="0"/>
          </a:p>
        </p:txBody>
      </p:sp>
      <p:sp>
        <p:nvSpPr>
          <p:cNvPr id="3" name="Text Placeholder 2">
            <a:extLst>
              <a:ext uri="{FF2B5EF4-FFF2-40B4-BE49-F238E27FC236}">
                <a16:creationId xmlns:a16="http://schemas.microsoft.com/office/drawing/2014/main" id="{168F2CDC-C2C5-F71B-F1D5-B5AFA19CE8B9}"/>
              </a:ext>
            </a:extLst>
          </p:cNvPr>
          <p:cNvSpPr>
            <a:spLocks noGrp="1"/>
          </p:cNvSpPr>
          <p:nvPr>
            <p:ph type="body" sz="quarter" idx="14"/>
          </p:nvPr>
        </p:nvSpPr>
        <p:spPr>
          <a:xfrm>
            <a:off x="1691325" y="1590686"/>
            <a:ext cx="9229520" cy="4332132"/>
          </a:xfrm>
        </p:spPr>
        <p:txBody>
          <a:bodyPr vert="horz" lIns="91440" tIns="45720" rIns="91440" bIns="45720" rtlCol="0" anchor="t">
            <a:normAutofit/>
          </a:bodyPr>
          <a:lstStyle/>
          <a:p>
            <a:r>
              <a:rPr lang="sk-SK" sz="2400" dirty="0"/>
              <a:t>Pridaj Cube (SHIFT + A -&gt; Mesh -&gt; Cube)</a:t>
            </a:r>
          </a:p>
          <a:p>
            <a:r>
              <a:rPr lang="sk-SK" sz="2400" dirty="0"/>
              <a:t>Nastav rozmery cez Dimensions (N) aby vznikol kváder</a:t>
            </a:r>
          </a:p>
          <a:p>
            <a:r>
              <a:rPr lang="sk-SK" sz="2400" dirty="0"/>
              <a:t>Použi Extrude aby vznikli schody (postačia 3)</a:t>
            </a:r>
          </a:p>
          <a:p>
            <a:r>
              <a:rPr lang="sk-SK" sz="2400" dirty="0"/>
              <a:t>Cestovný kufor skúste sami </a:t>
            </a:r>
            <a:r>
              <a:rPr lang="sk-SK" sz="2400" dirty="0">
                <a:sym typeface="Wingdings" panose="05000000000000000000" pitchFamily="2" charset="2"/>
              </a:rPr>
              <a:t> Položte ho na schody. </a:t>
            </a:r>
            <a:endParaRPr lang="sk-SK" sz="2400" dirty="0"/>
          </a:p>
          <a:p>
            <a:r>
              <a:rPr lang="sk-SK" sz="2400" dirty="0"/>
              <a:t>Odovzdaj screenshot v tvare priezvisko_zadanie3.2</a:t>
            </a:r>
          </a:p>
        </p:txBody>
      </p:sp>
    </p:spTree>
    <p:extLst>
      <p:ext uri="{BB962C8B-B14F-4D97-AF65-F5344CB8AC3E}">
        <p14:creationId xmlns:p14="http://schemas.microsoft.com/office/powerpoint/2010/main" val="26251196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E7295-75B7-6BC5-334F-6BD6EF71B4D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462C0F8-0D68-00EB-DD6D-CB06810EFE9E}"/>
              </a:ext>
            </a:extLst>
          </p:cNvPr>
          <p:cNvSpPr>
            <a:spLocks noGrp="1"/>
          </p:cNvSpPr>
          <p:nvPr>
            <p:ph type="title"/>
          </p:nvPr>
        </p:nvSpPr>
        <p:spPr>
          <a:xfrm>
            <a:off x="1691324" y="358614"/>
            <a:ext cx="7710127" cy="1044058"/>
          </a:xfrm>
        </p:spPr>
        <p:txBody>
          <a:bodyPr>
            <a:normAutofit fontScale="90000"/>
          </a:bodyPr>
          <a:lstStyle/>
          <a:p>
            <a:r>
              <a:rPr lang="sk-SK" dirty="0"/>
              <a:t>Zadanie 3.2 – skrinka + nočný stolík so zásuvkami</a:t>
            </a:r>
            <a:endParaRPr lang="en-US" dirty="0"/>
          </a:p>
        </p:txBody>
      </p:sp>
      <p:sp>
        <p:nvSpPr>
          <p:cNvPr id="19" name="Slide Number Placeholder 18">
            <a:extLst>
              <a:ext uri="{FF2B5EF4-FFF2-40B4-BE49-F238E27FC236}">
                <a16:creationId xmlns:a16="http://schemas.microsoft.com/office/drawing/2014/main" id="{EF8F2F96-D1AD-E3A2-7A84-111E8974A420}"/>
              </a:ext>
            </a:extLst>
          </p:cNvPr>
          <p:cNvSpPr>
            <a:spLocks noGrp="1"/>
          </p:cNvSpPr>
          <p:nvPr>
            <p:ph type="sldNum" sz="quarter" idx="12"/>
          </p:nvPr>
        </p:nvSpPr>
        <p:spPr/>
        <p:txBody>
          <a:bodyPr/>
          <a:lstStyle/>
          <a:p>
            <a:fld id="{5EA792F7-1D9E-4C7E-A103-E8EDFDC2691E}" type="slidenum">
              <a:rPr lang="en-US" smtClean="0"/>
              <a:pPr/>
              <a:t>45</a:t>
            </a:fld>
            <a:endParaRPr lang="en-US" dirty="0"/>
          </a:p>
        </p:txBody>
      </p:sp>
      <p:sp>
        <p:nvSpPr>
          <p:cNvPr id="3" name="Text Placeholder 2">
            <a:extLst>
              <a:ext uri="{FF2B5EF4-FFF2-40B4-BE49-F238E27FC236}">
                <a16:creationId xmlns:a16="http://schemas.microsoft.com/office/drawing/2014/main" id="{4AA449B1-BD9F-BCFE-DD7F-937DC5262330}"/>
              </a:ext>
            </a:extLst>
          </p:cNvPr>
          <p:cNvSpPr>
            <a:spLocks noGrp="1"/>
          </p:cNvSpPr>
          <p:nvPr>
            <p:ph type="body" sz="quarter" idx="14"/>
          </p:nvPr>
        </p:nvSpPr>
        <p:spPr>
          <a:xfrm>
            <a:off x="1691325" y="1590686"/>
            <a:ext cx="9229520" cy="4332132"/>
          </a:xfrm>
        </p:spPr>
        <p:txBody>
          <a:bodyPr vert="horz" lIns="91440" tIns="45720" rIns="91440" bIns="45720" rtlCol="0" anchor="t">
            <a:normAutofit/>
          </a:bodyPr>
          <a:lstStyle/>
          <a:p>
            <a:r>
              <a:rPr lang="sk-SK" sz="2400" dirty="0"/>
              <a:t>Pridaj Cube (SHIFT + A -&gt; Mesh -&gt; Cube)</a:t>
            </a:r>
          </a:p>
          <a:p>
            <a:r>
              <a:rPr lang="sk-SK" sz="2400" dirty="0"/>
              <a:t>Nastav rozmery cez Dimensions (N) aby vznikol kváder podobný skrini</a:t>
            </a:r>
          </a:p>
          <a:p>
            <a:r>
              <a:rPr lang="sk-SK" sz="2400" dirty="0"/>
              <a:t>Použi subdivide, inset a bevel aby si vymodeloval skrinku s dvierkami a nožičkami</a:t>
            </a:r>
          </a:p>
          <a:p>
            <a:r>
              <a:rPr lang="sk-SK" sz="2400" dirty="0"/>
              <a:t>Nočný stolík so zásuvkami skúste sami </a:t>
            </a:r>
            <a:r>
              <a:rPr lang="sk-SK" sz="2400" dirty="0">
                <a:sym typeface="Wingdings" panose="05000000000000000000" pitchFamily="2" charset="2"/>
              </a:rPr>
              <a:t></a:t>
            </a:r>
            <a:endParaRPr lang="sk-SK" sz="2400" dirty="0"/>
          </a:p>
          <a:p>
            <a:r>
              <a:rPr lang="sk-SK" sz="2400" dirty="0"/>
              <a:t>Zadanie odovzdaj ako screenshot v tvare priezvisko_zadanie3.2</a:t>
            </a:r>
          </a:p>
        </p:txBody>
      </p:sp>
    </p:spTree>
    <p:extLst>
      <p:ext uri="{BB962C8B-B14F-4D97-AF65-F5344CB8AC3E}">
        <p14:creationId xmlns:p14="http://schemas.microsoft.com/office/powerpoint/2010/main" val="2760352364"/>
      </p:ext>
    </p:extLst>
  </p:cSld>
  <p:clrMapOvr>
    <a:masterClrMapping/>
  </p:clrMapOvr>
</p:sld>
</file>

<file path=ppt/theme/theme1.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ABFFAF-9675-4FEA-B2E7-9332FD2147B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8DEBDC5-C5D0-48FD-B1D3-DD417E11A82F}">
  <ds:schemaRefs>
    <ds:schemaRef ds:uri="http://schemas.microsoft.com/sharepoint/v3/contenttype/forms"/>
  </ds:schemaRefs>
</ds:datastoreItem>
</file>

<file path=customXml/itemProps3.xml><?xml version="1.0" encoding="utf-8"?>
<ds:datastoreItem xmlns:ds="http://schemas.openxmlformats.org/officeDocument/2006/customXml" ds:itemID="{836801BC-ED11-4C13-B570-590AA64A7E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Getting to Know Your Classmate_SL</Template>
  <TotalTime>480</TotalTime>
  <Words>2164</Words>
  <Application>Microsoft Office PowerPoint</Application>
  <PresentationFormat>Widescreen</PresentationFormat>
  <Paragraphs>249</Paragraphs>
  <Slides>45</Slides>
  <Notes>44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Source Sans Pro</vt:lpstr>
      <vt:lpstr>Wingdings</vt:lpstr>
      <vt:lpstr>FunkyShapesDarkVTI</vt:lpstr>
      <vt:lpstr>BLENDER III.</vt:lpstr>
      <vt:lpstr>OBSAH</vt:lpstr>
      <vt:lpstr>TOPOLÓGIA MODELU</vt:lpstr>
      <vt:lpstr>ÚVOD DO TOPOLÓGIE MODELU</vt:lpstr>
      <vt:lpstr>ÚVOD DO TOPOLÓGIE MODELU</vt:lpstr>
      <vt:lpstr>ÚVOD DO TOPOLÓGIE MODELU</vt:lpstr>
      <vt:lpstr>ZÁKLADNÉ KONCEPTY TOPOLÓGIE MODELU</vt:lpstr>
      <vt:lpstr>ZÁKLADNÉ KONCEPTY TOPOLÓGIE MODELU</vt:lpstr>
      <vt:lpstr>ZÁKLADNÉ KONCEPTY TOPOLÓGIE MODELU</vt:lpstr>
      <vt:lpstr>ZÁKLADNÉ KONCEPTY TOPOLÓGIE MODELU</vt:lpstr>
      <vt:lpstr>Prečo sa uprednostňujú štvoruholníky</vt:lpstr>
      <vt:lpstr>Prečo sa uprednostňujú štvoruholníky</vt:lpstr>
      <vt:lpstr>SUBDIVIDE</vt:lpstr>
      <vt:lpstr>Subdivide</vt:lpstr>
      <vt:lpstr>Subdivide</vt:lpstr>
      <vt:lpstr>Subdivide</vt:lpstr>
      <vt:lpstr>EXTRUDE</vt:lpstr>
      <vt:lpstr>Extrude</vt:lpstr>
      <vt:lpstr>Extrude Region</vt:lpstr>
      <vt:lpstr>Extrude Manifold</vt:lpstr>
      <vt:lpstr>PRIDÁVANIE A SPÁJANIE FACES</vt:lpstr>
      <vt:lpstr>Nový Face</vt:lpstr>
      <vt:lpstr>Nový Face</vt:lpstr>
      <vt:lpstr>Spojenie Faces</vt:lpstr>
      <vt:lpstr>Inset</vt:lpstr>
      <vt:lpstr>Inset</vt:lpstr>
      <vt:lpstr>LOOP CUT</vt:lpstr>
      <vt:lpstr>Loop Cut</vt:lpstr>
      <vt:lpstr>Loop Cut</vt:lpstr>
      <vt:lpstr>BEVEL</vt:lpstr>
      <vt:lpstr>Bevel</vt:lpstr>
      <vt:lpstr>KNIFE TOOL</vt:lpstr>
      <vt:lpstr>Knife Tool</vt:lpstr>
      <vt:lpstr>Knife Tool – projektovaný rez</vt:lpstr>
      <vt:lpstr>MERGE</vt:lpstr>
      <vt:lpstr>MERGE</vt:lpstr>
      <vt:lpstr>Zadanie 3</vt:lpstr>
      <vt:lpstr>Zadanie 3</vt:lpstr>
      <vt:lpstr>Zadanie 3</vt:lpstr>
      <vt:lpstr>Zadanie 4</vt:lpstr>
      <vt:lpstr>Zadanie 3</vt:lpstr>
      <vt:lpstr>Zadanie 3</vt:lpstr>
      <vt:lpstr>Zadanie 3</vt:lpstr>
      <vt:lpstr>Zadanie 3.1 – schody + cestovný kufor</vt:lpstr>
      <vt:lpstr>Zadanie 3.2 – skrinka + nočný stolík so zásuvkami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
  <cp:lastModifiedBy>Livia Kelebercova</cp:lastModifiedBy>
  <cp:revision>1793</cp:revision>
  <dcterms:created xsi:type="dcterms:W3CDTF">2024-09-04T09:06:57Z</dcterms:created>
  <dcterms:modified xsi:type="dcterms:W3CDTF">2026-10-05T06:37:07Z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